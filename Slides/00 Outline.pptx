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3A576E-97D1-4EF0-80F3-D175BE30CAF8}" v="2" dt="2026-09-24T15:50:27.2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76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Bellotti" userId="f453232b-f87d-4756-9d8b-c09bc835cc42" providerId="ADAL" clId="{C7FEA3FA-4936-41E1-B7FA-CA082069F7F7}"/>
    <pc:docChg chg="custSel addSld modSld">
      <pc:chgData name="Francesco Bellotti" userId="f453232b-f87d-4756-9d8b-c09bc835cc42" providerId="ADAL" clId="{C7FEA3FA-4936-41E1-B7FA-CA082069F7F7}" dt="2026-09-24T15:50:55.672" v="87" actId="3626"/>
      <pc:docMkLst>
        <pc:docMk/>
      </pc:docMkLst>
      <pc:sldChg chg="modSp new mod">
        <pc:chgData name="Francesco Bellotti" userId="f453232b-f87d-4756-9d8b-c09bc835cc42" providerId="ADAL" clId="{C7FEA3FA-4936-41E1-B7FA-CA082069F7F7}" dt="2026-09-18T14:42:35.291" v="52"/>
        <pc:sldMkLst>
          <pc:docMk/>
          <pc:sldMk cId="3323268094" sldId="258"/>
        </pc:sldMkLst>
        <pc:spChg chg="mod">
          <ac:chgData name="Francesco Bellotti" userId="f453232b-f87d-4756-9d8b-c09bc835cc42" providerId="ADAL" clId="{C7FEA3FA-4936-41E1-B7FA-CA082069F7F7}" dt="2026-09-18T14:42:35.291" v="52"/>
          <ac:spMkLst>
            <pc:docMk/>
            <pc:sldMk cId="3323268094" sldId="258"/>
            <ac:spMk id="3" creationId="{98FC7821-5DB6-52F8-D305-68E38BEEDBB6}"/>
          </ac:spMkLst>
        </pc:spChg>
      </pc:sldChg>
      <pc:sldChg chg="modSp new mod">
        <pc:chgData name="Francesco Bellotti" userId="f453232b-f87d-4756-9d8b-c09bc835cc42" providerId="ADAL" clId="{C7FEA3FA-4936-41E1-B7FA-CA082069F7F7}" dt="2026-09-24T15:50:55.672" v="87" actId="3626"/>
        <pc:sldMkLst>
          <pc:docMk/>
          <pc:sldMk cId="2309632616" sldId="259"/>
        </pc:sldMkLst>
        <pc:spChg chg="mod">
          <ac:chgData name="Francesco Bellotti" userId="f453232b-f87d-4756-9d8b-c09bc835cc42" providerId="ADAL" clId="{C7FEA3FA-4936-41E1-B7FA-CA082069F7F7}" dt="2026-09-24T15:50:35.062" v="68" actId="20577"/>
          <ac:spMkLst>
            <pc:docMk/>
            <pc:sldMk cId="2309632616" sldId="259"/>
            <ac:spMk id="2" creationId="{F9C59D14-D3DC-97B8-0123-86CF69C2CC93}"/>
          </ac:spMkLst>
        </pc:spChg>
        <pc:spChg chg="mod">
          <ac:chgData name="Francesco Bellotti" userId="f453232b-f87d-4756-9d8b-c09bc835cc42" providerId="ADAL" clId="{C7FEA3FA-4936-41E1-B7FA-CA082069F7F7}" dt="2026-09-24T15:50:55.672" v="87" actId="3626"/>
          <ac:spMkLst>
            <pc:docMk/>
            <pc:sldMk cId="2309632616" sldId="259"/>
            <ac:spMk id="3" creationId="{9E82E6F9-3045-7055-34F2-DAB8F44F7DA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68EF-6A95-4610-9F8C-A6476DB60E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A5B2-ED32-43C9-8AE3-D3C851D9C9E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4115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68EF-6A95-4610-9F8C-A6476DB60E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A5B2-ED32-43C9-8AE3-D3C851D9C9E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7879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68EF-6A95-4610-9F8C-A6476DB60E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A5B2-ED32-43C9-8AE3-D3C851D9C9E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4348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68EF-6A95-4610-9F8C-A6476DB60E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A5B2-ED32-43C9-8AE3-D3C851D9C9E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0428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68EF-6A95-4610-9F8C-A6476DB60E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A5B2-ED32-43C9-8AE3-D3C851D9C9E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0759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68EF-6A95-4610-9F8C-A6476DB60E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A5B2-ED32-43C9-8AE3-D3C851D9C9E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0767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68EF-6A95-4610-9F8C-A6476DB60E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A5B2-ED32-43C9-8AE3-D3C851D9C9E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974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68EF-6A95-4610-9F8C-A6476DB60E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A5B2-ED32-43C9-8AE3-D3C851D9C9E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8060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68EF-6A95-4610-9F8C-A6476DB60E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A5B2-ED32-43C9-8AE3-D3C851D9C9E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3856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68EF-6A95-4610-9F8C-A6476DB60E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A5B2-ED32-43C9-8AE3-D3C851D9C9E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555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68EF-6A95-4610-9F8C-A6476DB60E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A5B2-ED32-43C9-8AE3-D3C851D9C9E3}" type="slidenum">
              <a:rPr lang="en-GB" smtClean="0"/>
              <a:t>‹N›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7044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68EF-6A95-4610-9F8C-A6476DB60E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A5B2-ED32-43C9-8AE3-D3C851D9C9E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2359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68EF-6A95-4610-9F8C-A6476DB60E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A5B2-ED32-43C9-8AE3-D3C851D9C9E3}" type="slidenum">
              <a:rPr lang="en-GB" smtClean="0"/>
              <a:t>‹N›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27860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68EF-6A95-4610-9F8C-A6476DB60E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A5B2-ED32-43C9-8AE3-D3C851D9C9E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0085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68EF-6A95-4610-9F8C-A6476DB60E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A5B2-ED32-43C9-8AE3-D3C851D9C9E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32579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68EF-6A95-4610-9F8C-A6476DB60E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A5B2-ED32-43C9-8AE3-D3C851D9C9E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745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2C68EF-6A95-4610-9F8C-A6476DB60E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69EA5B2-ED32-43C9-8AE3-D3C851D9C9E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7054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book/10.1007/978-3-031-70584-7" TargetMode="External"/><Relationship Id="rId2" Type="http://schemas.openxmlformats.org/officeDocument/2006/relationships/hyperlink" Target="https://www.tableau.com/learn/articles/time-series-analysis-book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ranzGH/timeseri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ACFC8B-AA1F-6BBD-A296-27DD6DFD06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err="1"/>
              <a:t>Outline</a:t>
            </a:r>
            <a:endParaRPr lang="en-GB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CB82302-1D5A-7E3C-9300-E534EFE90A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6506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11730C-4666-7F77-21DE-A211C9EB7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Lectures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8986E2B-0787-D529-BCE0-C796A9325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Lecture 1:</a:t>
            </a:r>
            <a:r>
              <a:rPr lang="en-GB" dirty="0"/>
              <a:t> define the problem and samples</a:t>
            </a:r>
          </a:p>
          <a:p>
            <a:r>
              <a:rPr lang="en-GB" b="1" dirty="0"/>
              <a:t>Lecture 2:</a:t>
            </a:r>
            <a:r>
              <a:rPr lang="en-GB" dirty="0"/>
              <a:t> evaluate correctly</a:t>
            </a:r>
          </a:p>
          <a:p>
            <a:r>
              <a:rPr lang="en-GB" b="1" dirty="0"/>
              <a:t>Lecture 3:</a:t>
            </a:r>
            <a:r>
              <a:rPr lang="en-GB" dirty="0"/>
              <a:t> build strong simple solutions</a:t>
            </a:r>
          </a:p>
          <a:p>
            <a:r>
              <a:rPr lang="en-GB" b="1" dirty="0"/>
              <a:t>Lecture 4:</a:t>
            </a:r>
            <a:r>
              <a:rPr lang="en-GB" dirty="0"/>
              <a:t> learn temporal representations recurrently</a:t>
            </a:r>
          </a:p>
          <a:p>
            <a:r>
              <a:rPr lang="en-GB" b="1" dirty="0"/>
              <a:t>Lecture 5:</a:t>
            </a:r>
            <a:r>
              <a:rPr lang="en-GB" dirty="0"/>
              <a:t> learn temporal representations convolutionally</a:t>
            </a:r>
          </a:p>
          <a:p>
            <a:r>
              <a:rPr lang="en-GB" b="1" dirty="0"/>
              <a:t>Lecture 6:</a:t>
            </a:r>
            <a:r>
              <a:rPr lang="en-GB" dirty="0"/>
              <a:t> attention, recent methods, uncertainty and engineering synthesis</a:t>
            </a:r>
          </a:p>
        </p:txBody>
      </p:sp>
    </p:spTree>
    <p:extLst>
      <p:ext uri="{BB962C8B-B14F-4D97-AF65-F5344CB8AC3E}">
        <p14:creationId xmlns:p14="http://schemas.microsoft.com/office/powerpoint/2010/main" val="2818082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3C5919-DD6A-F169-D5AD-AA1401683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Bibliography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8FC7821-5DB6-52F8-D305-68E38BEED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Hyndman, R. J., &amp; Athanasopoulos, G. (2021).</a:t>
            </a:r>
            <a:r>
              <a:rPr lang="en-GB" dirty="0"/>
              <a:t> </a:t>
            </a:r>
            <a:r>
              <a:rPr lang="en-GB" dirty="0">
                <a:hlinkClick r:id="rId2"/>
              </a:rPr>
              <a:t>Forecasting: Principles and Practice</a:t>
            </a:r>
            <a:r>
              <a:rPr lang="en-GB" dirty="0"/>
              <a:t> (3rd ed.). </a:t>
            </a:r>
            <a:r>
              <a:rPr lang="en-GB" dirty="0" err="1"/>
              <a:t>OTexts</a:t>
            </a:r>
            <a:r>
              <a:rPr lang="en-GB" dirty="0"/>
              <a:t>.</a:t>
            </a:r>
            <a:endParaRPr lang="en-GB" b="1" dirty="0"/>
          </a:p>
          <a:p>
            <a:r>
              <a:rPr lang="en-GB" b="1" dirty="0"/>
              <a:t>Box, G. E. P., Jenkins, G. M., Reinsel, G. C., &amp; Ljung, G. M. (2015).</a:t>
            </a:r>
            <a:r>
              <a:rPr lang="en-GB" dirty="0"/>
              <a:t> </a:t>
            </a:r>
            <a:r>
              <a:rPr lang="en-GB" i="1" dirty="0"/>
              <a:t>Time Series Analysis: Forecasting and Control</a:t>
            </a:r>
            <a:r>
              <a:rPr lang="en-GB" dirty="0"/>
              <a:t> (5th ed.). Wiley.</a:t>
            </a:r>
          </a:p>
          <a:p>
            <a:r>
              <a:rPr lang="en-GB" b="1" dirty="0"/>
              <a:t>Shumway, R. H., &amp; Stoffer, D. S. (2025).</a:t>
            </a:r>
            <a:r>
              <a:rPr lang="en-GB" dirty="0"/>
              <a:t> </a:t>
            </a:r>
            <a:r>
              <a:rPr lang="en-GB" dirty="0">
                <a:hlinkClick r:id="rId3"/>
              </a:rPr>
              <a:t>Time Series Analysis and Its Applications</a:t>
            </a:r>
            <a:r>
              <a:rPr lang="en-GB" dirty="0"/>
              <a:t> (5th ed.). Springer.</a:t>
            </a:r>
          </a:p>
        </p:txBody>
      </p:sp>
    </p:spTree>
    <p:extLst>
      <p:ext uri="{BB962C8B-B14F-4D97-AF65-F5344CB8AC3E}">
        <p14:creationId xmlns:p14="http://schemas.microsoft.com/office/powerpoint/2010/main" val="3323268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C59D14-D3DC-97B8-0123-86CF69C2C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Resources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82E6F9-3045-7055-34F2-DAB8F44F7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Course material: </a:t>
            </a:r>
            <a:r>
              <a:rPr lang="en-GB" dirty="0">
                <a:solidFill>
                  <a:srgbClr val="99CA3C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https://github.com/FranzGH/timeseries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09632616"/>
      </p:ext>
    </p:extLst>
  </p:cSld>
  <p:clrMapOvr>
    <a:masterClrMapping/>
  </p:clrMapOvr>
</p:sld>
</file>

<file path=ppt/theme/theme1.xml><?xml version="1.0" encoding="utf-8"?>
<a:theme xmlns:a="http://schemas.openxmlformats.org/drawingml/2006/main" name="Sfaccettatura">
  <a:themeElements>
    <a:clrScheme name="Sfaccettatur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Sfaccettatur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faccettatur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Sfaccettatura</Template>
  <TotalTime>264</TotalTime>
  <Words>158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Sfaccettatura</vt:lpstr>
      <vt:lpstr>Outline</vt:lpstr>
      <vt:lpstr>Lectures</vt:lpstr>
      <vt:lpstr>Bibliography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Bellotti</dc:creator>
  <cp:lastModifiedBy>Francesco Bellotti</cp:lastModifiedBy>
  <cp:revision>1</cp:revision>
  <dcterms:created xsi:type="dcterms:W3CDTF">2026-08-10T17:19:51Z</dcterms:created>
  <dcterms:modified xsi:type="dcterms:W3CDTF">2026-09-24T15:50:58Z</dcterms:modified>
</cp:coreProperties>
</file>