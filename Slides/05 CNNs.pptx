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8"/>
  </p:notesMasterIdLst>
  <p:sldIdLst>
    <p:sldId id="256" r:id="rId2"/>
    <p:sldId id="270" r:id="rId3"/>
    <p:sldId id="271" r:id="rId4"/>
    <p:sldId id="257" r:id="rId5"/>
    <p:sldId id="272" r:id="rId6"/>
    <p:sldId id="258" r:id="rId7"/>
    <p:sldId id="273" r:id="rId8"/>
    <p:sldId id="274" r:id="rId9"/>
    <p:sldId id="259" r:id="rId10"/>
    <p:sldId id="275" r:id="rId11"/>
    <p:sldId id="260" r:id="rId12"/>
    <p:sldId id="276" r:id="rId13"/>
    <p:sldId id="261" r:id="rId14"/>
    <p:sldId id="277" r:id="rId15"/>
    <p:sldId id="278" r:id="rId16"/>
    <p:sldId id="262" r:id="rId17"/>
    <p:sldId id="279" r:id="rId18"/>
    <p:sldId id="281" r:id="rId19"/>
    <p:sldId id="263" r:id="rId20"/>
    <p:sldId id="280" r:id="rId21"/>
    <p:sldId id="282" r:id="rId22"/>
    <p:sldId id="283" r:id="rId23"/>
    <p:sldId id="264" r:id="rId24"/>
    <p:sldId id="284" r:id="rId25"/>
    <p:sldId id="265" r:id="rId26"/>
    <p:sldId id="285" r:id="rId27"/>
    <p:sldId id="292" r:id="rId28"/>
    <p:sldId id="266" r:id="rId29"/>
    <p:sldId id="286" r:id="rId30"/>
    <p:sldId id="313" r:id="rId31"/>
    <p:sldId id="267" r:id="rId32"/>
    <p:sldId id="287" r:id="rId33"/>
    <p:sldId id="314" r:id="rId34"/>
    <p:sldId id="288" r:id="rId35"/>
    <p:sldId id="289" r:id="rId36"/>
    <p:sldId id="268" r:id="rId37"/>
    <p:sldId id="290" r:id="rId38"/>
    <p:sldId id="269" r:id="rId39"/>
    <p:sldId id="291" r:id="rId40"/>
    <p:sldId id="315" r:id="rId41"/>
    <p:sldId id="316" r:id="rId42"/>
    <p:sldId id="341" r:id="rId43"/>
    <p:sldId id="293" r:id="rId44"/>
    <p:sldId id="317" r:id="rId45"/>
    <p:sldId id="294" r:id="rId46"/>
    <p:sldId id="318" r:id="rId47"/>
    <p:sldId id="342" r:id="rId48"/>
    <p:sldId id="295" r:id="rId49"/>
    <p:sldId id="319" r:id="rId50"/>
    <p:sldId id="343" r:id="rId51"/>
    <p:sldId id="296" r:id="rId52"/>
    <p:sldId id="320" r:id="rId53"/>
    <p:sldId id="344" r:id="rId54"/>
    <p:sldId id="297" r:id="rId55"/>
    <p:sldId id="321" r:id="rId56"/>
    <p:sldId id="345" r:id="rId57"/>
    <p:sldId id="298" r:id="rId58"/>
    <p:sldId id="322" r:id="rId59"/>
    <p:sldId id="346" r:id="rId60"/>
    <p:sldId id="299" r:id="rId61"/>
    <p:sldId id="323" r:id="rId62"/>
    <p:sldId id="300" r:id="rId63"/>
    <p:sldId id="324" r:id="rId64"/>
    <p:sldId id="301" r:id="rId65"/>
    <p:sldId id="325" r:id="rId66"/>
    <p:sldId id="347" r:id="rId67"/>
    <p:sldId id="326" r:id="rId68"/>
    <p:sldId id="327" r:id="rId69"/>
    <p:sldId id="302" r:id="rId70"/>
    <p:sldId id="328" r:id="rId71"/>
    <p:sldId id="348" r:id="rId72"/>
    <p:sldId id="329" r:id="rId73"/>
    <p:sldId id="303" r:id="rId74"/>
    <p:sldId id="330" r:id="rId75"/>
    <p:sldId id="349" r:id="rId76"/>
    <p:sldId id="304" r:id="rId77"/>
    <p:sldId id="331" r:id="rId78"/>
    <p:sldId id="350" r:id="rId79"/>
    <p:sldId id="305" r:id="rId80"/>
    <p:sldId id="332" r:id="rId81"/>
    <p:sldId id="351" r:id="rId82"/>
    <p:sldId id="306" r:id="rId83"/>
    <p:sldId id="333" r:id="rId84"/>
    <p:sldId id="352" r:id="rId85"/>
    <p:sldId id="307" r:id="rId86"/>
    <p:sldId id="334" r:id="rId87"/>
    <p:sldId id="308" r:id="rId88"/>
    <p:sldId id="335" r:id="rId89"/>
    <p:sldId id="336" r:id="rId90"/>
    <p:sldId id="309" r:id="rId91"/>
    <p:sldId id="337" r:id="rId92"/>
    <p:sldId id="353" r:id="rId93"/>
    <p:sldId id="310" r:id="rId94"/>
    <p:sldId id="338" r:id="rId95"/>
    <p:sldId id="354" r:id="rId96"/>
    <p:sldId id="311" r:id="rId97"/>
    <p:sldId id="339" r:id="rId98"/>
    <p:sldId id="340" r:id="rId99"/>
    <p:sldId id="312" r:id="rId100"/>
    <p:sldId id="369" r:id="rId101"/>
    <p:sldId id="370" r:id="rId102"/>
    <p:sldId id="395" r:id="rId103"/>
    <p:sldId id="355" r:id="rId104"/>
    <p:sldId id="371" r:id="rId105"/>
    <p:sldId id="396" r:id="rId106"/>
    <p:sldId id="372" r:id="rId107"/>
    <p:sldId id="356" r:id="rId108"/>
    <p:sldId id="373" r:id="rId109"/>
    <p:sldId id="357" r:id="rId110"/>
    <p:sldId id="374" r:id="rId111"/>
    <p:sldId id="397" r:id="rId112"/>
    <p:sldId id="375" r:id="rId113"/>
    <p:sldId id="358" r:id="rId114"/>
    <p:sldId id="376" r:id="rId115"/>
    <p:sldId id="400" r:id="rId116"/>
    <p:sldId id="359" r:id="rId117"/>
    <p:sldId id="377" r:id="rId118"/>
    <p:sldId id="378" r:id="rId119"/>
    <p:sldId id="360" r:id="rId120"/>
    <p:sldId id="379" r:id="rId121"/>
    <p:sldId id="398" r:id="rId122"/>
    <p:sldId id="380" r:id="rId123"/>
    <p:sldId id="399" r:id="rId124"/>
    <p:sldId id="381" r:id="rId125"/>
    <p:sldId id="382" r:id="rId126"/>
    <p:sldId id="383" r:id="rId127"/>
    <p:sldId id="384" r:id="rId128"/>
    <p:sldId id="385" r:id="rId129"/>
    <p:sldId id="361" r:id="rId130"/>
    <p:sldId id="386" r:id="rId131"/>
    <p:sldId id="362" r:id="rId132"/>
    <p:sldId id="387" r:id="rId133"/>
    <p:sldId id="363" r:id="rId134"/>
    <p:sldId id="388" r:id="rId135"/>
    <p:sldId id="364" r:id="rId136"/>
    <p:sldId id="389" r:id="rId137"/>
    <p:sldId id="365" r:id="rId138"/>
    <p:sldId id="390" r:id="rId139"/>
    <p:sldId id="366" r:id="rId140"/>
    <p:sldId id="391" r:id="rId141"/>
    <p:sldId id="392" r:id="rId142"/>
    <p:sldId id="367" r:id="rId143"/>
    <p:sldId id="368" r:id="rId144"/>
    <p:sldId id="393" r:id="rId145"/>
    <p:sldId id="394" r:id="rId146"/>
    <p:sldId id="415" r:id="rId147"/>
    <p:sldId id="416" r:id="rId148"/>
    <p:sldId id="401" r:id="rId149"/>
    <p:sldId id="417" r:id="rId150"/>
    <p:sldId id="418" r:id="rId151"/>
    <p:sldId id="402" r:id="rId152"/>
    <p:sldId id="419" r:id="rId153"/>
    <p:sldId id="420" r:id="rId154"/>
    <p:sldId id="403" r:id="rId155"/>
    <p:sldId id="421" r:id="rId156"/>
    <p:sldId id="445" r:id="rId157"/>
    <p:sldId id="422" r:id="rId158"/>
    <p:sldId id="404" r:id="rId159"/>
    <p:sldId id="423" r:id="rId160"/>
    <p:sldId id="424" r:id="rId161"/>
    <p:sldId id="405" r:id="rId162"/>
    <p:sldId id="425" r:id="rId163"/>
    <p:sldId id="446" r:id="rId164"/>
    <p:sldId id="406" r:id="rId165"/>
    <p:sldId id="426" r:id="rId166"/>
    <p:sldId id="407" r:id="rId167"/>
    <p:sldId id="427" r:id="rId168"/>
    <p:sldId id="447" r:id="rId169"/>
    <p:sldId id="448" r:id="rId170"/>
    <p:sldId id="428" r:id="rId171"/>
    <p:sldId id="429" r:id="rId172"/>
    <p:sldId id="430" r:id="rId173"/>
    <p:sldId id="449" r:id="rId174"/>
    <p:sldId id="408" r:id="rId175"/>
    <p:sldId id="409" r:id="rId176"/>
    <p:sldId id="432" r:id="rId177"/>
    <p:sldId id="433" r:id="rId178"/>
    <p:sldId id="410" r:id="rId179"/>
    <p:sldId id="434" r:id="rId180"/>
    <p:sldId id="435" r:id="rId181"/>
    <p:sldId id="451" r:id="rId182"/>
    <p:sldId id="411" r:id="rId183"/>
    <p:sldId id="436" r:id="rId184"/>
    <p:sldId id="443" r:id="rId185"/>
    <p:sldId id="413" r:id="rId186"/>
    <p:sldId id="437" r:id="rId187"/>
    <p:sldId id="438" r:id="rId188"/>
    <p:sldId id="439" r:id="rId189"/>
    <p:sldId id="412" r:id="rId190"/>
    <p:sldId id="440" r:id="rId191"/>
    <p:sldId id="441" r:id="rId192"/>
    <p:sldId id="450" r:id="rId193"/>
    <p:sldId id="442" r:id="rId194"/>
    <p:sldId id="444" r:id="rId195"/>
    <p:sldId id="414" r:id="rId196"/>
    <p:sldId id="452" r:id="rId197"/>
    <p:sldId id="500" r:id="rId198"/>
    <p:sldId id="501" r:id="rId199"/>
    <p:sldId id="470" r:id="rId200"/>
    <p:sldId id="453" r:id="rId201"/>
    <p:sldId id="471" r:id="rId202"/>
    <p:sldId id="503" r:id="rId203"/>
    <p:sldId id="472" r:id="rId204"/>
    <p:sldId id="455" r:id="rId205"/>
    <p:sldId id="473" r:id="rId206"/>
    <p:sldId id="456" r:id="rId207"/>
    <p:sldId id="474" r:id="rId208"/>
    <p:sldId id="457" r:id="rId209"/>
    <p:sldId id="504" r:id="rId210"/>
    <p:sldId id="475" r:id="rId211"/>
    <p:sldId id="458" r:id="rId212"/>
    <p:sldId id="476" r:id="rId213"/>
    <p:sldId id="477" r:id="rId214"/>
    <p:sldId id="478" r:id="rId215"/>
    <p:sldId id="459" r:id="rId216"/>
    <p:sldId id="479" r:id="rId217"/>
    <p:sldId id="480" r:id="rId218"/>
    <p:sldId id="460" r:id="rId219"/>
    <p:sldId id="481" r:id="rId220"/>
    <p:sldId id="482" r:id="rId221"/>
    <p:sldId id="461" r:id="rId222"/>
    <p:sldId id="483" r:id="rId223"/>
    <p:sldId id="484" r:id="rId224"/>
    <p:sldId id="485" r:id="rId225"/>
    <p:sldId id="462" r:id="rId226"/>
    <p:sldId id="486" r:id="rId227"/>
    <p:sldId id="463" r:id="rId228"/>
    <p:sldId id="487" r:id="rId229"/>
    <p:sldId id="488" r:id="rId230"/>
    <p:sldId id="489" r:id="rId231"/>
    <p:sldId id="490" r:id="rId232"/>
    <p:sldId id="464" r:id="rId233"/>
    <p:sldId id="491" r:id="rId234"/>
    <p:sldId id="492" r:id="rId235"/>
    <p:sldId id="465" r:id="rId236"/>
    <p:sldId id="493" r:id="rId237"/>
    <p:sldId id="466" r:id="rId238"/>
    <p:sldId id="494" r:id="rId239"/>
    <p:sldId id="467" r:id="rId240"/>
    <p:sldId id="495" r:id="rId241"/>
    <p:sldId id="496" r:id="rId242"/>
    <p:sldId id="497" r:id="rId243"/>
    <p:sldId id="498" r:id="rId244"/>
    <p:sldId id="468" r:id="rId245"/>
    <p:sldId id="499" r:id="rId246"/>
    <p:sldId id="469" r:id="rId2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79" autoAdjust="0"/>
    <p:restoredTop sz="94660"/>
  </p:normalViewPr>
  <p:slideViewPr>
    <p:cSldViewPr snapToGrid="0">
      <p:cViewPr varScale="1">
        <p:scale>
          <a:sx n="52" d="100"/>
          <a:sy n="52" d="100"/>
        </p:scale>
        <p:origin x="82" y="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presProps" Target="pres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viewProps" Target="viewProps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theme" Target="theme/theme1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tableStyles" Target="tableStyle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microsoft.com/office/2016/11/relationships/changesInfo" Target="changesInfos/changesInfo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08-21T21:50:14.226" v="5988" actId="1076"/>
      <pc:docMkLst>
        <pc:docMk/>
      </pc:docMkLst>
      <pc:sldChg chg="modSp new">
        <pc:chgData name="Francesco Bellotti" userId="f453232b-f87d-4756-9d8b-c09bc835cc42" providerId="ADAL" clId="{C7FEA3FA-4936-41E1-B7FA-CA082069F7F7}" dt="2026-08-16T22:19:22.483" v="1"/>
        <pc:sldMkLst>
          <pc:docMk/>
          <pc:sldMk cId="783246927" sldId="256"/>
        </pc:sldMkLst>
        <pc:spChg chg="mod">
          <ac:chgData name="Francesco Bellotti" userId="f453232b-f87d-4756-9d8b-c09bc835cc42" providerId="ADAL" clId="{C7FEA3FA-4936-41E1-B7FA-CA082069F7F7}" dt="2026-08-16T22:19:22.483" v="1"/>
          <ac:spMkLst>
            <pc:docMk/>
            <pc:sldMk cId="783246927" sldId="256"/>
            <ac:spMk id="2" creationId="{21831838-57B7-AE67-BA9E-3B0B7A9312B6}"/>
          </ac:spMkLst>
        </pc:spChg>
        <pc:spChg chg="mod">
          <ac:chgData name="Francesco Bellotti" userId="f453232b-f87d-4756-9d8b-c09bc835cc42" providerId="ADAL" clId="{C7FEA3FA-4936-41E1-B7FA-CA082069F7F7}" dt="2026-08-16T22:19:22.483" v="1"/>
          <ac:spMkLst>
            <pc:docMk/>
            <pc:sldMk cId="783246927" sldId="256"/>
            <ac:spMk id="3" creationId="{E30CCA44-2BC9-4454-F8D7-D7FC5338B019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8T07:14:30.605" v="95" actId="113"/>
        <pc:sldMkLst>
          <pc:docMk/>
          <pc:sldMk cId="0" sldId="257"/>
        </pc:sldMkLst>
        <pc:spChg chg="mod">
          <ac:chgData name="Francesco Bellotti" userId="f453232b-f87d-4756-9d8b-c09bc835cc42" providerId="ADAL" clId="{C7FEA3FA-4936-41E1-B7FA-CA082069F7F7}" dt="2026-08-18T07:14:30.605" v="95" actId="113"/>
          <ac:spMkLst>
            <pc:docMk/>
            <pc:sldMk cId="0" sldId="257"/>
            <ac:spMk id="58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8T07:16:05.481" v="137" actId="20577"/>
        <pc:sldMkLst>
          <pc:docMk/>
          <pc:sldMk cId="0" sldId="258"/>
        </pc:sldMkLst>
        <pc:spChg chg="mod">
          <ac:chgData name="Francesco Bellotti" userId="f453232b-f87d-4756-9d8b-c09bc835cc42" providerId="ADAL" clId="{C7FEA3FA-4936-41E1-B7FA-CA082069F7F7}" dt="2026-08-18T07:16:05.481" v="137" actId="20577"/>
          <ac:spMkLst>
            <pc:docMk/>
            <pc:sldMk cId="0" sldId="258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44" v="3" actId="27636"/>
          <ac:spMkLst>
            <pc:docMk/>
            <pc:sldMk cId="0" sldId="258"/>
            <ac:spMk id="16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44" v="4" actId="27636"/>
          <ac:spMkLst>
            <pc:docMk/>
            <pc:sldMk cId="0" sldId="258"/>
            <ac:spMk id="165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2:19:47.660" v="7" actId="27636"/>
        <pc:sldMkLst>
          <pc:docMk/>
          <pc:sldMk cId="0" sldId="259"/>
        </pc:sldMkLst>
        <pc:spChg chg="mod">
          <ac:chgData name="Francesco Bellotti" userId="f453232b-f87d-4756-9d8b-c09bc835cc42" providerId="ADAL" clId="{C7FEA3FA-4936-41E1-B7FA-CA082069F7F7}" dt="2026-08-16T22:19:47.644" v="5" actId="2763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44" v="6" actId="2763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60" v="7" actId="27636"/>
          <ac:spMkLst>
            <pc:docMk/>
            <pc:sldMk cId="0" sldId="259"/>
            <ac:spMk id="27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8T08:26:36.361" v="166" actId="1076"/>
        <pc:sldMkLst>
          <pc:docMk/>
          <pc:sldMk cId="0" sldId="260"/>
        </pc:sldMkLst>
        <pc:spChg chg="mod">
          <ac:chgData name="Francesco Bellotti" userId="f453232b-f87d-4756-9d8b-c09bc835cc42" providerId="ADAL" clId="{C7FEA3FA-4936-41E1-B7FA-CA082069F7F7}" dt="2026-08-18T08:26:29.502" v="165" actId="1076"/>
          <ac:spMkLst>
            <pc:docMk/>
            <pc:sldMk cId="0" sldId="260"/>
            <ac:spMk id="14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08:26:36.361" v="166" actId="1076"/>
          <ac:spMkLst>
            <pc:docMk/>
            <pc:sldMk cId="0" sldId="260"/>
            <ac:spMk id="15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08:26:09.913" v="164" actId="1076"/>
          <ac:spMkLst>
            <pc:docMk/>
            <pc:sldMk cId="0" sldId="260"/>
            <ac:spMk id="171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16T22:19:47.484" v="2"/>
        <pc:sldMkLst>
          <pc:docMk/>
          <pc:sldMk cId="0" sldId="261"/>
        </pc:sldMkLst>
      </pc:sldChg>
      <pc:sldChg chg="addSp modSp add mod setBg">
        <pc:chgData name="Francesco Bellotti" userId="f453232b-f87d-4756-9d8b-c09bc835cc42" providerId="ADAL" clId="{C7FEA3FA-4936-41E1-B7FA-CA082069F7F7}" dt="2026-08-18T09:16:23.246" v="439" actId="113"/>
        <pc:sldMkLst>
          <pc:docMk/>
          <pc:sldMk cId="0" sldId="262"/>
        </pc:sldMkLst>
        <pc:spChg chg="mod">
          <ac:chgData name="Francesco Bellotti" userId="f453232b-f87d-4756-9d8b-c09bc835cc42" providerId="ADAL" clId="{C7FEA3FA-4936-41E1-B7FA-CA082069F7F7}" dt="2026-08-18T09:16:23.246" v="439" actId="113"/>
          <ac:spMkLst>
            <pc:docMk/>
            <pc:sldMk cId="0" sldId="262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09:15:16.846" v="302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09:15:15.187" v="298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09:15:16.438" v="301" actId="14100"/>
          <ac:spMkLst>
            <pc:docMk/>
            <pc:sldMk cId="0" sldId="262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09:15:17.469" v="303" actId="1076"/>
          <ac:spMkLst>
            <pc:docMk/>
            <pc:sldMk cId="0" sldId="262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09:14:49.082" v="295" actId="1076"/>
          <ac:spMkLst>
            <pc:docMk/>
            <pc:sldMk cId="0" sldId="262"/>
            <ac:spMk id="38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8T09:16:13.951" v="438" actId="113"/>
          <ac:spMkLst>
            <pc:docMk/>
            <pc:sldMk cId="0" sldId="262"/>
            <ac:spMk id="67" creationId="{F483DCC1-EA1C-7D2F-AA63-CA318E5A9454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6T22:19:47.661" v="10" actId="27636"/>
        <pc:sldMkLst>
          <pc:docMk/>
          <pc:sldMk cId="0" sldId="263"/>
        </pc:sldMkLst>
        <pc:spChg chg="mod">
          <ac:chgData name="Francesco Bellotti" userId="f453232b-f87d-4756-9d8b-c09bc835cc42" providerId="ADAL" clId="{C7FEA3FA-4936-41E1-B7FA-CA082069F7F7}" dt="2026-08-16T22:19:47.661" v="10" actId="2763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61" v="9" actId="27636"/>
          <ac:spMkLst>
            <pc:docMk/>
            <pc:sldMk cId="0" sldId="263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61" v="8" actId="27636"/>
          <ac:spMkLst>
            <pc:docMk/>
            <pc:sldMk cId="0" sldId="263"/>
            <ac:spMk id="28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8T22:59:48.715" v="611" actId="20577"/>
        <pc:sldMkLst>
          <pc:docMk/>
          <pc:sldMk cId="0" sldId="264"/>
        </pc:sldMkLst>
        <pc:spChg chg="mod">
          <ac:chgData name="Francesco Bellotti" userId="f453232b-f87d-4756-9d8b-c09bc835cc42" providerId="ADAL" clId="{C7FEA3FA-4936-41E1-B7FA-CA082069F7F7}" dt="2026-08-18T22:59:48.715" v="611" actId="20577"/>
          <ac:spMkLst>
            <pc:docMk/>
            <pc:sldMk cId="0" sldId="264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84" v="11" actId="27636"/>
          <ac:spMkLst>
            <pc:docMk/>
            <pc:sldMk cId="0" sldId="264"/>
            <ac:spMk id="45" creationId="{00000000-0000-0000-0000-000000000000}"/>
          </ac:spMkLst>
        </pc:spChg>
      </pc:sldChg>
      <pc:sldChg chg="addSp delSp modSp add mod setBg">
        <pc:chgData name="Francesco Bellotti" userId="f453232b-f87d-4756-9d8b-c09bc835cc42" providerId="ADAL" clId="{C7FEA3FA-4936-41E1-B7FA-CA082069F7F7}" dt="2026-08-18T23:01:57.438" v="633" actId="478"/>
        <pc:sldMkLst>
          <pc:docMk/>
          <pc:sldMk cId="0" sldId="265"/>
        </pc:sldMkLst>
        <pc:spChg chg="mod">
          <ac:chgData name="Francesco Bellotti" userId="f453232b-f87d-4756-9d8b-c09bc835cc42" providerId="ADAL" clId="{C7FEA3FA-4936-41E1-B7FA-CA082069F7F7}" dt="2026-08-16T22:19:47.692" v="12" actId="27636"/>
          <ac:spMkLst>
            <pc:docMk/>
            <pc:sldMk cId="0" sldId="265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20" actId="27636"/>
          <ac:spMkLst>
            <pc:docMk/>
            <pc:sldMk cId="0" sldId="265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18" actId="27636"/>
          <ac:spMkLst>
            <pc:docMk/>
            <pc:sldMk cId="0" sldId="265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23:01:54.919" v="632" actId="14100"/>
          <ac:spMkLst>
            <pc:docMk/>
            <pc:sldMk cId="0" sldId="265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15" actId="27636"/>
          <ac:spMkLst>
            <pc:docMk/>
            <pc:sldMk cId="0" sldId="265"/>
            <ac:spMk id="1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19" actId="27636"/>
          <ac:spMkLst>
            <pc:docMk/>
            <pc:sldMk cId="0" sldId="265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17" actId="27636"/>
          <ac:spMkLst>
            <pc:docMk/>
            <pc:sldMk cId="0" sldId="265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08" v="21" actId="27636"/>
          <ac:spMkLst>
            <pc:docMk/>
            <pc:sldMk cId="0" sldId="265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16" actId="27636"/>
          <ac:spMkLst>
            <pc:docMk/>
            <pc:sldMk cId="0" sldId="265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13" actId="27636"/>
          <ac:spMkLst>
            <pc:docMk/>
            <pc:sldMk cId="0" sldId="265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692" v="14" actId="27636"/>
          <ac:spMkLst>
            <pc:docMk/>
            <pc:sldMk cId="0" sldId="265"/>
            <ac:spMk id="32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18T23:01:51.365" v="631" actId="14100"/>
          <ac:spMkLst>
            <pc:docMk/>
            <pc:sldMk cId="0" sldId="265"/>
            <ac:spMk id="36" creationId="{AD70B016-B408-CD91-FF72-3345F561FBF5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18T23:07:11.645" v="677" actId="113"/>
        <pc:sldMkLst>
          <pc:docMk/>
          <pc:sldMk cId="0" sldId="266"/>
        </pc:sldMkLst>
        <pc:spChg chg="mod">
          <ac:chgData name="Francesco Bellotti" userId="f453232b-f87d-4756-9d8b-c09bc835cc42" providerId="ADAL" clId="{C7FEA3FA-4936-41E1-B7FA-CA082069F7F7}" dt="2026-08-16T22:19:47.708" v="24" actId="27636"/>
          <ac:spMkLst>
            <pc:docMk/>
            <pc:sldMk cId="0" sldId="266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08" v="22" actId="2763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08" v="25" actId="2763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08" v="23" actId="27636"/>
          <ac:spMkLst>
            <pc:docMk/>
            <pc:sldMk cId="0" sldId="266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23:07:11.645" v="677" actId="113"/>
          <ac:spMkLst>
            <pc:docMk/>
            <pc:sldMk cId="0" sldId="266"/>
            <ac:spMk id="21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20T18:07:34.155" v="2707" actId="11529"/>
        <pc:sldMkLst>
          <pc:docMk/>
          <pc:sldMk cId="0" sldId="267"/>
        </pc:sldMkLst>
        <pc:spChg chg="mod">
          <ac:chgData name="Francesco Bellotti" userId="f453232b-f87d-4756-9d8b-c09bc835cc42" providerId="ADAL" clId="{C7FEA3FA-4936-41E1-B7FA-CA082069F7F7}" dt="2026-08-20T18:06:27.368" v="2645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8:07:12.262" v="2703" actId="20577"/>
          <ac:spMkLst>
            <pc:docMk/>
            <pc:sldMk cId="0" sldId="267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8:06:38.468" v="2658" actId="20577"/>
          <ac:spMkLst>
            <pc:docMk/>
            <pc:sldMk cId="0" sldId="267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24" v="27" actId="27636"/>
          <ac:spMkLst>
            <pc:docMk/>
            <pc:sldMk cId="0" sldId="267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24" v="26" actId="27636"/>
          <ac:spMkLst>
            <pc:docMk/>
            <pc:sldMk cId="0" sldId="267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8T23:10:28.473" v="723" actId="13926"/>
          <ac:spMkLst>
            <pc:docMk/>
            <pc:sldMk cId="0" sldId="267"/>
            <ac:spMk id="41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20T18:07:26.047" v="2706" actId="1076"/>
          <ac:spMkLst>
            <pc:docMk/>
            <pc:sldMk cId="0" sldId="267"/>
            <ac:spMk id="42" creationId="{F4C110F8-3C5C-A602-14E1-B361B49238C3}"/>
          </ac:spMkLst>
        </pc:spChg>
        <pc:cxnChg chg="add mod">
          <ac:chgData name="Francesco Bellotti" userId="f453232b-f87d-4756-9d8b-c09bc835cc42" providerId="ADAL" clId="{C7FEA3FA-4936-41E1-B7FA-CA082069F7F7}" dt="2026-08-20T18:07:22.176" v="2705" actId="14100"/>
          <ac:cxnSpMkLst>
            <pc:docMk/>
            <pc:sldMk cId="0" sldId="267"/>
            <ac:cxnSpMk id="44" creationId="{707A25DA-1983-3850-818E-FB0CBA073141}"/>
          </ac:cxnSpMkLst>
        </pc:cxnChg>
        <pc:cxnChg chg="add">
          <ac:chgData name="Francesco Bellotti" userId="f453232b-f87d-4756-9d8b-c09bc835cc42" providerId="ADAL" clId="{C7FEA3FA-4936-41E1-B7FA-CA082069F7F7}" dt="2026-08-20T18:07:34.155" v="2707" actId="11529"/>
          <ac:cxnSpMkLst>
            <pc:docMk/>
            <pc:sldMk cId="0" sldId="267"/>
            <ac:cxnSpMk id="47" creationId="{68C2E91F-03CF-9A91-21F2-43D389D200C5}"/>
          </ac:cxnSpMkLst>
        </pc:cxnChg>
      </pc:sldChg>
      <pc:sldChg chg="modSp add mod setBg">
        <pc:chgData name="Francesco Bellotti" userId="f453232b-f87d-4756-9d8b-c09bc835cc42" providerId="ADAL" clId="{C7FEA3FA-4936-41E1-B7FA-CA082069F7F7}" dt="2026-08-16T22:19:47.740" v="31" actId="27636"/>
        <pc:sldMkLst>
          <pc:docMk/>
          <pc:sldMk cId="0" sldId="268"/>
        </pc:sldMkLst>
        <pc:spChg chg="mod">
          <ac:chgData name="Francesco Bellotti" userId="f453232b-f87d-4756-9d8b-c09bc835cc42" providerId="ADAL" clId="{C7FEA3FA-4936-41E1-B7FA-CA082069F7F7}" dt="2026-08-16T22:19:47.724" v="29" actId="2763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40" v="31" actId="27636"/>
          <ac:spMkLst>
            <pc:docMk/>
            <pc:sldMk cId="0" sldId="268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40" v="30" actId="27636"/>
          <ac:spMkLst>
            <pc:docMk/>
            <pc:sldMk cId="0" sldId="268"/>
            <ac:spMk id="16" creationId="{00000000-0000-0000-0000-000000000000}"/>
          </ac:spMkLst>
        </pc:spChg>
      </pc:sldChg>
      <pc:sldChg chg="delSp modSp add mod setBg">
        <pc:chgData name="Francesco Bellotti" userId="f453232b-f87d-4756-9d8b-c09bc835cc42" providerId="ADAL" clId="{C7FEA3FA-4936-41E1-B7FA-CA082069F7F7}" dt="2026-08-20T18:07:41.282" v="2713" actId="20577"/>
        <pc:sldMkLst>
          <pc:docMk/>
          <pc:sldMk cId="0" sldId="269"/>
        </pc:sldMkLst>
        <pc:spChg chg="mod">
          <ac:chgData name="Francesco Bellotti" userId="f453232b-f87d-4756-9d8b-c09bc835cc42" providerId="ADAL" clId="{C7FEA3FA-4936-41E1-B7FA-CA082069F7F7}" dt="2026-08-20T18:07:41.282" v="2713" actId="20577"/>
          <ac:spMkLst>
            <pc:docMk/>
            <pc:sldMk cId="0" sldId="269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40" v="33" actId="27636"/>
          <ac:spMkLst>
            <pc:docMk/>
            <pc:sldMk cId="0" sldId="269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40" v="34" actId="27636"/>
          <ac:spMkLst>
            <pc:docMk/>
            <pc:sldMk cId="0" sldId="269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40" v="32" actId="27636"/>
          <ac:spMkLst>
            <pc:docMk/>
            <pc:sldMk cId="0" sldId="269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6T22:19:47.754" v="35" actId="27636"/>
          <ac:spMkLst>
            <pc:docMk/>
            <pc:sldMk cId="0" sldId="269"/>
            <ac:spMk id="25" creationId="{00000000-0000-0000-0000-000000000000}"/>
          </ac:spMkLst>
        </pc:spChg>
      </pc:sldChg>
      <pc:sldChg chg="modSp new mod">
        <pc:chgData name="Francesco Bellotti" userId="f453232b-f87d-4756-9d8b-c09bc835cc42" providerId="ADAL" clId="{C7FEA3FA-4936-41E1-B7FA-CA082069F7F7}" dt="2026-08-21T15:23:18.942" v="4732" actId="27636"/>
        <pc:sldMkLst>
          <pc:docMk/>
          <pc:sldMk cId="3327814744" sldId="270"/>
        </pc:sldMkLst>
        <pc:spChg chg="mod">
          <ac:chgData name="Francesco Bellotti" userId="f453232b-f87d-4756-9d8b-c09bc835cc42" providerId="ADAL" clId="{C7FEA3FA-4936-41E1-B7FA-CA082069F7F7}" dt="2026-08-16T22:20:07.514" v="64" actId="20577"/>
          <ac:spMkLst>
            <pc:docMk/>
            <pc:sldMk cId="3327814744" sldId="270"/>
            <ac:spMk id="2" creationId="{0FF37F91-6C0F-5F8B-4D3E-ABFBA41E3C7A}"/>
          </ac:spMkLst>
        </pc:spChg>
        <pc:spChg chg="mod">
          <ac:chgData name="Francesco Bellotti" userId="f453232b-f87d-4756-9d8b-c09bc835cc42" providerId="ADAL" clId="{C7FEA3FA-4936-41E1-B7FA-CA082069F7F7}" dt="2026-08-21T15:23:18.942" v="4732" actId="27636"/>
          <ac:spMkLst>
            <pc:docMk/>
            <pc:sldMk cId="3327814744" sldId="270"/>
            <ac:spMk id="3" creationId="{9E84D4A5-3E7C-B1F0-7017-26077ABFCDC6}"/>
          </ac:spMkLst>
        </pc:spChg>
      </pc:sldChg>
      <pc:sldChg chg="modSp new mod">
        <pc:chgData name="Francesco Bellotti" userId="f453232b-f87d-4756-9d8b-c09bc835cc42" providerId="ADAL" clId="{C7FEA3FA-4936-41E1-B7FA-CA082069F7F7}" dt="2026-08-18T07:13:57.900" v="94" actId="113"/>
        <pc:sldMkLst>
          <pc:docMk/>
          <pc:sldMk cId="238951223" sldId="271"/>
        </pc:sldMkLst>
        <pc:spChg chg="mod">
          <ac:chgData name="Francesco Bellotti" userId="f453232b-f87d-4756-9d8b-c09bc835cc42" providerId="ADAL" clId="{C7FEA3FA-4936-41E1-B7FA-CA082069F7F7}" dt="2026-08-18T07:12:10.778" v="67"/>
          <ac:spMkLst>
            <pc:docMk/>
            <pc:sldMk cId="238951223" sldId="271"/>
            <ac:spMk id="2" creationId="{B2BA0FD2-A8BC-6F88-5C41-E0053A042EC5}"/>
          </ac:spMkLst>
        </pc:spChg>
        <pc:spChg chg="mod">
          <ac:chgData name="Francesco Bellotti" userId="f453232b-f87d-4756-9d8b-c09bc835cc42" providerId="ADAL" clId="{C7FEA3FA-4936-41E1-B7FA-CA082069F7F7}" dt="2026-08-18T07:13:57.900" v="94" actId="113"/>
          <ac:spMkLst>
            <pc:docMk/>
            <pc:sldMk cId="238951223" sldId="271"/>
            <ac:spMk id="3" creationId="{9509E53A-0A97-321A-9F04-636041CEF07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07:15:51.480" v="127" actId="113"/>
        <pc:sldMkLst>
          <pc:docMk/>
          <pc:sldMk cId="2061767175" sldId="272"/>
        </pc:sldMkLst>
        <pc:spChg chg="mod ord">
          <ac:chgData name="Francesco Bellotti" userId="f453232b-f87d-4756-9d8b-c09bc835cc42" providerId="ADAL" clId="{C7FEA3FA-4936-41E1-B7FA-CA082069F7F7}" dt="2026-08-18T07:14:52.350" v="100" actId="700"/>
          <ac:spMkLst>
            <pc:docMk/>
            <pc:sldMk cId="2061767175" sldId="272"/>
            <ac:spMk id="2" creationId="{5C3213A7-4314-21E3-914E-AB55A111E500}"/>
          </ac:spMkLst>
        </pc:spChg>
        <pc:spChg chg="mod ord">
          <ac:chgData name="Francesco Bellotti" userId="f453232b-f87d-4756-9d8b-c09bc835cc42" providerId="ADAL" clId="{C7FEA3FA-4936-41E1-B7FA-CA082069F7F7}" dt="2026-08-18T07:15:46.775" v="125" actId="27636"/>
          <ac:spMkLst>
            <pc:docMk/>
            <pc:sldMk cId="2061767175" sldId="272"/>
            <ac:spMk id="3" creationId="{16F82879-60BE-0C1B-4DB6-91CAECE5D9FE}"/>
          </ac:spMkLst>
        </pc:spChg>
        <pc:spChg chg="add mod ord">
          <ac:chgData name="Francesco Bellotti" userId="f453232b-f87d-4756-9d8b-c09bc835cc42" providerId="ADAL" clId="{C7FEA3FA-4936-41E1-B7FA-CA082069F7F7}" dt="2026-08-18T07:15:51.480" v="127" actId="113"/>
          <ac:spMkLst>
            <pc:docMk/>
            <pc:sldMk cId="2061767175" sldId="272"/>
            <ac:spMk id="4" creationId="{5F6F4B99-5CDB-6818-559F-C35CAC56C14C}"/>
          </ac:spMkLst>
        </pc:spChg>
      </pc:sldChg>
      <pc:sldChg chg="modSp new mod">
        <pc:chgData name="Francesco Bellotti" userId="f453232b-f87d-4756-9d8b-c09bc835cc42" providerId="ADAL" clId="{C7FEA3FA-4936-41E1-B7FA-CA082069F7F7}" dt="2026-08-18T07:17:10.220" v="153" actId="113"/>
        <pc:sldMkLst>
          <pc:docMk/>
          <pc:sldMk cId="2683559224" sldId="273"/>
        </pc:sldMkLst>
        <pc:spChg chg="mod">
          <ac:chgData name="Francesco Bellotti" userId="f453232b-f87d-4756-9d8b-c09bc835cc42" providerId="ADAL" clId="{C7FEA3FA-4936-41E1-B7FA-CA082069F7F7}" dt="2026-08-18T07:16:31.874" v="141"/>
          <ac:spMkLst>
            <pc:docMk/>
            <pc:sldMk cId="2683559224" sldId="273"/>
            <ac:spMk id="2" creationId="{F26C1307-6471-BABF-920D-5157E97D05E7}"/>
          </ac:spMkLst>
        </pc:spChg>
        <pc:spChg chg="mod">
          <ac:chgData name="Francesco Bellotti" userId="f453232b-f87d-4756-9d8b-c09bc835cc42" providerId="ADAL" clId="{C7FEA3FA-4936-41E1-B7FA-CA082069F7F7}" dt="2026-08-18T07:17:10.220" v="153" actId="113"/>
          <ac:spMkLst>
            <pc:docMk/>
            <pc:sldMk cId="2683559224" sldId="273"/>
            <ac:spMk id="3" creationId="{7B9E44AE-D500-C92E-219D-FF69C95EA4A0}"/>
          </ac:spMkLst>
        </pc:spChg>
      </pc:sldChg>
      <pc:sldChg chg="modSp add mod">
        <pc:chgData name="Francesco Bellotti" userId="f453232b-f87d-4756-9d8b-c09bc835cc42" providerId="ADAL" clId="{C7FEA3FA-4936-41E1-B7FA-CA082069F7F7}" dt="2026-08-18T07:17:36.239" v="158" actId="15"/>
        <pc:sldMkLst>
          <pc:docMk/>
          <pc:sldMk cId="2790023836" sldId="274"/>
        </pc:sldMkLst>
        <pc:spChg chg="mod">
          <ac:chgData name="Francesco Bellotti" userId="f453232b-f87d-4756-9d8b-c09bc835cc42" providerId="ADAL" clId="{C7FEA3FA-4936-41E1-B7FA-CA082069F7F7}" dt="2026-08-18T07:17:36.239" v="158" actId="15"/>
          <ac:spMkLst>
            <pc:docMk/>
            <pc:sldMk cId="2790023836" sldId="274"/>
            <ac:spMk id="3" creationId="{1E6E3625-16D8-DE90-D15F-2317F53703D1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08:27:06.456" v="173" actId="27636"/>
        <pc:sldMkLst>
          <pc:docMk/>
          <pc:sldMk cId="928543162" sldId="275"/>
        </pc:sldMkLst>
        <pc:spChg chg="add mod">
          <ac:chgData name="Francesco Bellotti" userId="f453232b-f87d-4756-9d8b-c09bc835cc42" providerId="ADAL" clId="{C7FEA3FA-4936-41E1-B7FA-CA082069F7F7}" dt="2026-08-18T08:25:39.900" v="161"/>
          <ac:spMkLst>
            <pc:docMk/>
            <pc:sldMk cId="928543162" sldId="275"/>
            <ac:spMk id="2" creationId="{87ACC3DA-0219-BFC6-0AA5-7029103DD8C3}"/>
          </ac:spMkLst>
        </pc:spChg>
        <pc:spChg chg="add mod">
          <ac:chgData name="Francesco Bellotti" userId="f453232b-f87d-4756-9d8b-c09bc835cc42" providerId="ADAL" clId="{C7FEA3FA-4936-41E1-B7FA-CA082069F7F7}" dt="2026-08-18T08:27:06.456" v="173" actId="27636"/>
          <ac:spMkLst>
            <pc:docMk/>
            <pc:sldMk cId="928543162" sldId="275"/>
            <ac:spMk id="3" creationId="{631DEF20-B204-97B0-CD1F-EDC48FDC12A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08:31:48.128" v="234" actId="113"/>
        <pc:sldMkLst>
          <pc:docMk/>
          <pc:sldMk cId="2378045634" sldId="276"/>
        </pc:sldMkLst>
        <pc:spChg chg="mod ord">
          <ac:chgData name="Francesco Bellotti" userId="f453232b-f87d-4756-9d8b-c09bc835cc42" providerId="ADAL" clId="{C7FEA3FA-4936-41E1-B7FA-CA082069F7F7}" dt="2026-08-18T08:29:28.461" v="180" actId="700"/>
          <ac:spMkLst>
            <pc:docMk/>
            <pc:sldMk cId="2378045634" sldId="276"/>
            <ac:spMk id="2" creationId="{D4D1E90E-B390-FAB0-40E8-C34A0E47D114}"/>
          </ac:spMkLst>
        </pc:spChg>
        <pc:spChg chg="mod ord">
          <ac:chgData name="Francesco Bellotti" userId="f453232b-f87d-4756-9d8b-c09bc835cc42" providerId="ADAL" clId="{C7FEA3FA-4936-41E1-B7FA-CA082069F7F7}" dt="2026-08-18T08:31:33.514" v="231" actId="14100"/>
          <ac:spMkLst>
            <pc:docMk/>
            <pc:sldMk cId="2378045634" sldId="276"/>
            <ac:spMk id="3" creationId="{AF8E06A2-B9DE-61F4-244F-3E7801FCE8E3}"/>
          </ac:spMkLst>
        </pc:spChg>
        <pc:spChg chg="add mod ord">
          <ac:chgData name="Francesco Bellotti" userId="f453232b-f87d-4756-9d8b-c09bc835cc42" providerId="ADAL" clId="{C7FEA3FA-4936-41E1-B7FA-CA082069F7F7}" dt="2026-08-18T08:31:29.871" v="230" actId="1076"/>
          <ac:spMkLst>
            <pc:docMk/>
            <pc:sldMk cId="2378045634" sldId="276"/>
            <ac:spMk id="4" creationId="{93AAE7E6-090C-FA9D-1EF4-6657436A3CAD}"/>
          </ac:spMkLst>
        </pc:spChg>
        <pc:spChg chg="add mod">
          <ac:chgData name="Francesco Bellotti" userId="f453232b-f87d-4756-9d8b-c09bc835cc42" providerId="ADAL" clId="{C7FEA3FA-4936-41E1-B7FA-CA082069F7F7}" dt="2026-08-18T08:31:48.128" v="234" actId="113"/>
          <ac:spMkLst>
            <pc:docMk/>
            <pc:sldMk cId="2378045634" sldId="276"/>
            <ac:spMk id="6" creationId="{B4E08D43-C142-5009-8651-E47E94D3BB8F}"/>
          </ac:spMkLst>
        </pc:spChg>
      </pc:sldChg>
      <pc:sldChg chg="modSp new">
        <pc:chgData name="Francesco Bellotti" userId="f453232b-f87d-4756-9d8b-c09bc835cc42" providerId="ADAL" clId="{C7FEA3FA-4936-41E1-B7FA-CA082069F7F7}" dt="2026-08-18T09:11:34.967" v="236"/>
        <pc:sldMkLst>
          <pc:docMk/>
          <pc:sldMk cId="2844719024" sldId="277"/>
        </pc:sldMkLst>
        <pc:spChg chg="mod">
          <ac:chgData name="Francesco Bellotti" userId="f453232b-f87d-4756-9d8b-c09bc835cc42" providerId="ADAL" clId="{C7FEA3FA-4936-41E1-B7FA-CA082069F7F7}" dt="2026-08-18T09:11:34.967" v="236"/>
          <ac:spMkLst>
            <pc:docMk/>
            <pc:sldMk cId="2844719024" sldId="277"/>
            <ac:spMk id="2" creationId="{60643FF7-FE7D-D7C6-998C-61F49542184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09:14:12.502" v="287" actId="113"/>
        <pc:sldMkLst>
          <pc:docMk/>
          <pc:sldMk cId="582652260" sldId="278"/>
        </pc:sldMkLst>
        <pc:spChg chg="mod ord">
          <ac:chgData name="Francesco Bellotti" userId="f453232b-f87d-4756-9d8b-c09bc835cc42" providerId="ADAL" clId="{C7FEA3FA-4936-41E1-B7FA-CA082069F7F7}" dt="2026-08-18T09:13:14.236" v="254" actId="700"/>
          <ac:spMkLst>
            <pc:docMk/>
            <pc:sldMk cId="582652260" sldId="278"/>
            <ac:spMk id="2" creationId="{AA4D1E81-C74D-7AB3-8B07-F9BCA5DCC5D1}"/>
          </ac:spMkLst>
        </pc:spChg>
        <pc:spChg chg="mod ord">
          <ac:chgData name="Francesco Bellotti" userId="f453232b-f87d-4756-9d8b-c09bc835cc42" providerId="ADAL" clId="{C7FEA3FA-4936-41E1-B7FA-CA082069F7F7}" dt="2026-08-18T09:13:58.809" v="283" actId="27636"/>
          <ac:spMkLst>
            <pc:docMk/>
            <pc:sldMk cId="582652260" sldId="278"/>
            <ac:spMk id="3" creationId="{6849B969-9CBC-AF58-F033-50245EFD176C}"/>
          </ac:spMkLst>
        </pc:spChg>
        <pc:spChg chg="add mod ord">
          <ac:chgData name="Francesco Bellotti" userId="f453232b-f87d-4756-9d8b-c09bc835cc42" providerId="ADAL" clId="{C7FEA3FA-4936-41E1-B7FA-CA082069F7F7}" dt="2026-08-18T09:14:12.502" v="287" actId="113"/>
          <ac:spMkLst>
            <pc:docMk/>
            <pc:sldMk cId="582652260" sldId="278"/>
            <ac:spMk id="4" creationId="{C69980AA-D55B-88A0-E72F-1CCAC9EF0991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09:17:00.202" v="448" actId="15"/>
        <pc:sldMkLst>
          <pc:docMk/>
          <pc:sldMk cId="21637793" sldId="279"/>
        </pc:sldMkLst>
        <pc:spChg chg="add mod">
          <ac:chgData name="Francesco Bellotti" userId="f453232b-f87d-4756-9d8b-c09bc835cc42" providerId="ADAL" clId="{C7FEA3FA-4936-41E1-B7FA-CA082069F7F7}" dt="2026-08-18T09:12:25.606" v="245"/>
          <ac:spMkLst>
            <pc:docMk/>
            <pc:sldMk cId="21637793" sldId="279"/>
            <ac:spMk id="2" creationId="{5B62D763-9AE9-933F-7B86-B2DBB27CDF41}"/>
          </ac:spMkLst>
        </pc:spChg>
        <pc:spChg chg="add mod">
          <ac:chgData name="Francesco Bellotti" userId="f453232b-f87d-4756-9d8b-c09bc835cc42" providerId="ADAL" clId="{C7FEA3FA-4936-41E1-B7FA-CA082069F7F7}" dt="2026-08-18T09:17:00.202" v="448" actId="15"/>
          <ac:spMkLst>
            <pc:docMk/>
            <pc:sldMk cId="21637793" sldId="279"/>
            <ac:spMk id="3" creationId="{DD2546D6-2783-E9C9-E52F-AE423C8AC439}"/>
          </ac:spMkLst>
        </pc:spChg>
      </pc:sldChg>
      <pc:sldChg chg="modSp new mod">
        <pc:chgData name="Francesco Bellotti" userId="f453232b-f87d-4756-9d8b-c09bc835cc42" providerId="ADAL" clId="{C7FEA3FA-4936-41E1-B7FA-CA082069F7F7}" dt="2026-08-18T09:19:51.188" v="513" actId="20577"/>
        <pc:sldMkLst>
          <pc:docMk/>
          <pc:sldMk cId="3687978474" sldId="280"/>
        </pc:sldMkLst>
        <pc:spChg chg="mod">
          <ac:chgData name="Francesco Bellotti" userId="f453232b-f87d-4756-9d8b-c09bc835cc42" providerId="ADAL" clId="{C7FEA3FA-4936-41E1-B7FA-CA082069F7F7}" dt="2026-08-18T09:12:47.140" v="249"/>
          <ac:spMkLst>
            <pc:docMk/>
            <pc:sldMk cId="3687978474" sldId="280"/>
            <ac:spMk id="2" creationId="{AEFAF888-2E7D-34A2-D3C3-F7EFA31CC6C3}"/>
          </ac:spMkLst>
        </pc:spChg>
        <pc:spChg chg="mod">
          <ac:chgData name="Francesco Bellotti" userId="f453232b-f87d-4756-9d8b-c09bc835cc42" providerId="ADAL" clId="{C7FEA3FA-4936-41E1-B7FA-CA082069F7F7}" dt="2026-08-18T09:19:51.188" v="513" actId="20577"/>
          <ac:spMkLst>
            <pc:docMk/>
            <pc:sldMk cId="3687978474" sldId="280"/>
            <ac:spMk id="3" creationId="{F2E9FDD9-3177-497E-2121-D6530F0C1F0A}"/>
          </ac:spMkLst>
        </pc:spChg>
      </pc:sldChg>
      <pc:sldChg chg="modSp new mod">
        <pc:chgData name="Francesco Bellotti" userId="f453232b-f87d-4756-9d8b-c09bc835cc42" providerId="ADAL" clId="{C7FEA3FA-4936-41E1-B7FA-CA082069F7F7}" dt="2026-08-18T09:17:45.656" v="465" actId="113"/>
        <pc:sldMkLst>
          <pc:docMk/>
          <pc:sldMk cId="3096628543" sldId="281"/>
        </pc:sldMkLst>
        <pc:spChg chg="mod">
          <ac:chgData name="Francesco Bellotti" userId="f453232b-f87d-4756-9d8b-c09bc835cc42" providerId="ADAL" clId="{C7FEA3FA-4936-41E1-B7FA-CA082069F7F7}" dt="2026-08-18T09:16:40.361" v="445"/>
          <ac:spMkLst>
            <pc:docMk/>
            <pc:sldMk cId="3096628543" sldId="281"/>
            <ac:spMk id="2" creationId="{22B3D641-5B10-E281-4BB8-ED60C312AB2E}"/>
          </ac:spMkLst>
        </pc:spChg>
        <pc:spChg chg="mod">
          <ac:chgData name="Francesco Bellotti" userId="f453232b-f87d-4756-9d8b-c09bc835cc42" providerId="ADAL" clId="{C7FEA3FA-4936-41E1-B7FA-CA082069F7F7}" dt="2026-08-18T09:17:45.656" v="465" actId="113"/>
          <ac:spMkLst>
            <pc:docMk/>
            <pc:sldMk cId="3096628543" sldId="281"/>
            <ac:spMk id="3" creationId="{E6C54E94-8136-1A1F-CE03-8ED81B8D4DAD}"/>
          </ac:spMkLst>
        </pc:spChg>
      </pc:sldChg>
      <pc:sldChg chg="modSp add mod">
        <pc:chgData name="Francesco Bellotti" userId="f453232b-f87d-4756-9d8b-c09bc835cc42" providerId="ADAL" clId="{C7FEA3FA-4936-41E1-B7FA-CA082069F7F7}" dt="2026-08-18T09:20:35.889" v="544" actId="20577"/>
        <pc:sldMkLst>
          <pc:docMk/>
          <pc:sldMk cId="1154391955" sldId="282"/>
        </pc:sldMkLst>
        <pc:spChg chg="mod">
          <ac:chgData name="Francesco Bellotti" userId="f453232b-f87d-4756-9d8b-c09bc835cc42" providerId="ADAL" clId="{C7FEA3FA-4936-41E1-B7FA-CA082069F7F7}" dt="2026-08-18T09:20:35.889" v="544" actId="20577"/>
          <ac:spMkLst>
            <pc:docMk/>
            <pc:sldMk cId="1154391955" sldId="282"/>
            <ac:spMk id="3" creationId="{3D2AFC7B-D72A-DBE5-65E9-051FFBD1FBC5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22:59:16.178" v="597" actId="20577"/>
        <pc:sldMkLst>
          <pc:docMk/>
          <pc:sldMk cId="1467282175" sldId="283"/>
        </pc:sldMkLst>
        <pc:spChg chg="mod ord">
          <ac:chgData name="Francesco Bellotti" userId="f453232b-f87d-4756-9d8b-c09bc835cc42" providerId="ADAL" clId="{C7FEA3FA-4936-41E1-B7FA-CA082069F7F7}" dt="2026-08-18T22:58:21.556" v="583" actId="700"/>
          <ac:spMkLst>
            <pc:docMk/>
            <pc:sldMk cId="1467282175" sldId="283"/>
            <ac:spMk id="2" creationId="{4B5B7E1D-45D6-E74E-B0D3-5D7486BF4D00}"/>
          </ac:spMkLst>
        </pc:spChg>
        <pc:spChg chg="mod ord">
          <ac:chgData name="Francesco Bellotti" userId="f453232b-f87d-4756-9d8b-c09bc835cc42" providerId="ADAL" clId="{C7FEA3FA-4936-41E1-B7FA-CA082069F7F7}" dt="2026-08-18T22:58:35.605" v="593" actId="27636"/>
          <ac:spMkLst>
            <pc:docMk/>
            <pc:sldMk cId="1467282175" sldId="283"/>
            <ac:spMk id="3" creationId="{08C0EC01-206A-7884-56ED-88C84046456C}"/>
          </ac:spMkLst>
        </pc:spChg>
        <pc:spChg chg="add mod ord">
          <ac:chgData name="Francesco Bellotti" userId="f453232b-f87d-4756-9d8b-c09bc835cc42" providerId="ADAL" clId="{C7FEA3FA-4936-41E1-B7FA-CA082069F7F7}" dt="2026-08-18T22:59:16.178" v="597" actId="20577"/>
          <ac:spMkLst>
            <pc:docMk/>
            <pc:sldMk cId="1467282175" sldId="283"/>
            <ac:spMk id="4" creationId="{0177E793-48EE-D5DF-BB80-BCDD350D1045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23:01:05.833" v="628" actId="15"/>
        <pc:sldMkLst>
          <pc:docMk/>
          <pc:sldMk cId="549060177" sldId="284"/>
        </pc:sldMkLst>
        <pc:spChg chg="mod ord">
          <ac:chgData name="Francesco Bellotti" userId="f453232b-f87d-4756-9d8b-c09bc835cc42" providerId="ADAL" clId="{C7FEA3FA-4936-41E1-B7FA-CA082069F7F7}" dt="2026-08-18T23:00:02.052" v="614" actId="700"/>
          <ac:spMkLst>
            <pc:docMk/>
            <pc:sldMk cId="549060177" sldId="284"/>
            <ac:spMk id="2" creationId="{3F0C4C8B-AC29-B370-B1AC-144F06616EBD}"/>
          </ac:spMkLst>
        </pc:spChg>
        <pc:spChg chg="mod ord">
          <ac:chgData name="Francesco Bellotti" userId="f453232b-f87d-4756-9d8b-c09bc835cc42" providerId="ADAL" clId="{C7FEA3FA-4936-41E1-B7FA-CA082069F7F7}" dt="2026-08-18T23:00:21.788" v="627" actId="27636"/>
          <ac:spMkLst>
            <pc:docMk/>
            <pc:sldMk cId="549060177" sldId="284"/>
            <ac:spMk id="3" creationId="{502BDD6A-A3FC-4425-BB50-E9DDAF9AD244}"/>
          </ac:spMkLst>
        </pc:spChg>
        <pc:spChg chg="add mod ord">
          <ac:chgData name="Francesco Bellotti" userId="f453232b-f87d-4756-9d8b-c09bc835cc42" providerId="ADAL" clId="{C7FEA3FA-4936-41E1-B7FA-CA082069F7F7}" dt="2026-08-18T23:01:05.833" v="628" actId="15"/>
          <ac:spMkLst>
            <pc:docMk/>
            <pc:sldMk cId="549060177" sldId="284"/>
            <ac:spMk id="4" creationId="{D2DCDEED-15E5-D749-5425-1291C009614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23:04:30.424" v="656" actId="15"/>
        <pc:sldMkLst>
          <pc:docMk/>
          <pc:sldMk cId="2264435684" sldId="285"/>
        </pc:sldMkLst>
        <pc:spChg chg="mod ord">
          <ac:chgData name="Francesco Bellotti" userId="f453232b-f87d-4756-9d8b-c09bc835cc42" providerId="ADAL" clId="{C7FEA3FA-4936-41E1-B7FA-CA082069F7F7}" dt="2026-08-18T23:02:27.058" v="636" actId="700"/>
          <ac:spMkLst>
            <pc:docMk/>
            <pc:sldMk cId="2264435684" sldId="285"/>
            <ac:spMk id="2" creationId="{200C7EB8-57C9-6D85-13E0-3781E69DF5F2}"/>
          </ac:spMkLst>
        </pc:spChg>
        <pc:spChg chg="mod ord">
          <ac:chgData name="Francesco Bellotti" userId="f453232b-f87d-4756-9d8b-c09bc835cc42" providerId="ADAL" clId="{C7FEA3FA-4936-41E1-B7FA-CA082069F7F7}" dt="2026-08-18T23:04:25.619" v="652" actId="27636"/>
          <ac:spMkLst>
            <pc:docMk/>
            <pc:sldMk cId="2264435684" sldId="285"/>
            <ac:spMk id="3" creationId="{CB157CE6-1BD1-0877-B2CE-478D5E591E9C}"/>
          </ac:spMkLst>
        </pc:spChg>
        <pc:spChg chg="add mod ord">
          <ac:chgData name="Francesco Bellotti" userId="f453232b-f87d-4756-9d8b-c09bc835cc42" providerId="ADAL" clId="{C7FEA3FA-4936-41E1-B7FA-CA082069F7F7}" dt="2026-08-18T23:04:30.424" v="656" actId="15"/>
          <ac:spMkLst>
            <pc:docMk/>
            <pc:sldMk cId="2264435684" sldId="285"/>
            <ac:spMk id="4" creationId="{EEA402CE-610D-3360-88D0-C884A13A6D10}"/>
          </ac:spMkLst>
        </pc:spChg>
      </pc:sldChg>
      <pc:sldChg chg="modSp new mod">
        <pc:chgData name="Francesco Bellotti" userId="f453232b-f87d-4756-9d8b-c09bc835cc42" providerId="ADAL" clId="{C7FEA3FA-4936-41E1-B7FA-CA082069F7F7}" dt="2026-08-18T23:09:02.683" v="713" actId="20577"/>
        <pc:sldMkLst>
          <pc:docMk/>
          <pc:sldMk cId="2223382473" sldId="286"/>
        </pc:sldMkLst>
        <pc:spChg chg="mod">
          <ac:chgData name="Francesco Bellotti" userId="f453232b-f87d-4756-9d8b-c09bc835cc42" providerId="ADAL" clId="{C7FEA3FA-4936-41E1-B7FA-CA082069F7F7}" dt="2026-08-18T22:55:23.345" v="558"/>
          <ac:spMkLst>
            <pc:docMk/>
            <pc:sldMk cId="2223382473" sldId="286"/>
            <ac:spMk id="2" creationId="{0D007C3C-1E68-B3C8-5A37-F558293CC72E}"/>
          </ac:spMkLst>
        </pc:spChg>
        <pc:spChg chg="mod">
          <ac:chgData name="Francesco Bellotti" userId="f453232b-f87d-4756-9d8b-c09bc835cc42" providerId="ADAL" clId="{C7FEA3FA-4936-41E1-B7FA-CA082069F7F7}" dt="2026-08-18T23:09:02.683" v="713" actId="20577"/>
          <ac:spMkLst>
            <pc:docMk/>
            <pc:sldMk cId="2223382473" sldId="286"/>
            <ac:spMk id="3" creationId="{4A02E282-B0A1-7F83-B108-18D3C94F10BC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8T23:13:36.186" v="793" actId="15"/>
        <pc:sldMkLst>
          <pc:docMk/>
          <pc:sldMk cId="754612367" sldId="287"/>
        </pc:sldMkLst>
        <pc:spChg chg="mod ord">
          <ac:chgData name="Francesco Bellotti" userId="f453232b-f87d-4756-9d8b-c09bc835cc42" providerId="ADAL" clId="{C7FEA3FA-4936-41E1-B7FA-CA082069F7F7}" dt="2026-08-18T23:10:43.465" v="726" actId="700"/>
          <ac:spMkLst>
            <pc:docMk/>
            <pc:sldMk cId="754612367" sldId="287"/>
            <ac:spMk id="2" creationId="{E3620C3A-6280-D2E6-68B6-22C6D7C89058}"/>
          </ac:spMkLst>
        </pc:spChg>
        <pc:spChg chg="mod ord">
          <ac:chgData name="Francesco Bellotti" userId="f453232b-f87d-4756-9d8b-c09bc835cc42" providerId="ADAL" clId="{C7FEA3FA-4936-41E1-B7FA-CA082069F7F7}" dt="2026-08-18T23:13:28.354" v="789" actId="27636"/>
          <ac:spMkLst>
            <pc:docMk/>
            <pc:sldMk cId="754612367" sldId="287"/>
            <ac:spMk id="3" creationId="{0D60491F-DD92-A130-B961-9F7A3104C556}"/>
          </ac:spMkLst>
        </pc:spChg>
        <pc:spChg chg="add mod ord">
          <ac:chgData name="Francesco Bellotti" userId="f453232b-f87d-4756-9d8b-c09bc835cc42" providerId="ADAL" clId="{C7FEA3FA-4936-41E1-B7FA-CA082069F7F7}" dt="2026-08-18T23:13:36.186" v="793" actId="15"/>
          <ac:spMkLst>
            <pc:docMk/>
            <pc:sldMk cId="754612367" sldId="287"/>
            <ac:spMk id="4" creationId="{94C18707-9CD5-419C-E263-C505BB2CAAAD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18T23:15:55.637" v="816" actId="15"/>
        <pc:sldMkLst>
          <pc:docMk/>
          <pc:sldMk cId="1407114158" sldId="288"/>
        </pc:sldMkLst>
        <pc:spChg chg="mod">
          <ac:chgData name="Francesco Bellotti" userId="f453232b-f87d-4756-9d8b-c09bc835cc42" providerId="ADAL" clId="{C7FEA3FA-4936-41E1-B7FA-CA082069F7F7}" dt="2026-08-18T22:56:15.058" v="566"/>
          <ac:spMkLst>
            <pc:docMk/>
            <pc:sldMk cId="1407114158" sldId="288"/>
            <ac:spMk id="2" creationId="{700C2D31-7303-2015-DBEF-D32B7AD41173}"/>
          </ac:spMkLst>
        </pc:spChg>
        <pc:spChg chg="mod">
          <ac:chgData name="Francesco Bellotti" userId="f453232b-f87d-4756-9d8b-c09bc835cc42" providerId="ADAL" clId="{C7FEA3FA-4936-41E1-B7FA-CA082069F7F7}" dt="2026-08-18T23:15:55.637" v="816" actId="15"/>
          <ac:spMkLst>
            <pc:docMk/>
            <pc:sldMk cId="1407114158" sldId="288"/>
            <ac:spMk id="3" creationId="{4CDDF55B-1A77-BBF1-B7BC-4D5346219F2D}"/>
          </ac:spMkLst>
        </pc:spChg>
        <pc:spChg chg="add mod">
          <ac:chgData name="Francesco Bellotti" userId="f453232b-f87d-4756-9d8b-c09bc835cc42" providerId="ADAL" clId="{C7FEA3FA-4936-41E1-B7FA-CA082069F7F7}" dt="2026-08-18T23:15:52.130" v="815" actId="1076"/>
          <ac:spMkLst>
            <pc:docMk/>
            <pc:sldMk cId="1407114158" sldId="288"/>
            <ac:spMk id="5" creationId="{0591354C-2470-FE0B-1177-36E8B493ED4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23:17:12.665" v="832" actId="27636"/>
        <pc:sldMkLst>
          <pc:docMk/>
          <pc:sldMk cId="2175240754" sldId="289"/>
        </pc:sldMkLst>
        <pc:spChg chg="mod ord">
          <ac:chgData name="Francesco Bellotti" userId="f453232b-f87d-4756-9d8b-c09bc835cc42" providerId="ADAL" clId="{C7FEA3FA-4936-41E1-B7FA-CA082069F7F7}" dt="2026-08-18T23:11:59.182" v="753" actId="700"/>
          <ac:spMkLst>
            <pc:docMk/>
            <pc:sldMk cId="2175240754" sldId="289"/>
            <ac:spMk id="2" creationId="{09080EB4-34BE-68AC-173C-56BF2D3870DE}"/>
          </ac:spMkLst>
        </pc:spChg>
        <pc:spChg chg="mod ord">
          <ac:chgData name="Francesco Bellotti" userId="f453232b-f87d-4756-9d8b-c09bc835cc42" providerId="ADAL" clId="{C7FEA3FA-4936-41E1-B7FA-CA082069F7F7}" dt="2026-08-18T23:17:12.665" v="831" actId="27636"/>
          <ac:spMkLst>
            <pc:docMk/>
            <pc:sldMk cId="2175240754" sldId="289"/>
            <ac:spMk id="3" creationId="{998B91BB-2620-4510-25E5-4C65672E4E28}"/>
          </ac:spMkLst>
        </pc:spChg>
        <pc:spChg chg="add mod ord">
          <ac:chgData name="Francesco Bellotti" userId="f453232b-f87d-4756-9d8b-c09bc835cc42" providerId="ADAL" clId="{C7FEA3FA-4936-41E1-B7FA-CA082069F7F7}" dt="2026-08-18T23:17:12.665" v="832" actId="27636"/>
          <ac:spMkLst>
            <pc:docMk/>
            <pc:sldMk cId="2175240754" sldId="289"/>
            <ac:spMk id="4" creationId="{6B11C1E1-3370-B0A7-AF1E-96F103F11E1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23:18:50.901" v="842" actId="1076"/>
        <pc:sldMkLst>
          <pc:docMk/>
          <pc:sldMk cId="4243716377" sldId="290"/>
        </pc:sldMkLst>
        <pc:spChg chg="mod ord">
          <ac:chgData name="Francesco Bellotti" userId="f453232b-f87d-4756-9d8b-c09bc835cc42" providerId="ADAL" clId="{C7FEA3FA-4936-41E1-B7FA-CA082069F7F7}" dt="2026-08-18T23:12:41.802" v="765" actId="700"/>
          <ac:spMkLst>
            <pc:docMk/>
            <pc:sldMk cId="4243716377" sldId="290"/>
            <ac:spMk id="2" creationId="{028FBCDB-3189-F93C-4EE1-8920F169B094}"/>
          </ac:spMkLst>
        </pc:spChg>
        <pc:spChg chg="mod ord">
          <ac:chgData name="Francesco Bellotti" userId="f453232b-f87d-4756-9d8b-c09bc835cc42" providerId="ADAL" clId="{C7FEA3FA-4936-41E1-B7FA-CA082069F7F7}" dt="2026-08-18T23:18:31.520" v="841" actId="14100"/>
          <ac:spMkLst>
            <pc:docMk/>
            <pc:sldMk cId="4243716377" sldId="290"/>
            <ac:spMk id="3" creationId="{9E3F1328-94BC-C9ED-99FD-9B5D11BB08C9}"/>
          </ac:spMkLst>
        </pc:spChg>
        <pc:spChg chg="add mod ord">
          <ac:chgData name="Francesco Bellotti" userId="f453232b-f87d-4756-9d8b-c09bc835cc42" providerId="ADAL" clId="{C7FEA3FA-4936-41E1-B7FA-CA082069F7F7}" dt="2026-08-18T23:18:27.091" v="840" actId="14100"/>
          <ac:spMkLst>
            <pc:docMk/>
            <pc:sldMk cId="4243716377" sldId="290"/>
            <ac:spMk id="4" creationId="{80046508-746C-A9CD-ED90-758BB8FDFC1F}"/>
          </ac:spMkLst>
        </pc:spChg>
        <pc:spChg chg="add mod">
          <ac:chgData name="Francesco Bellotti" userId="f453232b-f87d-4756-9d8b-c09bc835cc42" providerId="ADAL" clId="{C7FEA3FA-4936-41E1-B7FA-CA082069F7F7}" dt="2026-08-18T23:18:50.901" v="842" actId="1076"/>
          <ac:spMkLst>
            <pc:docMk/>
            <pc:sldMk cId="4243716377" sldId="290"/>
            <ac:spMk id="6" creationId="{69079DE7-C1C0-283D-162D-644F7E9DA0E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8T23:25:23.020" v="883" actId="14100"/>
        <pc:sldMkLst>
          <pc:docMk/>
          <pc:sldMk cId="2210487157" sldId="291"/>
        </pc:sldMkLst>
        <pc:spChg chg="mod ord">
          <ac:chgData name="Francesco Bellotti" userId="f453232b-f87d-4756-9d8b-c09bc835cc42" providerId="ADAL" clId="{C7FEA3FA-4936-41E1-B7FA-CA082069F7F7}" dt="2026-08-18T23:13:02.721" v="776" actId="700"/>
          <ac:spMkLst>
            <pc:docMk/>
            <pc:sldMk cId="2210487157" sldId="291"/>
            <ac:spMk id="2" creationId="{56F83880-A601-822C-02AE-F7216297D292}"/>
          </ac:spMkLst>
        </pc:spChg>
        <pc:spChg chg="mod ord">
          <ac:chgData name="Francesco Bellotti" userId="f453232b-f87d-4756-9d8b-c09bc835cc42" providerId="ADAL" clId="{C7FEA3FA-4936-41E1-B7FA-CA082069F7F7}" dt="2026-08-18T23:25:23.020" v="883" actId="14100"/>
          <ac:spMkLst>
            <pc:docMk/>
            <pc:sldMk cId="2210487157" sldId="291"/>
            <ac:spMk id="3" creationId="{97AD4D3F-7C34-87C8-6885-4086470D4F19}"/>
          </ac:spMkLst>
        </pc:spChg>
        <pc:spChg chg="add mod ord">
          <ac:chgData name="Francesco Bellotti" userId="f453232b-f87d-4756-9d8b-c09bc835cc42" providerId="ADAL" clId="{C7FEA3FA-4936-41E1-B7FA-CA082069F7F7}" dt="2026-08-18T23:25:18.593" v="881" actId="27636"/>
          <ac:spMkLst>
            <pc:docMk/>
            <pc:sldMk cId="2210487157" sldId="291"/>
            <ac:spMk id="4" creationId="{5722A8BA-6220-BEC3-A384-C0062A985868}"/>
          </ac:spMkLst>
        </pc:spChg>
        <pc:spChg chg="add mod">
          <ac:chgData name="Francesco Bellotti" userId="f453232b-f87d-4756-9d8b-c09bc835cc42" providerId="ADAL" clId="{C7FEA3FA-4936-41E1-B7FA-CA082069F7F7}" dt="2026-08-18T23:24:37.958" v="868" actId="1076"/>
          <ac:spMkLst>
            <pc:docMk/>
            <pc:sldMk cId="2210487157" sldId="291"/>
            <ac:spMk id="6" creationId="{011059E9-A70D-84E2-A571-893C1E0D2040}"/>
          </ac:spMkLst>
        </pc:spChg>
      </pc:sldChg>
      <pc:sldChg chg="modSp new mod">
        <pc:chgData name="Francesco Bellotti" userId="f453232b-f87d-4756-9d8b-c09bc835cc42" providerId="ADAL" clId="{C7FEA3FA-4936-41E1-B7FA-CA082069F7F7}" dt="2026-08-18T23:05:20.497" v="675" actId="113"/>
        <pc:sldMkLst>
          <pc:docMk/>
          <pc:sldMk cId="1946292642" sldId="292"/>
        </pc:sldMkLst>
        <pc:spChg chg="mod">
          <ac:chgData name="Francesco Bellotti" userId="f453232b-f87d-4756-9d8b-c09bc835cc42" providerId="ADAL" clId="{C7FEA3FA-4936-41E1-B7FA-CA082069F7F7}" dt="2026-08-18T23:02:52.369" v="646"/>
          <ac:spMkLst>
            <pc:docMk/>
            <pc:sldMk cId="1946292642" sldId="292"/>
            <ac:spMk id="2" creationId="{9849B7B4-8EE9-2E2C-9F85-EF6ADF70076E}"/>
          </ac:spMkLst>
        </pc:spChg>
        <pc:spChg chg="mod">
          <ac:chgData name="Francesco Bellotti" userId="f453232b-f87d-4756-9d8b-c09bc835cc42" providerId="ADAL" clId="{C7FEA3FA-4936-41E1-B7FA-CA082069F7F7}" dt="2026-08-18T23:05:20.497" v="675" actId="113"/>
          <ac:spMkLst>
            <pc:docMk/>
            <pc:sldMk cId="1946292642" sldId="292"/>
            <ac:spMk id="3" creationId="{3F2D8481-5231-CDCF-3514-644C4C65A12D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0:47:07.948" v="1029" actId="20577"/>
        <pc:sldMkLst>
          <pc:docMk/>
          <pc:sldMk cId="0" sldId="293"/>
        </pc:sldMkLst>
        <pc:spChg chg="mod">
          <ac:chgData name="Francesco Bellotti" userId="f453232b-f87d-4756-9d8b-c09bc835cc42" providerId="ADAL" clId="{C7FEA3FA-4936-41E1-B7FA-CA082069F7F7}" dt="2026-08-19T20:47:07.948" v="1029" actId="20577"/>
          <ac:spMkLst>
            <pc:docMk/>
            <pc:sldMk cId="0" sldId="293"/>
            <ac:spMk id="13" creationId="{00000000-0000-0000-0000-000000000000}"/>
          </ac:spMkLst>
        </pc:spChg>
      </pc:sldChg>
      <pc:sldChg chg="addSp delSp modSp add mod setBg modNotes">
        <pc:chgData name="Francesco Bellotti" userId="f453232b-f87d-4756-9d8b-c09bc835cc42" providerId="ADAL" clId="{C7FEA3FA-4936-41E1-B7FA-CA082069F7F7}" dt="2026-08-20T18:07:52.523" v="2727" actId="20577"/>
        <pc:sldMkLst>
          <pc:docMk/>
          <pc:sldMk cId="0" sldId="294"/>
        </pc:sldMkLst>
        <pc:spChg chg="add mod">
          <ac:chgData name="Francesco Bellotti" userId="f453232b-f87d-4756-9d8b-c09bc835cc42" providerId="ADAL" clId="{C7FEA3FA-4936-41E1-B7FA-CA082069F7F7}" dt="2026-08-19T20:51:00.465" v="1085" actId="1076"/>
          <ac:spMkLst>
            <pc:docMk/>
            <pc:sldMk cId="0" sldId="294"/>
            <ac:spMk id="3" creationId="{DB21DF39-F456-59C8-C0F3-2C92C3D0910C}"/>
          </ac:spMkLst>
        </pc:spChg>
        <pc:spChg chg="mod">
          <ac:chgData name="Francesco Bellotti" userId="f453232b-f87d-4756-9d8b-c09bc835cc42" providerId="ADAL" clId="{C7FEA3FA-4936-41E1-B7FA-CA082069F7F7}" dt="2026-08-20T18:07:52.523" v="2727" actId="20577"/>
          <ac:spMkLst>
            <pc:docMk/>
            <pc:sldMk cId="0" sldId="294"/>
            <ac:spMk id="6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0:50:56.177" v="1084" actId="164"/>
          <ac:spMkLst>
            <pc:docMk/>
            <pc:sldMk cId="0" sldId="294"/>
            <ac:spMk id="8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0:50:56.177" v="1084" actId="164"/>
          <ac:spMkLst>
            <pc:docMk/>
            <pc:sldMk cId="0" sldId="294"/>
            <ac:spMk id="90" creationId="{00000000-0000-0000-0000-000000000000}"/>
          </ac:spMkLst>
        </pc:spChg>
        <pc:grpChg chg="add mod">
          <ac:chgData name="Francesco Bellotti" userId="f453232b-f87d-4756-9d8b-c09bc835cc42" providerId="ADAL" clId="{C7FEA3FA-4936-41E1-B7FA-CA082069F7F7}" dt="2026-08-19T20:51:03.587" v="1086" actId="1076"/>
          <ac:grpSpMkLst>
            <pc:docMk/>
            <pc:sldMk cId="0" sldId="294"/>
            <ac:grpSpMk id="5" creationId="{ED6CF3E5-AB7C-370A-14E0-F110C4CC8395}"/>
          </ac:grpSpMkLst>
        </pc:grpChg>
      </pc:sldChg>
      <pc:sldChg chg="modSp add mod setBg modNotes">
        <pc:chgData name="Francesco Bellotti" userId="f453232b-f87d-4756-9d8b-c09bc835cc42" providerId="ADAL" clId="{C7FEA3FA-4936-41E1-B7FA-CA082069F7F7}" dt="2026-08-20T18:08:01.583" v="2733" actId="20577"/>
        <pc:sldMkLst>
          <pc:docMk/>
          <pc:sldMk cId="0" sldId="295"/>
        </pc:sldMkLst>
        <pc:spChg chg="mod">
          <ac:chgData name="Francesco Bellotti" userId="f453232b-f87d-4756-9d8b-c09bc835cc42" providerId="ADAL" clId="{C7FEA3FA-4936-41E1-B7FA-CA082069F7F7}" dt="2026-08-19T20:51:59.596" v="1094" actId="403"/>
          <ac:spMkLst>
            <pc:docMk/>
            <pc:sldMk cId="0" sldId="295"/>
            <ac:spMk id="9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8:08:01.583" v="2733" actId="20577"/>
          <ac:spMkLst>
            <pc:docMk/>
            <pc:sldMk cId="0" sldId="295"/>
            <ac:spMk id="144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0:53:39.838" v="1132" actId="403"/>
        <pc:sldMkLst>
          <pc:docMk/>
          <pc:sldMk cId="0" sldId="296"/>
        </pc:sldMkLst>
        <pc:spChg chg="mod">
          <ac:chgData name="Francesco Bellotti" userId="f453232b-f87d-4756-9d8b-c09bc835cc42" providerId="ADAL" clId="{C7FEA3FA-4936-41E1-B7FA-CA082069F7F7}" dt="2026-08-19T20:53:39.838" v="1132" actId="403"/>
          <ac:spMkLst>
            <pc:docMk/>
            <pc:sldMk cId="0" sldId="296"/>
            <ac:spMk id="152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0:55:43.915" v="1168" actId="403"/>
        <pc:sldMkLst>
          <pc:docMk/>
          <pc:sldMk cId="0" sldId="297"/>
        </pc:sldMkLst>
        <pc:spChg chg="mod">
          <ac:chgData name="Francesco Bellotti" userId="f453232b-f87d-4756-9d8b-c09bc835cc42" providerId="ADAL" clId="{C7FEA3FA-4936-41E1-B7FA-CA082069F7F7}" dt="2026-08-19T20:55:43.915" v="1168" actId="403"/>
          <ac:spMkLst>
            <pc:docMk/>
            <pc:sldMk cId="0" sldId="297"/>
            <ac:spMk id="171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03:24.423" v="1254" actId="403"/>
        <pc:sldMkLst>
          <pc:docMk/>
          <pc:sldMk cId="0" sldId="298"/>
        </pc:sldMkLst>
        <pc:spChg chg="mod">
          <ac:chgData name="Francesco Bellotti" userId="f453232b-f87d-4756-9d8b-c09bc835cc42" providerId="ADAL" clId="{C7FEA3FA-4936-41E1-B7FA-CA082069F7F7}" dt="2026-08-19T21:03:24.423" v="1254" actId="403"/>
          <ac:spMkLst>
            <pc:docMk/>
            <pc:sldMk cId="0" sldId="298"/>
            <ac:spMk id="20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03:18.632" v="1252" actId="403"/>
          <ac:spMkLst>
            <pc:docMk/>
            <pc:sldMk cId="0" sldId="298"/>
            <ac:spMk id="206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04:30.368" v="1265" actId="403"/>
        <pc:sldMkLst>
          <pc:docMk/>
          <pc:sldMk cId="0" sldId="299"/>
        </pc:sldMkLst>
        <pc:spChg chg="mod">
          <ac:chgData name="Francesco Bellotti" userId="f453232b-f87d-4756-9d8b-c09bc835cc42" providerId="ADAL" clId="{C7FEA3FA-4936-41E1-B7FA-CA082069F7F7}" dt="2026-08-19T21:04:30.368" v="1265" actId="403"/>
          <ac:spMkLst>
            <pc:docMk/>
            <pc:sldMk cId="0" sldId="299"/>
            <ac:spMk id="2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04:26.021" v="1262" actId="403"/>
          <ac:spMkLst>
            <pc:docMk/>
            <pc:sldMk cId="0" sldId="299"/>
            <ac:spMk id="237" creationId="{00000000-0000-0000-0000-000000000000}"/>
          </ac:spMkLst>
        </pc:spChg>
      </pc:sldChg>
      <pc:sldChg chg="modSp add mod setBg chgLayout modNotes">
        <pc:chgData name="Francesco Bellotti" userId="f453232b-f87d-4756-9d8b-c09bc835cc42" providerId="ADAL" clId="{C7FEA3FA-4936-41E1-B7FA-CA082069F7F7}" dt="2026-08-19T21:07:59.655" v="1348" actId="403"/>
        <pc:sldMkLst>
          <pc:docMk/>
          <pc:sldMk cId="0" sldId="300"/>
        </pc:sldMkLst>
        <pc:spChg chg="mod">
          <ac:chgData name="Francesco Bellotti" userId="f453232b-f87d-4756-9d8b-c09bc835cc42" providerId="ADAL" clId="{C7FEA3FA-4936-41E1-B7FA-CA082069F7F7}" dt="2026-08-19T21:07:45.678" v="1342" actId="403"/>
          <ac:spMkLst>
            <pc:docMk/>
            <pc:sldMk cId="0" sldId="300"/>
            <ac:spMk id="25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07:59.655" v="1348" actId="403"/>
          <ac:spMkLst>
            <pc:docMk/>
            <pc:sldMk cId="0" sldId="300"/>
            <ac:spMk id="259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10:32.912" v="1408" actId="403"/>
        <pc:sldMkLst>
          <pc:docMk/>
          <pc:sldMk cId="0" sldId="301"/>
        </pc:sldMkLst>
        <pc:spChg chg="mod">
          <ac:chgData name="Francesco Bellotti" userId="f453232b-f87d-4756-9d8b-c09bc835cc42" providerId="ADAL" clId="{C7FEA3FA-4936-41E1-B7FA-CA082069F7F7}" dt="2026-08-19T21:10:27" v="1405" actId="403"/>
          <ac:spMkLst>
            <pc:docMk/>
            <pc:sldMk cId="0" sldId="301"/>
            <ac:spMk id="28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10:32.912" v="1408" actId="403"/>
          <ac:spMkLst>
            <pc:docMk/>
            <pc:sldMk cId="0" sldId="301"/>
            <ac:spMk id="290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14:47.112" v="1486" actId="13926"/>
        <pc:sldMkLst>
          <pc:docMk/>
          <pc:sldMk cId="0" sldId="302"/>
        </pc:sldMkLst>
        <pc:spChg chg="mod">
          <ac:chgData name="Francesco Bellotti" userId="f453232b-f87d-4756-9d8b-c09bc835cc42" providerId="ADAL" clId="{C7FEA3FA-4936-41E1-B7FA-CA082069F7F7}" dt="2026-08-19T21:13:43.390" v="1478" actId="403"/>
          <ac:spMkLst>
            <pc:docMk/>
            <pc:sldMk cId="0" sldId="302"/>
            <ac:spMk id="34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13:51.141" v="1481" actId="403"/>
          <ac:spMkLst>
            <pc:docMk/>
            <pc:sldMk cId="0" sldId="302"/>
            <ac:spMk id="34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14:47.112" v="1486" actId="13926"/>
          <ac:spMkLst>
            <pc:docMk/>
            <pc:sldMk cId="0" sldId="302"/>
            <ac:spMk id="351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19:20.142" v="1549" actId="403"/>
        <pc:sldMkLst>
          <pc:docMk/>
          <pc:sldMk cId="0" sldId="303"/>
        </pc:sldMkLst>
        <pc:spChg chg="mod">
          <ac:chgData name="Francesco Bellotti" userId="f453232b-f87d-4756-9d8b-c09bc835cc42" providerId="ADAL" clId="{C7FEA3FA-4936-41E1-B7FA-CA082069F7F7}" dt="2026-08-19T21:19:03.011" v="1545" actId="403"/>
          <ac:spMkLst>
            <pc:docMk/>
            <pc:sldMk cId="0" sldId="303"/>
            <ac:spMk id="36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19:20.142" v="1549" actId="403"/>
          <ac:spMkLst>
            <pc:docMk/>
            <pc:sldMk cId="0" sldId="303"/>
            <ac:spMk id="363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20:07.829" v="1560" actId="113"/>
        <pc:sldMkLst>
          <pc:docMk/>
          <pc:sldMk cId="0" sldId="304"/>
        </pc:sldMkLst>
        <pc:spChg chg="mod">
          <ac:chgData name="Francesco Bellotti" userId="f453232b-f87d-4756-9d8b-c09bc835cc42" providerId="ADAL" clId="{C7FEA3FA-4936-41E1-B7FA-CA082069F7F7}" dt="2026-08-19T21:19:58.177" v="1556" actId="403"/>
          <ac:spMkLst>
            <pc:docMk/>
            <pc:sldMk cId="0" sldId="304"/>
            <ac:spMk id="39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20:07.829" v="1560" actId="113"/>
          <ac:spMkLst>
            <pc:docMk/>
            <pc:sldMk cId="0" sldId="304"/>
            <ac:spMk id="398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22:01.359" v="1594" actId="403"/>
        <pc:sldMkLst>
          <pc:docMk/>
          <pc:sldMk cId="0" sldId="305"/>
        </pc:sldMkLst>
        <pc:spChg chg="mod">
          <ac:chgData name="Francesco Bellotti" userId="f453232b-f87d-4756-9d8b-c09bc835cc42" providerId="ADAL" clId="{C7FEA3FA-4936-41E1-B7FA-CA082069F7F7}" dt="2026-08-19T21:21:49.469" v="1592" actId="13926"/>
          <ac:spMkLst>
            <pc:docMk/>
            <pc:sldMk cId="0" sldId="305"/>
            <ac:spMk id="4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22:01.359" v="1594" actId="403"/>
          <ac:spMkLst>
            <pc:docMk/>
            <pc:sldMk cId="0" sldId="305"/>
            <ac:spMk id="432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23:50.372" v="1652" actId="403"/>
        <pc:sldMkLst>
          <pc:docMk/>
          <pc:sldMk cId="0" sldId="306"/>
        </pc:sldMkLst>
        <pc:spChg chg="mod">
          <ac:chgData name="Francesco Bellotti" userId="f453232b-f87d-4756-9d8b-c09bc835cc42" providerId="ADAL" clId="{C7FEA3FA-4936-41E1-B7FA-CA082069F7F7}" dt="2026-08-19T21:23:43.403" v="1647" actId="403"/>
          <ac:spMkLst>
            <pc:docMk/>
            <pc:sldMk cId="0" sldId="306"/>
            <ac:spMk id="44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23:50.372" v="1652" actId="403"/>
          <ac:spMkLst>
            <pc:docMk/>
            <pc:sldMk cId="0" sldId="306"/>
            <ac:spMk id="447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26:35.443" v="1676" actId="113"/>
        <pc:sldMkLst>
          <pc:docMk/>
          <pc:sldMk cId="0" sldId="307"/>
        </pc:sldMkLst>
        <pc:spChg chg="mod">
          <ac:chgData name="Francesco Bellotti" userId="f453232b-f87d-4756-9d8b-c09bc835cc42" providerId="ADAL" clId="{C7FEA3FA-4936-41E1-B7FA-CA082069F7F7}" dt="2026-08-19T21:26:35.443" v="1676" actId="113"/>
          <ac:spMkLst>
            <pc:docMk/>
            <pc:sldMk cId="0" sldId="307"/>
            <ac:spMk id="488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30:47.305" v="1703" actId="403"/>
        <pc:sldMkLst>
          <pc:docMk/>
          <pc:sldMk cId="0" sldId="308"/>
        </pc:sldMkLst>
        <pc:spChg chg="mod">
          <ac:chgData name="Francesco Bellotti" userId="f453232b-f87d-4756-9d8b-c09bc835cc42" providerId="ADAL" clId="{C7FEA3FA-4936-41E1-B7FA-CA082069F7F7}" dt="2026-08-19T21:30:35.564" v="1699" actId="403"/>
          <ac:spMkLst>
            <pc:docMk/>
            <pc:sldMk cId="0" sldId="308"/>
            <ac:spMk id="5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30:47.305" v="1703" actId="403"/>
          <ac:spMkLst>
            <pc:docMk/>
            <pc:sldMk cId="0" sldId="308"/>
            <ac:spMk id="522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34:31.252" v="1764" actId="113"/>
        <pc:sldMkLst>
          <pc:docMk/>
          <pc:sldMk cId="0" sldId="309"/>
        </pc:sldMkLst>
        <pc:spChg chg="mod">
          <ac:chgData name="Francesco Bellotti" userId="f453232b-f87d-4756-9d8b-c09bc835cc42" providerId="ADAL" clId="{C7FEA3FA-4936-41E1-B7FA-CA082069F7F7}" dt="2026-08-19T21:34:00.212" v="1760" actId="403"/>
          <ac:spMkLst>
            <pc:docMk/>
            <pc:sldMk cId="0" sldId="309"/>
            <ac:spMk id="55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34:31.252" v="1764" actId="113"/>
          <ac:spMkLst>
            <pc:docMk/>
            <pc:sldMk cId="0" sldId="309"/>
            <ac:spMk id="554" creationId="{00000000-0000-0000-0000-000000000000}"/>
          </ac:spMkLst>
        </pc:spChg>
      </pc:sldChg>
      <pc:sldChg chg="addSp modSp add mod setBg modNotes">
        <pc:chgData name="Francesco Bellotti" userId="f453232b-f87d-4756-9d8b-c09bc835cc42" providerId="ADAL" clId="{C7FEA3FA-4936-41E1-B7FA-CA082069F7F7}" dt="2026-08-19T21:38:59.360" v="1883" actId="11529"/>
        <pc:sldMkLst>
          <pc:docMk/>
          <pc:sldMk cId="0" sldId="310"/>
        </pc:sldMkLst>
        <pc:spChg chg="add mod">
          <ac:chgData name="Francesco Bellotti" userId="f453232b-f87d-4756-9d8b-c09bc835cc42" providerId="ADAL" clId="{C7FEA3FA-4936-41E1-B7FA-CA082069F7F7}" dt="2026-08-19T21:38:53.452" v="1882" actId="404"/>
          <ac:spMkLst>
            <pc:docMk/>
            <pc:sldMk cId="0" sldId="310"/>
            <ac:spMk id="2" creationId="{053B5D39-2CCF-B562-48D6-B5FA7D8F6A8C}"/>
          </ac:spMkLst>
        </pc:spChg>
        <pc:spChg chg="mod">
          <ac:chgData name="Francesco Bellotti" userId="f453232b-f87d-4756-9d8b-c09bc835cc42" providerId="ADAL" clId="{C7FEA3FA-4936-41E1-B7FA-CA082069F7F7}" dt="2026-08-19T21:37:31.384" v="1849" actId="403"/>
          <ac:spMkLst>
            <pc:docMk/>
            <pc:sldMk cId="0" sldId="310"/>
            <ac:spMk id="56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37:41.032" v="1851" actId="403"/>
          <ac:spMkLst>
            <pc:docMk/>
            <pc:sldMk cId="0" sldId="310"/>
            <ac:spMk id="570" creationId="{00000000-0000-0000-0000-000000000000}"/>
          </ac:spMkLst>
        </pc:spChg>
        <pc:cxnChg chg="add">
          <ac:chgData name="Francesco Bellotti" userId="f453232b-f87d-4756-9d8b-c09bc835cc42" providerId="ADAL" clId="{C7FEA3FA-4936-41E1-B7FA-CA082069F7F7}" dt="2026-08-19T21:38:59.360" v="1883" actId="11529"/>
          <ac:cxnSpMkLst>
            <pc:docMk/>
            <pc:sldMk cId="0" sldId="310"/>
            <ac:cxnSpMk id="4" creationId="{C7E55970-B9E7-7B85-B584-D0C8AE310E99}"/>
          </ac:cxnSpMkLst>
        </pc:cxnChg>
      </pc:sldChg>
      <pc:sldChg chg="modSp add mod setBg modNotes">
        <pc:chgData name="Francesco Bellotti" userId="f453232b-f87d-4756-9d8b-c09bc835cc42" providerId="ADAL" clId="{C7FEA3FA-4936-41E1-B7FA-CA082069F7F7}" dt="2026-08-19T21:43:00.774" v="1929" actId="403"/>
        <pc:sldMkLst>
          <pc:docMk/>
          <pc:sldMk cId="0" sldId="311"/>
        </pc:sldMkLst>
        <pc:spChg chg="mod">
          <ac:chgData name="Francesco Bellotti" userId="f453232b-f87d-4756-9d8b-c09bc835cc42" providerId="ADAL" clId="{C7FEA3FA-4936-41E1-B7FA-CA082069F7F7}" dt="2026-08-19T21:43:00.774" v="1929" actId="403"/>
          <ac:spMkLst>
            <pc:docMk/>
            <pc:sldMk cId="0" sldId="311"/>
            <ac:spMk id="594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19T21:48:30.236" v="2004" actId="113"/>
        <pc:sldMkLst>
          <pc:docMk/>
          <pc:sldMk cId="0" sldId="312"/>
        </pc:sldMkLst>
        <pc:spChg chg="mod">
          <ac:chgData name="Francesco Bellotti" userId="f453232b-f87d-4756-9d8b-c09bc835cc42" providerId="ADAL" clId="{C7FEA3FA-4936-41E1-B7FA-CA082069F7F7}" dt="2026-08-19T21:47:53.862" v="2001" actId="403"/>
          <ac:spMkLst>
            <pc:docMk/>
            <pc:sldMk cId="0" sldId="312"/>
            <ac:spMk id="6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19T21:48:30.236" v="2004" actId="113"/>
          <ac:spMkLst>
            <pc:docMk/>
            <pc:sldMk cId="0" sldId="312"/>
            <ac:spMk id="615" creationId="{00000000-0000-0000-0000-000000000000}"/>
          </ac:spMkLst>
        </pc:spChg>
      </pc:sldChg>
      <pc:sldChg chg="modSp add mod">
        <pc:chgData name="Francesco Bellotti" userId="f453232b-f87d-4756-9d8b-c09bc835cc42" providerId="ADAL" clId="{C7FEA3FA-4936-41E1-B7FA-CA082069F7F7}" dt="2026-08-18T23:09:48.489" v="717" actId="20577"/>
        <pc:sldMkLst>
          <pc:docMk/>
          <pc:sldMk cId="826823834" sldId="313"/>
        </pc:sldMkLst>
        <pc:spChg chg="mod">
          <ac:chgData name="Francesco Bellotti" userId="f453232b-f87d-4756-9d8b-c09bc835cc42" providerId="ADAL" clId="{C7FEA3FA-4936-41E1-B7FA-CA082069F7F7}" dt="2026-08-18T23:09:48.489" v="717" actId="20577"/>
          <ac:spMkLst>
            <pc:docMk/>
            <pc:sldMk cId="826823834" sldId="313"/>
            <ac:spMk id="3" creationId="{9A473440-99C0-A752-B1E5-E59093F3B14E}"/>
          </ac:spMkLst>
        </pc:spChg>
      </pc:sldChg>
      <pc:sldChg chg="modSp new mod">
        <pc:chgData name="Francesco Bellotti" userId="f453232b-f87d-4756-9d8b-c09bc835cc42" providerId="ADAL" clId="{C7FEA3FA-4936-41E1-B7FA-CA082069F7F7}" dt="2026-08-18T23:13:59.298" v="794" actId="113"/>
        <pc:sldMkLst>
          <pc:docMk/>
          <pc:sldMk cId="49087715" sldId="314"/>
        </pc:sldMkLst>
        <pc:spChg chg="mod">
          <ac:chgData name="Francesco Bellotti" userId="f453232b-f87d-4756-9d8b-c09bc835cc42" providerId="ADAL" clId="{C7FEA3FA-4936-41E1-B7FA-CA082069F7F7}" dt="2026-08-18T23:11:33.101" v="746"/>
          <ac:spMkLst>
            <pc:docMk/>
            <pc:sldMk cId="49087715" sldId="314"/>
            <ac:spMk id="2" creationId="{BD52AD1F-317B-EA51-9413-DA1058FA94D4}"/>
          </ac:spMkLst>
        </pc:spChg>
        <pc:spChg chg="mod">
          <ac:chgData name="Francesco Bellotti" userId="f453232b-f87d-4756-9d8b-c09bc835cc42" providerId="ADAL" clId="{C7FEA3FA-4936-41E1-B7FA-CA082069F7F7}" dt="2026-08-18T23:13:59.298" v="794" actId="113"/>
          <ac:spMkLst>
            <pc:docMk/>
            <pc:sldMk cId="49087715" sldId="314"/>
            <ac:spMk id="3" creationId="{6901DAC6-9E2F-D4ED-FE22-7C6B2DC80695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8T23:21:02.019" v="845"/>
        <pc:sldMkLst>
          <pc:docMk/>
          <pc:sldMk cId="2413567107" sldId="315"/>
        </pc:sldMkLst>
        <pc:spChg chg="add mod ord">
          <ac:chgData name="Francesco Bellotti" userId="f453232b-f87d-4756-9d8b-c09bc835cc42" providerId="ADAL" clId="{C7FEA3FA-4936-41E1-B7FA-CA082069F7F7}" dt="2026-08-18T23:21:02.019" v="845"/>
          <ac:spMkLst>
            <pc:docMk/>
            <pc:sldMk cId="2413567107" sldId="315"/>
            <ac:spMk id="5" creationId="{14A08481-BC4D-237F-58A8-EBE69C5E9BE2}"/>
          </ac:spMkLst>
        </pc:spChg>
        <pc:spChg chg="add mod ord">
          <ac:chgData name="Francesco Bellotti" userId="f453232b-f87d-4756-9d8b-c09bc835cc42" providerId="ADAL" clId="{C7FEA3FA-4936-41E1-B7FA-CA082069F7F7}" dt="2026-08-18T23:20:59.989" v="844" actId="700"/>
          <ac:spMkLst>
            <pc:docMk/>
            <pc:sldMk cId="2413567107" sldId="315"/>
            <ac:spMk id="6" creationId="{7637B95D-C740-3F12-F57D-D1A3DB80F9FE}"/>
          </ac:spMkLst>
        </pc:spChg>
      </pc:sldChg>
      <pc:sldChg chg="modSp new mod">
        <pc:chgData name="Francesco Bellotti" userId="f453232b-f87d-4756-9d8b-c09bc835cc42" providerId="ADAL" clId="{C7FEA3FA-4936-41E1-B7FA-CA082069F7F7}" dt="2026-08-19T20:46:03.263" v="996" actId="15"/>
        <pc:sldMkLst>
          <pc:docMk/>
          <pc:sldMk cId="3925621374" sldId="316"/>
        </pc:sldMkLst>
        <pc:spChg chg="mod">
          <ac:chgData name="Francesco Bellotti" userId="f453232b-f87d-4756-9d8b-c09bc835cc42" providerId="ADAL" clId="{C7FEA3FA-4936-41E1-B7FA-CA082069F7F7}" dt="2026-08-19T08:17:39.516" v="885"/>
          <ac:spMkLst>
            <pc:docMk/>
            <pc:sldMk cId="3925621374" sldId="316"/>
            <ac:spMk id="2" creationId="{30189FCB-0A51-0075-E14A-6E20E8E7CED7}"/>
          </ac:spMkLst>
        </pc:spChg>
        <pc:spChg chg="mod">
          <ac:chgData name="Francesco Bellotti" userId="f453232b-f87d-4756-9d8b-c09bc835cc42" providerId="ADAL" clId="{C7FEA3FA-4936-41E1-B7FA-CA082069F7F7}" dt="2026-08-19T20:46:03.263" v="996" actId="15"/>
          <ac:spMkLst>
            <pc:docMk/>
            <pc:sldMk cId="3925621374" sldId="316"/>
            <ac:spMk id="3" creationId="{F7B17177-4F41-3698-2D0F-F790497B0ADD}"/>
          </ac:spMkLst>
        </pc:spChg>
      </pc:sldChg>
      <pc:sldChg chg="modSp new mod">
        <pc:chgData name="Francesco Bellotti" userId="f453232b-f87d-4756-9d8b-c09bc835cc42" providerId="ADAL" clId="{C7FEA3FA-4936-41E1-B7FA-CA082069F7F7}" dt="2026-08-19T20:49:13.873" v="1054" actId="20577"/>
        <pc:sldMkLst>
          <pc:docMk/>
          <pc:sldMk cId="3511168336" sldId="317"/>
        </pc:sldMkLst>
        <pc:spChg chg="mod">
          <ac:chgData name="Francesco Bellotti" userId="f453232b-f87d-4756-9d8b-c09bc835cc42" providerId="ADAL" clId="{C7FEA3FA-4936-41E1-B7FA-CA082069F7F7}" dt="2026-08-19T08:18:06.671" v="889"/>
          <ac:spMkLst>
            <pc:docMk/>
            <pc:sldMk cId="3511168336" sldId="317"/>
            <ac:spMk id="2" creationId="{7D57DBF9-99E3-E626-06B5-BB09D59BBDFE}"/>
          </ac:spMkLst>
        </pc:spChg>
        <pc:spChg chg="mod">
          <ac:chgData name="Francesco Bellotti" userId="f453232b-f87d-4756-9d8b-c09bc835cc42" providerId="ADAL" clId="{C7FEA3FA-4936-41E1-B7FA-CA082069F7F7}" dt="2026-08-19T20:49:13.873" v="1054" actId="20577"/>
          <ac:spMkLst>
            <pc:docMk/>
            <pc:sldMk cId="3511168336" sldId="317"/>
            <ac:spMk id="3" creationId="{FAED9266-6AD2-1A97-A1A2-C11E02AB5214}"/>
          </ac:spMkLst>
        </pc:spChg>
      </pc:sldChg>
      <pc:sldChg chg="modSp new mod">
        <pc:chgData name="Francesco Bellotti" userId="f453232b-f87d-4756-9d8b-c09bc835cc42" providerId="ADAL" clId="{C7FEA3FA-4936-41E1-B7FA-CA082069F7F7}" dt="2026-08-19T20:52:33.345" v="1116" actId="20577"/>
        <pc:sldMkLst>
          <pc:docMk/>
          <pc:sldMk cId="2717689089" sldId="318"/>
        </pc:sldMkLst>
        <pc:spChg chg="mod">
          <ac:chgData name="Francesco Bellotti" userId="f453232b-f87d-4756-9d8b-c09bc835cc42" providerId="ADAL" clId="{C7FEA3FA-4936-41E1-B7FA-CA082069F7F7}" dt="2026-08-19T08:18:30.952" v="893"/>
          <ac:spMkLst>
            <pc:docMk/>
            <pc:sldMk cId="2717689089" sldId="318"/>
            <ac:spMk id="2" creationId="{3FDC3682-44E4-92FC-A4F0-AE04E23E6430}"/>
          </ac:spMkLst>
        </pc:spChg>
        <pc:spChg chg="mod">
          <ac:chgData name="Francesco Bellotti" userId="f453232b-f87d-4756-9d8b-c09bc835cc42" providerId="ADAL" clId="{C7FEA3FA-4936-41E1-B7FA-CA082069F7F7}" dt="2026-08-19T20:52:33.345" v="1116" actId="20577"/>
          <ac:spMkLst>
            <pc:docMk/>
            <pc:sldMk cId="2717689089" sldId="318"/>
            <ac:spMk id="3" creationId="{6CE7D84D-9984-3A22-4443-07BC8791DA94}"/>
          </ac:spMkLst>
        </pc:spChg>
      </pc:sldChg>
      <pc:sldChg chg="modSp new mod">
        <pc:chgData name="Francesco Bellotti" userId="f453232b-f87d-4756-9d8b-c09bc835cc42" providerId="ADAL" clId="{C7FEA3FA-4936-41E1-B7FA-CA082069F7F7}" dt="2026-08-19T20:54:24.146" v="1144" actId="15"/>
        <pc:sldMkLst>
          <pc:docMk/>
          <pc:sldMk cId="1258505239" sldId="319"/>
        </pc:sldMkLst>
        <pc:spChg chg="mod">
          <ac:chgData name="Francesco Bellotti" userId="f453232b-f87d-4756-9d8b-c09bc835cc42" providerId="ADAL" clId="{C7FEA3FA-4936-41E1-B7FA-CA082069F7F7}" dt="2026-08-19T08:18:54.336" v="897"/>
          <ac:spMkLst>
            <pc:docMk/>
            <pc:sldMk cId="1258505239" sldId="319"/>
            <ac:spMk id="2" creationId="{474F3C7E-167A-B0D8-F0BF-80FCCC75125C}"/>
          </ac:spMkLst>
        </pc:spChg>
        <pc:spChg chg="mod">
          <ac:chgData name="Francesco Bellotti" userId="f453232b-f87d-4756-9d8b-c09bc835cc42" providerId="ADAL" clId="{C7FEA3FA-4936-41E1-B7FA-CA082069F7F7}" dt="2026-08-19T20:54:24.146" v="1144" actId="15"/>
          <ac:spMkLst>
            <pc:docMk/>
            <pc:sldMk cId="1258505239" sldId="319"/>
            <ac:spMk id="3" creationId="{AD670996-106B-DD18-2069-41BB43999A75}"/>
          </ac:spMkLst>
        </pc:spChg>
      </pc:sldChg>
      <pc:sldChg chg="modSp new mod">
        <pc:chgData name="Francesco Bellotti" userId="f453232b-f87d-4756-9d8b-c09bc835cc42" providerId="ADAL" clId="{C7FEA3FA-4936-41E1-B7FA-CA082069F7F7}" dt="2026-08-19T20:56:32.343" v="1171" actId="20577"/>
        <pc:sldMkLst>
          <pc:docMk/>
          <pc:sldMk cId="2266772865" sldId="320"/>
        </pc:sldMkLst>
        <pc:spChg chg="mod">
          <ac:chgData name="Francesco Bellotti" userId="f453232b-f87d-4756-9d8b-c09bc835cc42" providerId="ADAL" clId="{C7FEA3FA-4936-41E1-B7FA-CA082069F7F7}" dt="2026-08-19T08:19:16.250" v="901"/>
          <ac:spMkLst>
            <pc:docMk/>
            <pc:sldMk cId="2266772865" sldId="320"/>
            <ac:spMk id="2" creationId="{C154DC37-DA20-8722-EB5F-7A7C6F5A8459}"/>
          </ac:spMkLst>
        </pc:spChg>
        <pc:spChg chg="mod">
          <ac:chgData name="Francesco Bellotti" userId="f453232b-f87d-4756-9d8b-c09bc835cc42" providerId="ADAL" clId="{C7FEA3FA-4936-41E1-B7FA-CA082069F7F7}" dt="2026-08-19T20:56:32.343" v="1171" actId="20577"/>
          <ac:spMkLst>
            <pc:docMk/>
            <pc:sldMk cId="2266772865" sldId="320"/>
            <ac:spMk id="3" creationId="{55866395-61CD-39CC-E0EE-2B7967938C34}"/>
          </ac:spMkLst>
        </pc:spChg>
      </pc:sldChg>
      <pc:sldChg chg="modSp new mod">
        <pc:chgData name="Francesco Bellotti" userId="f453232b-f87d-4756-9d8b-c09bc835cc42" providerId="ADAL" clId="{C7FEA3FA-4936-41E1-B7FA-CA082069F7F7}" dt="2026-08-19T21:02:11.325" v="1221" actId="20577"/>
        <pc:sldMkLst>
          <pc:docMk/>
          <pc:sldMk cId="1822387919" sldId="321"/>
        </pc:sldMkLst>
        <pc:spChg chg="mod">
          <ac:chgData name="Francesco Bellotti" userId="f453232b-f87d-4756-9d8b-c09bc835cc42" providerId="ADAL" clId="{C7FEA3FA-4936-41E1-B7FA-CA082069F7F7}" dt="2026-08-19T08:19:49.458" v="905"/>
          <ac:spMkLst>
            <pc:docMk/>
            <pc:sldMk cId="1822387919" sldId="321"/>
            <ac:spMk id="2" creationId="{CB512DF5-A43F-7DC8-1F97-0AD2D43974C3}"/>
          </ac:spMkLst>
        </pc:spChg>
        <pc:spChg chg="mod">
          <ac:chgData name="Francesco Bellotti" userId="f453232b-f87d-4756-9d8b-c09bc835cc42" providerId="ADAL" clId="{C7FEA3FA-4936-41E1-B7FA-CA082069F7F7}" dt="2026-08-19T21:02:11.325" v="1221" actId="20577"/>
          <ac:spMkLst>
            <pc:docMk/>
            <pc:sldMk cId="1822387919" sldId="321"/>
            <ac:spMk id="3" creationId="{13A5D90A-3628-E485-890C-AF5EABFDDBE0}"/>
          </ac:spMkLst>
        </pc:spChg>
      </pc:sldChg>
      <pc:sldChg chg="modSp new mod">
        <pc:chgData name="Francesco Bellotti" userId="f453232b-f87d-4756-9d8b-c09bc835cc42" providerId="ADAL" clId="{C7FEA3FA-4936-41E1-B7FA-CA082069F7F7}" dt="2026-08-19T21:05:03.080" v="1272" actId="113"/>
        <pc:sldMkLst>
          <pc:docMk/>
          <pc:sldMk cId="1171026057" sldId="322"/>
        </pc:sldMkLst>
        <pc:spChg chg="mod">
          <ac:chgData name="Francesco Bellotti" userId="f453232b-f87d-4756-9d8b-c09bc835cc42" providerId="ADAL" clId="{C7FEA3FA-4936-41E1-B7FA-CA082069F7F7}" dt="2026-08-19T08:20:14.283" v="909"/>
          <ac:spMkLst>
            <pc:docMk/>
            <pc:sldMk cId="1171026057" sldId="322"/>
            <ac:spMk id="2" creationId="{FC493EA9-F5EA-DA20-B299-91687BF2BACD}"/>
          </ac:spMkLst>
        </pc:spChg>
        <pc:spChg chg="mod">
          <ac:chgData name="Francesco Bellotti" userId="f453232b-f87d-4756-9d8b-c09bc835cc42" providerId="ADAL" clId="{C7FEA3FA-4936-41E1-B7FA-CA082069F7F7}" dt="2026-08-19T21:05:03.080" v="1272" actId="113"/>
          <ac:spMkLst>
            <pc:docMk/>
            <pc:sldMk cId="1171026057" sldId="322"/>
            <ac:spMk id="3" creationId="{95003744-476F-2F21-A758-2ED4287E984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07:26.813" v="1340" actId="1076"/>
        <pc:sldMkLst>
          <pc:docMk/>
          <pc:sldMk cId="2229856518" sldId="323"/>
        </pc:sldMkLst>
        <pc:spChg chg="mod ord">
          <ac:chgData name="Francesco Bellotti" userId="f453232b-f87d-4756-9d8b-c09bc835cc42" providerId="ADAL" clId="{C7FEA3FA-4936-41E1-B7FA-CA082069F7F7}" dt="2026-08-19T21:05:58.545" v="1289" actId="700"/>
          <ac:spMkLst>
            <pc:docMk/>
            <pc:sldMk cId="2229856518" sldId="323"/>
            <ac:spMk id="2" creationId="{3DD7E02C-7C5B-9E60-F168-418A927D9D95}"/>
          </ac:spMkLst>
        </pc:spChg>
        <pc:spChg chg="mod ord">
          <ac:chgData name="Francesco Bellotti" userId="f453232b-f87d-4756-9d8b-c09bc835cc42" providerId="ADAL" clId="{C7FEA3FA-4936-41E1-B7FA-CA082069F7F7}" dt="2026-08-19T21:07:06.278" v="1329" actId="27636"/>
          <ac:spMkLst>
            <pc:docMk/>
            <pc:sldMk cId="2229856518" sldId="323"/>
            <ac:spMk id="3" creationId="{7DCD1693-B698-9A05-26C1-2675415C490A}"/>
          </ac:spMkLst>
        </pc:spChg>
        <pc:spChg chg="add mod ord">
          <ac:chgData name="Francesco Bellotti" userId="f453232b-f87d-4756-9d8b-c09bc835cc42" providerId="ADAL" clId="{C7FEA3FA-4936-41E1-B7FA-CA082069F7F7}" dt="2026-08-19T21:07:14.400" v="1335" actId="14100"/>
          <ac:spMkLst>
            <pc:docMk/>
            <pc:sldMk cId="2229856518" sldId="323"/>
            <ac:spMk id="4" creationId="{067AE114-8CF9-658F-1015-E9EFA9316887}"/>
          </ac:spMkLst>
        </pc:spChg>
        <pc:spChg chg="add mod">
          <ac:chgData name="Francesco Bellotti" userId="f453232b-f87d-4756-9d8b-c09bc835cc42" providerId="ADAL" clId="{C7FEA3FA-4936-41E1-B7FA-CA082069F7F7}" dt="2026-08-19T21:07:26.813" v="1340" actId="1076"/>
          <ac:spMkLst>
            <pc:docMk/>
            <pc:sldMk cId="2229856518" sldId="323"/>
            <ac:spMk id="6" creationId="{1BE9C07D-AAC7-E71E-860C-6A2ADCC13CA8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18:08:13.887" v="2757" actId="20577"/>
        <pc:sldMkLst>
          <pc:docMk/>
          <pc:sldMk cId="697788154" sldId="324"/>
        </pc:sldMkLst>
        <pc:spChg chg="mod ord">
          <ac:chgData name="Francesco Bellotti" userId="f453232b-f87d-4756-9d8b-c09bc835cc42" providerId="ADAL" clId="{C7FEA3FA-4936-41E1-B7FA-CA082069F7F7}" dt="2026-08-19T21:08:29.527" v="1351" actId="700"/>
          <ac:spMkLst>
            <pc:docMk/>
            <pc:sldMk cId="697788154" sldId="324"/>
            <ac:spMk id="2" creationId="{CB9D6281-ABAE-E0EB-380F-2F7EDB8CAB15}"/>
          </ac:spMkLst>
        </pc:spChg>
        <pc:spChg chg="mod ord">
          <ac:chgData name="Francesco Bellotti" userId="f453232b-f87d-4756-9d8b-c09bc835cc42" providerId="ADAL" clId="{C7FEA3FA-4936-41E1-B7FA-CA082069F7F7}" dt="2026-08-19T21:09:41.672" v="1390" actId="27636"/>
          <ac:spMkLst>
            <pc:docMk/>
            <pc:sldMk cId="697788154" sldId="324"/>
            <ac:spMk id="3" creationId="{C3274D93-7002-1C06-07D6-1CD292358AA6}"/>
          </ac:spMkLst>
        </pc:spChg>
        <pc:spChg chg="add mod ord">
          <ac:chgData name="Francesco Bellotti" userId="f453232b-f87d-4756-9d8b-c09bc835cc42" providerId="ADAL" clId="{C7FEA3FA-4936-41E1-B7FA-CA082069F7F7}" dt="2026-08-20T18:08:13.887" v="2757" actId="20577"/>
          <ac:spMkLst>
            <pc:docMk/>
            <pc:sldMk cId="697788154" sldId="324"/>
            <ac:spMk id="4" creationId="{FC859721-8562-234E-372F-ABCB03DC0B8B}"/>
          </ac:spMkLst>
        </pc:spChg>
        <pc:spChg chg="add mod">
          <ac:chgData name="Francesco Bellotti" userId="f453232b-f87d-4756-9d8b-c09bc835cc42" providerId="ADAL" clId="{C7FEA3FA-4936-41E1-B7FA-CA082069F7F7}" dt="2026-08-19T21:10:08.342" v="1403" actId="1076"/>
          <ac:spMkLst>
            <pc:docMk/>
            <pc:sldMk cId="697788154" sldId="324"/>
            <ac:spMk id="6" creationId="{4417837F-5C88-997F-B896-82230329C02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12:06.348" v="1454" actId="15"/>
        <pc:sldMkLst>
          <pc:docMk/>
          <pc:sldMk cId="3660563507" sldId="325"/>
        </pc:sldMkLst>
        <pc:spChg chg="mod ord">
          <ac:chgData name="Francesco Bellotti" userId="f453232b-f87d-4756-9d8b-c09bc835cc42" providerId="ADAL" clId="{C7FEA3FA-4936-41E1-B7FA-CA082069F7F7}" dt="2026-08-19T21:10:52.950" v="1411" actId="700"/>
          <ac:spMkLst>
            <pc:docMk/>
            <pc:sldMk cId="3660563507" sldId="325"/>
            <ac:spMk id="2" creationId="{5F75F0B2-8069-2C62-9D29-EFB1D663AC2A}"/>
          </ac:spMkLst>
        </pc:spChg>
        <pc:spChg chg="mod ord">
          <ac:chgData name="Francesco Bellotti" userId="f453232b-f87d-4756-9d8b-c09bc835cc42" providerId="ADAL" clId="{C7FEA3FA-4936-41E1-B7FA-CA082069F7F7}" dt="2026-08-19T21:11:47.883" v="1453" actId="27636"/>
          <ac:spMkLst>
            <pc:docMk/>
            <pc:sldMk cId="3660563507" sldId="325"/>
            <ac:spMk id="3" creationId="{39D7E209-050B-66E2-31EE-3B480082B902}"/>
          </ac:spMkLst>
        </pc:spChg>
        <pc:spChg chg="add mod ord">
          <ac:chgData name="Francesco Bellotti" userId="f453232b-f87d-4756-9d8b-c09bc835cc42" providerId="ADAL" clId="{C7FEA3FA-4936-41E1-B7FA-CA082069F7F7}" dt="2026-08-19T21:12:06.348" v="1454" actId="15"/>
          <ac:spMkLst>
            <pc:docMk/>
            <pc:sldMk cId="3660563507" sldId="325"/>
            <ac:spMk id="4" creationId="{E5496631-F91E-D882-928D-A206E574B3D3}"/>
          </ac:spMkLst>
        </pc:spChg>
      </pc:sldChg>
      <pc:sldChg chg="modSp new">
        <pc:chgData name="Francesco Bellotti" userId="f453232b-f87d-4756-9d8b-c09bc835cc42" providerId="ADAL" clId="{C7FEA3FA-4936-41E1-B7FA-CA082069F7F7}" dt="2026-08-19T08:21:46.090" v="926"/>
        <pc:sldMkLst>
          <pc:docMk/>
          <pc:sldMk cId="4093331917" sldId="326"/>
        </pc:sldMkLst>
        <pc:spChg chg="mod">
          <ac:chgData name="Francesco Bellotti" userId="f453232b-f87d-4756-9d8b-c09bc835cc42" providerId="ADAL" clId="{C7FEA3FA-4936-41E1-B7FA-CA082069F7F7}" dt="2026-08-19T08:21:46.090" v="926"/>
          <ac:spMkLst>
            <pc:docMk/>
            <pc:sldMk cId="4093331917" sldId="326"/>
            <ac:spMk id="2" creationId="{89D084EB-2BE0-B165-881C-5A2BE9BE41D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15:45.994" v="1510" actId="20577"/>
        <pc:sldMkLst>
          <pc:docMk/>
          <pc:sldMk cId="2120659926" sldId="327"/>
        </pc:sldMkLst>
        <pc:spChg chg="mod ord">
          <ac:chgData name="Francesco Bellotti" userId="f453232b-f87d-4756-9d8b-c09bc835cc42" providerId="ADAL" clId="{C7FEA3FA-4936-41E1-B7FA-CA082069F7F7}" dt="2026-08-19T21:12:43.553" v="1457" actId="700"/>
          <ac:spMkLst>
            <pc:docMk/>
            <pc:sldMk cId="2120659926" sldId="327"/>
            <ac:spMk id="2" creationId="{F719DAEA-EAAC-DF27-21CB-96CEB218F769}"/>
          </ac:spMkLst>
        </pc:spChg>
        <pc:spChg chg="mod ord">
          <ac:chgData name="Francesco Bellotti" userId="f453232b-f87d-4756-9d8b-c09bc835cc42" providerId="ADAL" clId="{C7FEA3FA-4936-41E1-B7FA-CA082069F7F7}" dt="2026-08-19T21:15:44.470" v="1507" actId="27636"/>
          <ac:spMkLst>
            <pc:docMk/>
            <pc:sldMk cId="2120659926" sldId="327"/>
            <ac:spMk id="3" creationId="{0DF852EB-1FDE-C5FD-4840-AE9D47FF0CDC}"/>
          </ac:spMkLst>
        </pc:spChg>
        <pc:spChg chg="add mod ord">
          <ac:chgData name="Francesco Bellotti" userId="f453232b-f87d-4756-9d8b-c09bc835cc42" providerId="ADAL" clId="{C7FEA3FA-4936-41E1-B7FA-CA082069F7F7}" dt="2026-08-19T21:15:45.994" v="1510" actId="20577"/>
          <ac:spMkLst>
            <pc:docMk/>
            <pc:sldMk cId="2120659926" sldId="327"/>
            <ac:spMk id="4" creationId="{553BAFCD-4D42-57E4-F7AF-EC8EFEB5E70B}"/>
          </ac:spMkLst>
        </pc:spChg>
        <pc:spChg chg="add mod">
          <ac:chgData name="Francesco Bellotti" userId="f453232b-f87d-4756-9d8b-c09bc835cc42" providerId="ADAL" clId="{C7FEA3FA-4936-41E1-B7FA-CA082069F7F7}" dt="2026-08-19T21:13:15.984" v="1476" actId="14100"/>
          <ac:spMkLst>
            <pc:docMk/>
            <pc:sldMk cId="2120659926" sldId="327"/>
            <ac:spMk id="6" creationId="{C43C51EF-E447-B1FB-CE65-5D74E7791061}"/>
          </ac:spMkLst>
        </pc:spChg>
      </pc:sldChg>
      <pc:sldChg chg="modSp new mod">
        <pc:chgData name="Francesco Bellotti" userId="f453232b-f87d-4756-9d8b-c09bc835cc42" providerId="ADAL" clId="{C7FEA3FA-4936-41E1-B7FA-CA082069F7F7}" dt="2026-08-19T21:17:22.516" v="1523" actId="15"/>
        <pc:sldMkLst>
          <pc:docMk/>
          <pc:sldMk cId="1597001309" sldId="328"/>
        </pc:sldMkLst>
        <pc:spChg chg="mod">
          <ac:chgData name="Francesco Bellotti" userId="f453232b-f87d-4756-9d8b-c09bc835cc42" providerId="ADAL" clId="{C7FEA3FA-4936-41E1-B7FA-CA082069F7F7}" dt="2026-08-19T08:22:28.003" v="934"/>
          <ac:spMkLst>
            <pc:docMk/>
            <pc:sldMk cId="1597001309" sldId="328"/>
            <ac:spMk id="2" creationId="{3EABB787-DD6F-2EF4-4F94-07A38774CC25}"/>
          </ac:spMkLst>
        </pc:spChg>
        <pc:spChg chg="mod">
          <ac:chgData name="Francesco Bellotti" userId="f453232b-f87d-4756-9d8b-c09bc835cc42" providerId="ADAL" clId="{C7FEA3FA-4936-41E1-B7FA-CA082069F7F7}" dt="2026-08-19T21:17:22.516" v="1523" actId="15"/>
          <ac:spMkLst>
            <pc:docMk/>
            <pc:sldMk cId="1597001309" sldId="328"/>
            <ac:spMk id="3" creationId="{48FC9461-C945-D12B-D838-B7FD9B446535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19T21:18:44.006" v="1542" actId="15"/>
        <pc:sldMkLst>
          <pc:docMk/>
          <pc:sldMk cId="2283685381" sldId="329"/>
        </pc:sldMkLst>
        <pc:spChg chg="mod ord">
          <ac:chgData name="Francesco Bellotti" userId="f453232b-f87d-4756-9d8b-c09bc835cc42" providerId="ADAL" clId="{C7FEA3FA-4936-41E1-B7FA-CA082069F7F7}" dt="2026-08-19T21:16:25.927" v="1517" actId="700"/>
          <ac:spMkLst>
            <pc:docMk/>
            <pc:sldMk cId="2283685381" sldId="329"/>
            <ac:spMk id="2" creationId="{D058C644-61FB-AEE6-4154-EBA8AC5F739A}"/>
          </ac:spMkLst>
        </pc:spChg>
        <pc:spChg chg="mod ord">
          <ac:chgData name="Francesco Bellotti" userId="f453232b-f87d-4756-9d8b-c09bc835cc42" providerId="ADAL" clId="{C7FEA3FA-4936-41E1-B7FA-CA082069F7F7}" dt="2026-08-19T21:18:25.946" v="1538" actId="27636"/>
          <ac:spMkLst>
            <pc:docMk/>
            <pc:sldMk cId="2283685381" sldId="329"/>
            <ac:spMk id="3" creationId="{8144638D-CB99-882C-C0ED-408530E1E129}"/>
          </ac:spMkLst>
        </pc:spChg>
        <pc:spChg chg="add mod ord">
          <ac:chgData name="Francesco Bellotti" userId="f453232b-f87d-4756-9d8b-c09bc835cc42" providerId="ADAL" clId="{C7FEA3FA-4936-41E1-B7FA-CA082069F7F7}" dt="2026-08-19T21:18:44.006" v="1542" actId="15"/>
          <ac:spMkLst>
            <pc:docMk/>
            <pc:sldMk cId="2283685381" sldId="329"/>
            <ac:spMk id="4" creationId="{D292038F-52C9-2B57-F37F-108C6119BF5A}"/>
          </ac:spMkLst>
        </pc:spChg>
      </pc:sldChg>
      <pc:sldChg chg="modSp new mod">
        <pc:chgData name="Francesco Bellotti" userId="f453232b-f87d-4756-9d8b-c09bc835cc42" providerId="ADAL" clId="{C7FEA3FA-4936-41E1-B7FA-CA082069F7F7}" dt="2026-08-19T21:20:32.175" v="1576" actId="20577"/>
        <pc:sldMkLst>
          <pc:docMk/>
          <pc:sldMk cId="1229779664" sldId="330"/>
        </pc:sldMkLst>
        <pc:spChg chg="mod">
          <ac:chgData name="Francesco Bellotti" userId="f453232b-f87d-4756-9d8b-c09bc835cc42" providerId="ADAL" clId="{C7FEA3FA-4936-41E1-B7FA-CA082069F7F7}" dt="2026-08-19T08:23:13.284" v="944"/>
          <ac:spMkLst>
            <pc:docMk/>
            <pc:sldMk cId="1229779664" sldId="330"/>
            <ac:spMk id="2" creationId="{C34933BC-8AB1-CC23-13B1-8593C4BECB73}"/>
          </ac:spMkLst>
        </pc:spChg>
        <pc:spChg chg="mod">
          <ac:chgData name="Francesco Bellotti" userId="f453232b-f87d-4756-9d8b-c09bc835cc42" providerId="ADAL" clId="{C7FEA3FA-4936-41E1-B7FA-CA082069F7F7}" dt="2026-08-19T21:20:32.175" v="1576" actId="20577"/>
          <ac:spMkLst>
            <pc:docMk/>
            <pc:sldMk cId="1229779664" sldId="330"/>
            <ac:spMk id="3" creationId="{84B17654-FF54-A0D5-CB3E-E389C25216C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22:33.416" v="1605" actId="15"/>
        <pc:sldMkLst>
          <pc:docMk/>
          <pc:sldMk cId="3864299925" sldId="331"/>
        </pc:sldMkLst>
        <pc:spChg chg="add mod">
          <ac:chgData name="Francesco Bellotti" userId="f453232b-f87d-4756-9d8b-c09bc835cc42" providerId="ADAL" clId="{C7FEA3FA-4936-41E1-B7FA-CA082069F7F7}" dt="2026-08-19T08:23:38.652" v="949"/>
          <ac:spMkLst>
            <pc:docMk/>
            <pc:sldMk cId="3864299925" sldId="331"/>
            <ac:spMk id="2" creationId="{BDC7CC16-E219-4086-B093-94327456D44F}"/>
          </ac:spMkLst>
        </pc:spChg>
        <pc:spChg chg="add mod">
          <ac:chgData name="Francesco Bellotti" userId="f453232b-f87d-4756-9d8b-c09bc835cc42" providerId="ADAL" clId="{C7FEA3FA-4936-41E1-B7FA-CA082069F7F7}" dt="2026-08-19T21:22:33.416" v="1605" actId="15"/>
          <ac:spMkLst>
            <pc:docMk/>
            <pc:sldMk cId="3864299925" sldId="331"/>
            <ac:spMk id="3" creationId="{89A3B1FA-0F52-FE22-8391-0FFCD74EC7B1}"/>
          </ac:spMkLst>
        </pc:spChg>
      </pc:sldChg>
      <pc:sldChg chg="modSp new mod ord">
        <pc:chgData name="Francesco Bellotti" userId="f453232b-f87d-4756-9d8b-c09bc835cc42" providerId="ADAL" clId="{C7FEA3FA-4936-41E1-B7FA-CA082069F7F7}" dt="2026-08-19T21:24:35.188" v="1664" actId="20577"/>
        <pc:sldMkLst>
          <pc:docMk/>
          <pc:sldMk cId="2737591008" sldId="332"/>
        </pc:sldMkLst>
        <pc:spChg chg="mod">
          <ac:chgData name="Francesco Bellotti" userId="f453232b-f87d-4756-9d8b-c09bc835cc42" providerId="ADAL" clId="{C7FEA3FA-4936-41E1-B7FA-CA082069F7F7}" dt="2026-08-19T08:23:59.517" v="953"/>
          <ac:spMkLst>
            <pc:docMk/>
            <pc:sldMk cId="2737591008" sldId="332"/>
            <ac:spMk id="2" creationId="{E8E43A33-14CD-61A5-416D-40D7752DDBE7}"/>
          </ac:spMkLst>
        </pc:spChg>
        <pc:spChg chg="mod">
          <ac:chgData name="Francesco Bellotti" userId="f453232b-f87d-4756-9d8b-c09bc835cc42" providerId="ADAL" clId="{C7FEA3FA-4936-41E1-B7FA-CA082069F7F7}" dt="2026-08-19T21:24:35.188" v="1664" actId="20577"/>
          <ac:spMkLst>
            <pc:docMk/>
            <pc:sldMk cId="2737591008" sldId="332"/>
            <ac:spMk id="3" creationId="{D1E94EF9-9BDA-2590-C56F-E0829A5B7B55}"/>
          </ac:spMkLst>
        </pc:spChg>
      </pc:sldChg>
      <pc:sldChg chg="modSp new mod">
        <pc:chgData name="Francesco Bellotti" userId="f453232b-f87d-4756-9d8b-c09bc835cc42" providerId="ADAL" clId="{C7FEA3FA-4936-41E1-B7FA-CA082069F7F7}" dt="2026-08-19T21:29:24.632" v="1693" actId="113"/>
        <pc:sldMkLst>
          <pc:docMk/>
          <pc:sldMk cId="4033642218" sldId="333"/>
        </pc:sldMkLst>
        <pc:spChg chg="mod">
          <ac:chgData name="Francesco Bellotti" userId="f453232b-f87d-4756-9d8b-c09bc835cc42" providerId="ADAL" clId="{C7FEA3FA-4936-41E1-B7FA-CA082069F7F7}" dt="2026-08-19T08:24:35.459" v="959"/>
          <ac:spMkLst>
            <pc:docMk/>
            <pc:sldMk cId="4033642218" sldId="333"/>
            <ac:spMk id="2" creationId="{D2096C06-3D3C-FA9B-16D7-D96BCB2CDB51}"/>
          </ac:spMkLst>
        </pc:spChg>
        <pc:spChg chg="mod">
          <ac:chgData name="Francesco Bellotti" userId="f453232b-f87d-4756-9d8b-c09bc835cc42" providerId="ADAL" clId="{C7FEA3FA-4936-41E1-B7FA-CA082069F7F7}" dt="2026-08-19T21:29:24.632" v="1693" actId="113"/>
          <ac:spMkLst>
            <pc:docMk/>
            <pc:sldMk cId="4033642218" sldId="333"/>
            <ac:spMk id="3" creationId="{1AA5CA59-4254-0039-10C2-AE674DBD28F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32:47.502" v="1732" actId="20577"/>
        <pc:sldMkLst>
          <pc:docMk/>
          <pc:sldMk cId="1467709667" sldId="334"/>
        </pc:sldMkLst>
        <pc:spChg chg="mod ord">
          <ac:chgData name="Francesco Bellotti" userId="f453232b-f87d-4756-9d8b-c09bc835cc42" providerId="ADAL" clId="{C7FEA3FA-4936-41E1-B7FA-CA082069F7F7}" dt="2026-08-19T21:31:17.604" v="1706" actId="700"/>
          <ac:spMkLst>
            <pc:docMk/>
            <pc:sldMk cId="1467709667" sldId="334"/>
            <ac:spMk id="2" creationId="{CFD36467-7997-0487-DFE5-1F9529506DCD}"/>
          </ac:spMkLst>
        </pc:spChg>
        <pc:spChg chg="mod ord">
          <ac:chgData name="Francesco Bellotti" userId="f453232b-f87d-4756-9d8b-c09bc835cc42" providerId="ADAL" clId="{C7FEA3FA-4936-41E1-B7FA-CA082069F7F7}" dt="2026-08-19T21:32:07.045" v="1720" actId="27636"/>
          <ac:spMkLst>
            <pc:docMk/>
            <pc:sldMk cId="1467709667" sldId="334"/>
            <ac:spMk id="3" creationId="{BC9FD407-AF7B-21EF-16C6-4E9D28CB46E1}"/>
          </ac:spMkLst>
        </pc:spChg>
        <pc:spChg chg="add mod ord">
          <ac:chgData name="Francesco Bellotti" userId="f453232b-f87d-4756-9d8b-c09bc835cc42" providerId="ADAL" clId="{C7FEA3FA-4936-41E1-B7FA-CA082069F7F7}" dt="2026-08-19T21:32:31.793" v="1726" actId="21"/>
          <ac:spMkLst>
            <pc:docMk/>
            <pc:sldMk cId="1467709667" sldId="334"/>
            <ac:spMk id="4" creationId="{CB384348-E243-18F0-DF45-D4AF3A4F46A2}"/>
          </ac:spMkLst>
        </pc:spChg>
        <pc:spChg chg="add mod">
          <ac:chgData name="Francesco Bellotti" userId="f453232b-f87d-4756-9d8b-c09bc835cc42" providerId="ADAL" clId="{C7FEA3FA-4936-41E1-B7FA-CA082069F7F7}" dt="2026-08-19T21:32:47.502" v="1732" actId="20577"/>
          <ac:spMkLst>
            <pc:docMk/>
            <pc:sldMk cId="1467709667" sldId="334"/>
            <ac:spMk id="6" creationId="{D8C4E32F-1A36-304A-0EB1-996BF3FC52F8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35:29.451" v="1830" actId="20577"/>
        <pc:sldMkLst>
          <pc:docMk/>
          <pc:sldMk cId="601889228" sldId="335"/>
        </pc:sldMkLst>
        <pc:spChg chg="mod ord">
          <ac:chgData name="Francesco Bellotti" userId="f453232b-f87d-4756-9d8b-c09bc835cc42" providerId="ADAL" clId="{C7FEA3FA-4936-41E1-B7FA-CA082069F7F7}" dt="2026-08-19T21:33:04.974" v="1735" actId="700"/>
          <ac:spMkLst>
            <pc:docMk/>
            <pc:sldMk cId="601889228" sldId="335"/>
            <ac:spMk id="2" creationId="{F68044E9-ABAD-495D-292F-BD063C19626F}"/>
          </ac:spMkLst>
        </pc:spChg>
        <pc:spChg chg="mod ord">
          <ac:chgData name="Francesco Bellotti" userId="f453232b-f87d-4756-9d8b-c09bc835cc42" providerId="ADAL" clId="{C7FEA3FA-4936-41E1-B7FA-CA082069F7F7}" dt="2026-08-19T21:35:27.046" v="1824" actId="27636"/>
          <ac:spMkLst>
            <pc:docMk/>
            <pc:sldMk cId="601889228" sldId="335"/>
            <ac:spMk id="3" creationId="{36960E51-029E-F970-8114-D17790448473}"/>
          </ac:spMkLst>
        </pc:spChg>
        <pc:spChg chg="add mod ord">
          <ac:chgData name="Francesco Bellotti" userId="f453232b-f87d-4756-9d8b-c09bc835cc42" providerId="ADAL" clId="{C7FEA3FA-4936-41E1-B7FA-CA082069F7F7}" dt="2026-08-19T21:35:29.451" v="1830" actId="20577"/>
          <ac:spMkLst>
            <pc:docMk/>
            <pc:sldMk cId="601889228" sldId="335"/>
            <ac:spMk id="4" creationId="{56CDD897-A342-345F-D001-9938AEE55A6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36:21.807" v="1842" actId="113"/>
        <pc:sldMkLst>
          <pc:docMk/>
          <pc:sldMk cId="1119020416" sldId="336"/>
        </pc:sldMkLst>
        <pc:spChg chg="mod ord">
          <ac:chgData name="Francesco Bellotti" userId="f453232b-f87d-4756-9d8b-c09bc835cc42" providerId="ADAL" clId="{C7FEA3FA-4936-41E1-B7FA-CA082069F7F7}" dt="2026-08-19T21:33:31.787" v="1747" actId="700"/>
          <ac:spMkLst>
            <pc:docMk/>
            <pc:sldMk cId="1119020416" sldId="336"/>
            <ac:spMk id="2" creationId="{5E5C1DBD-00D4-30D5-6D15-42D3FE85A09E}"/>
          </ac:spMkLst>
        </pc:spChg>
        <pc:spChg chg="mod ord">
          <ac:chgData name="Francesco Bellotti" userId="f453232b-f87d-4756-9d8b-c09bc835cc42" providerId="ADAL" clId="{C7FEA3FA-4936-41E1-B7FA-CA082069F7F7}" dt="2026-08-19T21:35:58.719" v="1838" actId="20577"/>
          <ac:spMkLst>
            <pc:docMk/>
            <pc:sldMk cId="1119020416" sldId="336"/>
            <ac:spMk id="3" creationId="{DC4ED0D8-6C36-478D-5573-79511973D7AF}"/>
          </ac:spMkLst>
        </pc:spChg>
        <pc:spChg chg="add mod ord">
          <ac:chgData name="Francesco Bellotti" userId="f453232b-f87d-4756-9d8b-c09bc835cc42" providerId="ADAL" clId="{C7FEA3FA-4936-41E1-B7FA-CA082069F7F7}" dt="2026-08-19T21:36:21.807" v="1842" actId="113"/>
          <ac:spMkLst>
            <pc:docMk/>
            <pc:sldMk cId="1119020416" sldId="336"/>
            <ac:spMk id="4" creationId="{8F1DED26-45B9-8DD9-7DEB-EFF0E9BE8235}"/>
          </ac:spMkLst>
        </pc:spChg>
      </pc:sldChg>
      <pc:sldChg chg="modSp new mod">
        <pc:chgData name="Francesco Bellotti" userId="f453232b-f87d-4756-9d8b-c09bc835cc42" providerId="ADAL" clId="{C7FEA3FA-4936-41E1-B7FA-CA082069F7F7}" dt="2026-08-19T21:39:43.402" v="1887" actId="27636"/>
        <pc:sldMkLst>
          <pc:docMk/>
          <pc:sldMk cId="1563947259" sldId="337"/>
        </pc:sldMkLst>
        <pc:spChg chg="mod">
          <ac:chgData name="Francesco Bellotti" userId="f453232b-f87d-4756-9d8b-c09bc835cc42" providerId="ADAL" clId="{C7FEA3FA-4936-41E1-B7FA-CA082069F7F7}" dt="2026-08-19T08:25:50.619" v="975"/>
          <ac:spMkLst>
            <pc:docMk/>
            <pc:sldMk cId="1563947259" sldId="337"/>
            <ac:spMk id="2" creationId="{BB480321-1A1B-2215-CE5D-256C5DEB027C}"/>
          </ac:spMkLst>
        </pc:spChg>
        <pc:spChg chg="mod">
          <ac:chgData name="Francesco Bellotti" userId="f453232b-f87d-4756-9d8b-c09bc835cc42" providerId="ADAL" clId="{C7FEA3FA-4936-41E1-B7FA-CA082069F7F7}" dt="2026-08-19T21:39:43.402" v="1887" actId="27636"/>
          <ac:spMkLst>
            <pc:docMk/>
            <pc:sldMk cId="1563947259" sldId="337"/>
            <ac:spMk id="3" creationId="{DB0BFA87-DFB4-FFE2-C379-6A01E12A8B14}"/>
          </ac:spMkLst>
        </pc:spChg>
      </pc:sldChg>
      <pc:sldChg chg="modSp new mod">
        <pc:chgData name="Francesco Bellotti" userId="f453232b-f87d-4756-9d8b-c09bc835cc42" providerId="ADAL" clId="{C7FEA3FA-4936-41E1-B7FA-CA082069F7F7}" dt="2026-08-19T21:42:17.298" v="1923" actId="15"/>
        <pc:sldMkLst>
          <pc:docMk/>
          <pc:sldMk cId="1382198095" sldId="338"/>
        </pc:sldMkLst>
        <pc:spChg chg="mod">
          <ac:chgData name="Francesco Bellotti" userId="f453232b-f87d-4756-9d8b-c09bc835cc42" providerId="ADAL" clId="{C7FEA3FA-4936-41E1-B7FA-CA082069F7F7}" dt="2026-08-19T08:26:10.059" v="979"/>
          <ac:spMkLst>
            <pc:docMk/>
            <pc:sldMk cId="1382198095" sldId="338"/>
            <ac:spMk id="2" creationId="{19967506-0A8F-8FDA-C0DC-76A07C4B61DF}"/>
          </ac:spMkLst>
        </pc:spChg>
        <pc:spChg chg="mod">
          <ac:chgData name="Francesco Bellotti" userId="f453232b-f87d-4756-9d8b-c09bc835cc42" providerId="ADAL" clId="{C7FEA3FA-4936-41E1-B7FA-CA082069F7F7}" dt="2026-08-19T21:42:17.298" v="1923" actId="15"/>
          <ac:spMkLst>
            <pc:docMk/>
            <pc:sldMk cId="1382198095" sldId="338"/>
            <ac:spMk id="3" creationId="{420B147F-7C01-886D-F7D3-C930D353B86B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19T21:45:53.896" v="1962" actId="1076"/>
        <pc:sldMkLst>
          <pc:docMk/>
          <pc:sldMk cId="2152776416" sldId="339"/>
        </pc:sldMkLst>
        <pc:spChg chg="mod ord">
          <ac:chgData name="Francesco Bellotti" userId="f453232b-f87d-4756-9d8b-c09bc835cc42" providerId="ADAL" clId="{C7FEA3FA-4936-41E1-B7FA-CA082069F7F7}" dt="2026-08-19T21:44:07.574" v="1932" actId="700"/>
          <ac:spMkLst>
            <pc:docMk/>
            <pc:sldMk cId="2152776416" sldId="339"/>
            <ac:spMk id="2" creationId="{FFCD8BA1-1EA3-3EA9-47E7-EF6E3FCEBA36}"/>
          </ac:spMkLst>
        </pc:spChg>
        <pc:spChg chg="mod ord">
          <ac:chgData name="Francesco Bellotti" userId="f453232b-f87d-4756-9d8b-c09bc835cc42" providerId="ADAL" clId="{C7FEA3FA-4936-41E1-B7FA-CA082069F7F7}" dt="2026-08-19T21:45:21.541" v="1954" actId="27636"/>
          <ac:spMkLst>
            <pc:docMk/>
            <pc:sldMk cId="2152776416" sldId="339"/>
            <ac:spMk id="3" creationId="{34B1C174-CA88-5E82-FBC2-2A69388726EB}"/>
          </ac:spMkLst>
        </pc:spChg>
        <pc:spChg chg="add mod ord">
          <ac:chgData name="Francesco Bellotti" userId="f453232b-f87d-4756-9d8b-c09bc835cc42" providerId="ADAL" clId="{C7FEA3FA-4936-41E1-B7FA-CA082069F7F7}" dt="2026-08-19T21:45:32.040" v="1957" actId="15"/>
          <ac:spMkLst>
            <pc:docMk/>
            <pc:sldMk cId="2152776416" sldId="339"/>
            <ac:spMk id="4" creationId="{3DC481A5-0F7B-E138-874A-EC7BEAC9F315}"/>
          </ac:spMkLst>
        </pc:spChg>
        <pc:spChg chg="add mod">
          <ac:chgData name="Francesco Bellotti" userId="f453232b-f87d-4756-9d8b-c09bc835cc42" providerId="ADAL" clId="{C7FEA3FA-4936-41E1-B7FA-CA082069F7F7}" dt="2026-08-19T21:45:53.896" v="1962" actId="1076"/>
          <ac:spMkLst>
            <pc:docMk/>
            <pc:sldMk cId="2152776416" sldId="339"/>
            <ac:spMk id="6" creationId="{242AF5CA-04FD-9167-57A9-92C201A0F376}"/>
          </ac:spMkLst>
        </pc:spChg>
      </pc:sldChg>
      <pc:sldChg chg="modSp new mod">
        <pc:chgData name="Francesco Bellotti" userId="f453232b-f87d-4756-9d8b-c09bc835cc42" providerId="ADAL" clId="{C7FEA3FA-4936-41E1-B7FA-CA082069F7F7}" dt="2026-08-20T18:08:27.473" v="2763" actId="20577"/>
        <pc:sldMkLst>
          <pc:docMk/>
          <pc:sldMk cId="2863979447" sldId="340"/>
        </pc:sldMkLst>
        <pc:spChg chg="mod">
          <ac:chgData name="Francesco Bellotti" userId="f453232b-f87d-4756-9d8b-c09bc835cc42" providerId="ADAL" clId="{C7FEA3FA-4936-41E1-B7FA-CA082069F7F7}" dt="2026-08-19T08:26:51.654" v="987"/>
          <ac:spMkLst>
            <pc:docMk/>
            <pc:sldMk cId="2863979447" sldId="340"/>
            <ac:spMk id="2" creationId="{CB55A08F-751D-F316-F3E7-33164CD2EC57}"/>
          </ac:spMkLst>
        </pc:spChg>
        <pc:spChg chg="mod">
          <ac:chgData name="Francesco Bellotti" userId="f453232b-f87d-4756-9d8b-c09bc835cc42" providerId="ADAL" clId="{C7FEA3FA-4936-41E1-B7FA-CA082069F7F7}" dt="2026-08-20T18:08:27.473" v="2763" actId="20577"/>
          <ac:spMkLst>
            <pc:docMk/>
            <pc:sldMk cId="2863979447" sldId="340"/>
            <ac:spMk id="3" creationId="{3FD44B1E-CCA6-FCE2-7CB0-56B617A93269}"/>
          </ac:spMkLst>
        </pc:spChg>
      </pc:sldChg>
      <pc:sldChg chg="modSp new mod">
        <pc:chgData name="Francesco Bellotti" userId="f453232b-f87d-4756-9d8b-c09bc835cc42" providerId="ADAL" clId="{C7FEA3FA-4936-41E1-B7FA-CA082069F7F7}" dt="2026-08-19T20:46:33.236" v="1017" actId="27636"/>
        <pc:sldMkLst>
          <pc:docMk/>
          <pc:sldMk cId="1837310232" sldId="341"/>
        </pc:sldMkLst>
        <pc:spChg chg="mod">
          <ac:chgData name="Francesco Bellotti" userId="f453232b-f87d-4756-9d8b-c09bc835cc42" providerId="ADAL" clId="{C7FEA3FA-4936-41E1-B7FA-CA082069F7F7}" dt="2026-08-19T20:45:16.804" v="995"/>
          <ac:spMkLst>
            <pc:docMk/>
            <pc:sldMk cId="1837310232" sldId="341"/>
            <ac:spMk id="2" creationId="{376FA8D2-ABDE-A771-A150-FA99A19DDCA0}"/>
          </ac:spMkLst>
        </pc:spChg>
        <pc:spChg chg="mod">
          <ac:chgData name="Francesco Bellotti" userId="f453232b-f87d-4756-9d8b-c09bc835cc42" providerId="ADAL" clId="{C7FEA3FA-4936-41E1-B7FA-CA082069F7F7}" dt="2026-08-19T20:46:33.236" v="1017" actId="27636"/>
          <ac:spMkLst>
            <pc:docMk/>
            <pc:sldMk cId="1837310232" sldId="341"/>
            <ac:spMk id="3" creationId="{E68EFE72-9556-D694-171A-6A32A16D9B46}"/>
          </ac:spMkLst>
        </pc:spChg>
      </pc:sldChg>
      <pc:sldChg chg="modSp add mod">
        <pc:chgData name="Francesco Bellotti" userId="f453232b-f87d-4756-9d8b-c09bc835cc42" providerId="ADAL" clId="{C7FEA3FA-4936-41E1-B7FA-CA082069F7F7}" dt="2026-08-19T20:53:02.191" v="1123" actId="113"/>
        <pc:sldMkLst>
          <pc:docMk/>
          <pc:sldMk cId="4073969475" sldId="342"/>
        </pc:sldMkLst>
        <pc:spChg chg="mod">
          <ac:chgData name="Francesco Bellotti" userId="f453232b-f87d-4756-9d8b-c09bc835cc42" providerId="ADAL" clId="{C7FEA3FA-4936-41E1-B7FA-CA082069F7F7}" dt="2026-08-19T20:53:02.191" v="1123" actId="113"/>
          <ac:spMkLst>
            <pc:docMk/>
            <pc:sldMk cId="4073969475" sldId="342"/>
            <ac:spMk id="3" creationId="{500CA69D-A0A8-7F2A-4FB4-09959F8C1A70}"/>
          </ac:spMkLst>
        </pc:spChg>
      </pc:sldChg>
      <pc:sldChg chg="modSp add mod">
        <pc:chgData name="Francesco Bellotti" userId="f453232b-f87d-4756-9d8b-c09bc835cc42" providerId="ADAL" clId="{C7FEA3FA-4936-41E1-B7FA-CA082069F7F7}" dt="2026-08-19T20:55:00.639" v="1158" actId="27636"/>
        <pc:sldMkLst>
          <pc:docMk/>
          <pc:sldMk cId="894031421" sldId="343"/>
        </pc:sldMkLst>
        <pc:spChg chg="mod">
          <ac:chgData name="Francesco Bellotti" userId="f453232b-f87d-4756-9d8b-c09bc835cc42" providerId="ADAL" clId="{C7FEA3FA-4936-41E1-B7FA-CA082069F7F7}" dt="2026-08-19T20:55:00.639" v="1158" actId="27636"/>
          <ac:spMkLst>
            <pc:docMk/>
            <pc:sldMk cId="894031421" sldId="343"/>
            <ac:spMk id="3" creationId="{93A62CD6-7F9C-6E65-3674-C5FE04EB1928}"/>
          </ac:spMkLst>
        </pc:spChg>
      </pc:sldChg>
      <pc:sldChg chg="modSp add mod">
        <pc:chgData name="Francesco Bellotti" userId="f453232b-f87d-4756-9d8b-c09bc835cc42" providerId="ADAL" clId="{C7FEA3FA-4936-41E1-B7FA-CA082069F7F7}" dt="2026-08-19T20:57:07.103" v="1194" actId="27636"/>
        <pc:sldMkLst>
          <pc:docMk/>
          <pc:sldMk cId="243148251" sldId="344"/>
        </pc:sldMkLst>
        <pc:spChg chg="mod">
          <ac:chgData name="Francesco Bellotti" userId="f453232b-f87d-4756-9d8b-c09bc835cc42" providerId="ADAL" clId="{C7FEA3FA-4936-41E1-B7FA-CA082069F7F7}" dt="2026-08-19T20:57:07.103" v="1194" actId="27636"/>
          <ac:spMkLst>
            <pc:docMk/>
            <pc:sldMk cId="243148251" sldId="344"/>
            <ac:spMk id="3" creationId="{32318DB9-DCA8-4251-8277-C1D1A909F375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02:46.064" v="1248" actId="113"/>
        <pc:sldMkLst>
          <pc:docMk/>
          <pc:sldMk cId="1585565231" sldId="345"/>
        </pc:sldMkLst>
        <pc:spChg chg="mod">
          <ac:chgData name="Francesco Bellotti" userId="f453232b-f87d-4756-9d8b-c09bc835cc42" providerId="ADAL" clId="{C7FEA3FA-4936-41E1-B7FA-CA082069F7F7}" dt="2026-08-19T21:02:46.064" v="1248" actId="113"/>
          <ac:spMkLst>
            <pc:docMk/>
            <pc:sldMk cId="1585565231" sldId="345"/>
            <ac:spMk id="3" creationId="{B52AD2C3-77EF-D8CD-CC13-6881057142EF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05:26.577" v="1286" actId="27636"/>
        <pc:sldMkLst>
          <pc:docMk/>
          <pc:sldMk cId="3773352420" sldId="346"/>
        </pc:sldMkLst>
        <pc:spChg chg="mod">
          <ac:chgData name="Francesco Bellotti" userId="f453232b-f87d-4756-9d8b-c09bc835cc42" providerId="ADAL" clId="{C7FEA3FA-4936-41E1-B7FA-CA082069F7F7}" dt="2026-08-19T21:05:26.577" v="1286" actId="27636"/>
          <ac:spMkLst>
            <pc:docMk/>
            <pc:sldMk cId="3773352420" sldId="346"/>
            <ac:spMk id="3" creationId="{849D5CEC-2CC8-B3F7-76B5-C0548B94F923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19T21:11:28.144" v="1449" actId="20577"/>
        <pc:sldMkLst>
          <pc:docMk/>
          <pc:sldMk cId="1881384902" sldId="347"/>
        </pc:sldMkLst>
        <pc:spChg chg="add mod ord">
          <ac:chgData name="Francesco Bellotti" userId="f453232b-f87d-4756-9d8b-c09bc835cc42" providerId="ADAL" clId="{C7FEA3FA-4936-41E1-B7FA-CA082069F7F7}" dt="2026-08-19T21:11:23.418" v="1447" actId="20577"/>
          <ac:spMkLst>
            <pc:docMk/>
            <pc:sldMk cId="1881384902" sldId="347"/>
            <ac:spMk id="5" creationId="{8FB76523-09CE-06C5-7D40-685BD816C311}"/>
          </ac:spMkLst>
        </pc:spChg>
        <pc:spChg chg="add mod ord">
          <ac:chgData name="Francesco Bellotti" userId="f453232b-f87d-4756-9d8b-c09bc835cc42" providerId="ADAL" clId="{C7FEA3FA-4936-41E1-B7FA-CA082069F7F7}" dt="2026-08-19T21:11:28.144" v="1449" actId="20577"/>
          <ac:spMkLst>
            <pc:docMk/>
            <pc:sldMk cId="1881384902" sldId="347"/>
            <ac:spMk id="6" creationId="{816AE70A-0FD3-B2BB-438E-F08B798CD0DE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17:47.864" v="1526" actId="20577"/>
        <pc:sldMkLst>
          <pc:docMk/>
          <pc:sldMk cId="2704023557" sldId="348"/>
        </pc:sldMkLst>
        <pc:spChg chg="mod">
          <ac:chgData name="Francesco Bellotti" userId="f453232b-f87d-4756-9d8b-c09bc835cc42" providerId="ADAL" clId="{C7FEA3FA-4936-41E1-B7FA-CA082069F7F7}" dt="2026-08-19T21:17:47.864" v="1526" actId="20577"/>
          <ac:spMkLst>
            <pc:docMk/>
            <pc:sldMk cId="2704023557" sldId="348"/>
            <ac:spMk id="3" creationId="{1569F3D7-4239-7AC7-B6D8-EDB62C7C9288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20:55.809" v="1582" actId="15"/>
        <pc:sldMkLst>
          <pc:docMk/>
          <pc:sldMk cId="2477493778" sldId="349"/>
        </pc:sldMkLst>
        <pc:spChg chg="mod">
          <ac:chgData name="Francesco Bellotti" userId="f453232b-f87d-4756-9d8b-c09bc835cc42" providerId="ADAL" clId="{C7FEA3FA-4936-41E1-B7FA-CA082069F7F7}" dt="2026-08-19T21:20:55.809" v="1582" actId="15"/>
          <ac:spMkLst>
            <pc:docMk/>
            <pc:sldMk cId="2477493778" sldId="349"/>
            <ac:spMk id="3" creationId="{FCE6472C-5C4E-A046-3D33-3AEA4A609DCF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22:59.300" v="1639" actId="15"/>
        <pc:sldMkLst>
          <pc:docMk/>
          <pc:sldMk cId="1510785851" sldId="350"/>
        </pc:sldMkLst>
        <pc:spChg chg="mod">
          <ac:chgData name="Francesco Bellotti" userId="f453232b-f87d-4756-9d8b-c09bc835cc42" providerId="ADAL" clId="{C7FEA3FA-4936-41E1-B7FA-CA082069F7F7}" dt="2026-08-19T21:22:59.300" v="1639" actId="15"/>
          <ac:spMkLst>
            <pc:docMk/>
            <pc:sldMk cId="1510785851" sldId="350"/>
            <ac:spMk id="3" creationId="{EF351A63-587D-4726-72C1-9742CF462983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27:58.785" v="1691" actId="20577"/>
        <pc:sldMkLst>
          <pc:docMk/>
          <pc:sldMk cId="3273551048" sldId="351"/>
        </pc:sldMkLst>
        <pc:spChg chg="mod">
          <ac:chgData name="Francesco Bellotti" userId="f453232b-f87d-4756-9d8b-c09bc835cc42" providerId="ADAL" clId="{C7FEA3FA-4936-41E1-B7FA-CA082069F7F7}" dt="2026-08-19T21:27:58.785" v="1691" actId="20577"/>
          <ac:spMkLst>
            <pc:docMk/>
            <pc:sldMk cId="3273551048" sldId="351"/>
            <ac:spMk id="3" creationId="{5D69A0D2-9827-5F5F-0044-C653406AAADF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29:50.355" v="1696" actId="20577"/>
        <pc:sldMkLst>
          <pc:docMk/>
          <pc:sldMk cId="2441408786" sldId="352"/>
        </pc:sldMkLst>
        <pc:spChg chg="mod">
          <ac:chgData name="Francesco Bellotti" userId="f453232b-f87d-4756-9d8b-c09bc835cc42" providerId="ADAL" clId="{C7FEA3FA-4936-41E1-B7FA-CA082069F7F7}" dt="2026-08-19T21:29:50.355" v="1696" actId="20577"/>
          <ac:spMkLst>
            <pc:docMk/>
            <pc:sldMk cId="2441408786" sldId="352"/>
            <ac:spMk id="3" creationId="{1B4C0C7C-1BD3-6461-FB0A-3EC9B63E0E9C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41:06.522" v="1914" actId="27636"/>
        <pc:sldMkLst>
          <pc:docMk/>
          <pc:sldMk cId="329853352" sldId="353"/>
        </pc:sldMkLst>
        <pc:spChg chg="mod">
          <ac:chgData name="Francesco Bellotti" userId="f453232b-f87d-4756-9d8b-c09bc835cc42" providerId="ADAL" clId="{C7FEA3FA-4936-41E1-B7FA-CA082069F7F7}" dt="2026-08-19T21:41:06.522" v="1914" actId="27636"/>
          <ac:spMkLst>
            <pc:docMk/>
            <pc:sldMk cId="329853352" sldId="353"/>
            <ac:spMk id="3" creationId="{6D8ABC89-930A-ADC1-9698-ACD76CDC47DB}"/>
          </ac:spMkLst>
        </pc:spChg>
      </pc:sldChg>
      <pc:sldChg chg="modSp add mod">
        <pc:chgData name="Francesco Bellotti" userId="f453232b-f87d-4756-9d8b-c09bc835cc42" providerId="ADAL" clId="{C7FEA3FA-4936-41E1-B7FA-CA082069F7F7}" dt="2026-08-19T21:42:41.167" v="1927" actId="27636"/>
        <pc:sldMkLst>
          <pc:docMk/>
          <pc:sldMk cId="612087967" sldId="354"/>
        </pc:sldMkLst>
        <pc:spChg chg="mod">
          <ac:chgData name="Francesco Bellotti" userId="f453232b-f87d-4756-9d8b-c09bc835cc42" providerId="ADAL" clId="{C7FEA3FA-4936-41E1-B7FA-CA082069F7F7}" dt="2026-08-19T21:42:41.167" v="1927" actId="27636"/>
          <ac:spMkLst>
            <pc:docMk/>
            <pc:sldMk cId="612087967" sldId="354"/>
            <ac:spMk id="3" creationId="{F4F4126E-4B62-3D1F-6B47-8E2319524DEB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8:08:34.541" v="2769" actId="20577"/>
        <pc:sldMkLst>
          <pc:docMk/>
          <pc:sldMk cId="0" sldId="355"/>
        </pc:sldMkLst>
        <pc:spChg chg="mod">
          <ac:chgData name="Francesco Bellotti" userId="f453232b-f87d-4756-9d8b-c09bc835cc42" providerId="ADAL" clId="{C7FEA3FA-4936-41E1-B7FA-CA082069F7F7}" dt="2026-08-20T18:08:34.541" v="2769" actId="20577"/>
          <ac:spMkLst>
            <pc:docMk/>
            <pc:sldMk cId="0" sldId="355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08:03:00.671" v="2006" actId="27636"/>
          <ac:spMkLst>
            <pc:docMk/>
            <pc:sldMk cId="0" sldId="355"/>
            <ac:spMk id="25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7:42:12.689" v="2239" actId="20577"/>
        <pc:sldMkLst>
          <pc:docMk/>
          <pc:sldMk cId="0" sldId="356"/>
        </pc:sldMkLst>
        <pc:spChg chg="mod">
          <ac:chgData name="Francesco Bellotti" userId="f453232b-f87d-4756-9d8b-c09bc835cc42" providerId="ADAL" clId="{C7FEA3FA-4936-41E1-B7FA-CA082069F7F7}" dt="2026-08-20T17:39:45.560" v="2202" actId="113"/>
          <ac:spMkLst>
            <pc:docMk/>
            <pc:sldMk cId="0" sldId="356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7:42:12.689" v="2239" actId="20577"/>
          <ac:spMkLst>
            <pc:docMk/>
            <pc:sldMk cId="0" sldId="356"/>
            <ac:spMk id="64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7:45:41.462" v="2350" actId="1076"/>
        <pc:sldMkLst>
          <pc:docMk/>
          <pc:sldMk cId="0" sldId="357"/>
        </pc:sldMkLst>
        <pc:spChg chg="mod">
          <ac:chgData name="Francesco Bellotti" userId="f453232b-f87d-4756-9d8b-c09bc835cc42" providerId="ADAL" clId="{C7FEA3FA-4936-41E1-B7FA-CA082069F7F7}" dt="2026-08-20T17:45:35.662" v="2348" actId="1076"/>
          <ac:spMkLst>
            <pc:docMk/>
            <pc:sldMk cId="0" sldId="357"/>
            <ac:spMk id="3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7:45:38.033" v="2349" actId="1076"/>
          <ac:spMkLst>
            <pc:docMk/>
            <pc:sldMk cId="0" sldId="357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7:45:41.462" v="2350" actId="1076"/>
          <ac:spMkLst>
            <pc:docMk/>
            <pc:sldMk cId="0" sldId="357"/>
            <ac:spMk id="40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8:09:20" v="2816" actId="20577"/>
        <pc:sldMkLst>
          <pc:docMk/>
          <pc:sldMk cId="0" sldId="358"/>
        </pc:sldMkLst>
        <pc:spChg chg="mod">
          <ac:chgData name="Francesco Bellotti" userId="f453232b-f87d-4756-9d8b-c09bc835cc42" providerId="ADAL" clId="{C7FEA3FA-4936-41E1-B7FA-CA082069F7F7}" dt="2026-08-20T17:53:14.735" v="2463" actId="13926"/>
          <ac:spMkLst>
            <pc:docMk/>
            <pc:sldMk cId="0" sldId="358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8:09:20" v="2816" actId="20577"/>
          <ac:spMkLst>
            <pc:docMk/>
            <pc:sldMk cId="0" sldId="358"/>
            <ac:spMk id="9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8:09:24.778" v="2822" actId="20577"/>
        <pc:sldMkLst>
          <pc:docMk/>
          <pc:sldMk cId="0" sldId="359"/>
        </pc:sldMkLst>
        <pc:spChg chg="mod">
          <ac:chgData name="Francesco Bellotti" userId="f453232b-f87d-4756-9d8b-c09bc835cc42" providerId="ADAL" clId="{C7FEA3FA-4936-41E1-B7FA-CA082069F7F7}" dt="2026-08-20T18:09:24.778" v="2822" actId="20577"/>
          <ac:spMkLst>
            <pc:docMk/>
            <pc:sldMk cId="0" sldId="359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7:55:15.521" v="2469" actId="113"/>
          <ac:spMkLst>
            <pc:docMk/>
            <pc:sldMk cId="0" sldId="359"/>
            <ac:spMk id="17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7:59:44.902" v="2579" actId="113"/>
        <pc:sldMkLst>
          <pc:docMk/>
          <pc:sldMk cId="0" sldId="360"/>
        </pc:sldMkLst>
        <pc:spChg chg="mod">
          <ac:chgData name="Francesco Bellotti" userId="f453232b-f87d-4756-9d8b-c09bc835cc42" providerId="ADAL" clId="{C7FEA3FA-4936-41E1-B7FA-CA082069F7F7}" dt="2026-08-20T17:59:44.902" v="2579" actId="113"/>
          <ac:spMkLst>
            <pc:docMk/>
            <pc:sldMk cId="0" sldId="360"/>
            <ac:spMk id="5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9:53:26.501" v="2923" actId="113"/>
        <pc:sldMkLst>
          <pc:docMk/>
          <pc:sldMk cId="0" sldId="361"/>
        </pc:sldMkLst>
        <pc:spChg chg="mod">
          <ac:chgData name="Francesco Bellotti" userId="f453232b-f87d-4756-9d8b-c09bc835cc42" providerId="ADAL" clId="{C7FEA3FA-4936-41E1-B7FA-CA082069F7F7}" dt="2026-08-20T19:50:07.661" v="2900" actId="113"/>
          <ac:spMkLst>
            <pc:docMk/>
            <pc:sldMk cId="0" sldId="361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08:03:00.747" v="2008" actId="27636"/>
          <ac:spMkLst>
            <pc:docMk/>
            <pc:sldMk cId="0" sldId="361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08:03:00.732" v="2007" actId="27636"/>
          <ac:spMkLst>
            <pc:docMk/>
            <pc:sldMk cId="0" sldId="361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9:53:26.501" v="2923" actId="113"/>
          <ac:spMkLst>
            <pc:docMk/>
            <pc:sldMk cId="0" sldId="361"/>
            <ac:spMk id="27" creationId="{00000000-0000-0000-0000-000000000000}"/>
          </ac:spMkLst>
        </pc:spChg>
      </pc:sldChg>
      <pc:sldChg chg="add setBg">
        <pc:chgData name="Francesco Bellotti" userId="f453232b-f87d-4756-9d8b-c09bc835cc42" providerId="ADAL" clId="{C7FEA3FA-4936-41E1-B7FA-CA082069F7F7}" dt="2026-08-20T08:03:00.572" v="2005"/>
        <pc:sldMkLst>
          <pc:docMk/>
          <pc:sldMk cId="0" sldId="362"/>
        </pc:sldMkLst>
      </pc:sldChg>
      <pc:sldChg chg="modSp add mod ord setBg">
        <pc:chgData name="Francesco Bellotti" userId="f453232b-f87d-4756-9d8b-c09bc835cc42" providerId="ADAL" clId="{C7FEA3FA-4936-41E1-B7FA-CA082069F7F7}" dt="2026-08-20T20:14:01.329" v="2991" actId="113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08-20T20:13:51.499" v="2990" actId="113"/>
          <ac:spMkLst>
            <pc:docMk/>
            <pc:sldMk cId="0" sldId="363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08:03:00.766" v="2009" actId="27636"/>
          <ac:spMkLst>
            <pc:docMk/>
            <pc:sldMk cId="0" sldId="363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0:14:01.329" v="2991" actId="113"/>
          <ac:spMkLst>
            <pc:docMk/>
            <pc:sldMk cId="0" sldId="363"/>
            <ac:spMk id="31" creationId="{00000000-0000-0000-0000-000000000000}"/>
          </ac:spMkLst>
        </pc:spChg>
      </pc:sldChg>
      <pc:sldChg chg="modSp add mod ord setBg">
        <pc:chgData name="Francesco Bellotti" userId="f453232b-f87d-4756-9d8b-c09bc835cc42" providerId="ADAL" clId="{C7FEA3FA-4936-41E1-B7FA-CA082069F7F7}" dt="2026-08-20T22:10:12.170" v="3324" actId="20577"/>
        <pc:sldMkLst>
          <pc:docMk/>
          <pc:sldMk cId="0" sldId="364"/>
        </pc:sldMkLst>
        <pc:spChg chg="mod">
          <ac:chgData name="Francesco Bellotti" userId="f453232b-f87d-4756-9d8b-c09bc835cc42" providerId="ADAL" clId="{C7FEA3FA-4936-41E1-B7FA-CA082069F7F7}" dt="2026-08-20T22:10:12.170" v="3324" actId="20577"/>
          <ac:spMkLst>
            <pc:docMk/>
            <pc:sldMk cId="0" sldId="364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08:03:00.785" v="2010" actId="27636"/>
          <ac:spMkLst>
            <pc:docMk/>
            <pc:sldMk cId="0" sldId="364"/>
            <ac:spMk id="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0:19:33.561" v="3014" actId="403"/>
          <ac:spMkLst>
            <pc:docMk/>
            <pc:sldMk cId="0" sldId="364"/>
            <ac:spMk id="37" creationId="{00000000-0000-0000-0000-000000000000}"/>
          </ac:spMkLst>
        </pc:spChg>
      </pc:sldChg>
      <pc:sldChg chg="modSp add mod ord setBg">
        <pc:chgData name="Francesco Bellotti" userId="f453232b-f87d-4756-9d8b-c09bc835cc42" providerId="ADAL" clId="{C7FEA3FA-4936-41E1-B7FA-CA082069F7F7}" dt="2026-08-20T20:22:14.452" v="3029" actId="113"/>
        <pc:sldMkLst>
          <pc:docMk/>
          <pc:sldMk cId="0" sldId="365"/>
        </pc:sldMkLst>
        <pc:spChg chg="mod">
          <ac:chgData name="Francesco Bellotti" userId="f453232b-f87d-4756-9d8b-c09bc835cc42" providerId="ADAL" clId="{C7FEA3FA-4936-41E1-B7FA-CA082069F7F7}" dt="2026-08-20T20:21:26.193" v="3028" actId="113"/>
          <ac:spMkLst>
            <pc:docMk/>
            <pc:sldMk cId="0" sldId="365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0:22:14.452" v="3029" actId="113"/>
          <ac:spMkLst>
            <pc:docMk/>
            <pc:sldMk cId="0" sldId="365"/>
            <ac:spMk id="38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17:28:07.528" v="2105" actId="20577"/>
        <pc:sldMkLst>
          <pc:docMk/>
          <pc:sldMk cId="0" sldId="366"/>
        </pc:sldMkLst>
        <pc:spChg chg="mod">
          <ac:chgData name="Francesco Bellotti" userId="f453232b-f87d-4756-9d8b-c09bc835cc42" providerId="ADAL" clId="{C7FEA3FA-4936-41E1-B7FA-CA082069F7F7}" dt="2026-08-20T17:28:07.528" v="2105" actId="20577"/>
          <ac:spMkLst>
            <pc:docMk/>
            <pc:sldMk cId="0" sldId="366"/>
            <ac:spMk id="4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22:10:19.220" v="3325" actId="20577"/>
        <pc:sldMkLst>
          <pc:docMk/>
          <pc:sldMk cId="0" sldId="367"/>
        </pc:sldMkLst>
        <pc:spChg chg="mod">
          <ac:chgData name="Francesco Bellotti" userId="f453232b-f87d-4756-9d8b-c09bc835cc42" providerId="ADAL" clId="{C7FEA3FA-4936-41E1-B7FA-CA082069F7F7}" dt="2026-08-20T22:10:19.220" v="3325" actId="20577"/>
          <ac:spMkLst>
            <pc:docMk/>
            <pc:sldMk cId="0" sldId="367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8:10:30.972" v="2878" actId="20577"/>
          <ac:spMkLst>
            <pc:docMk/>
            <pc:sldMk cId="0" sldId="367"/>
            <ac:spMk id="18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20T20:58:36.829" v="3126" actId="1076"/>
        <pc:sldMkLst>
          <pc:docMk/>
          <pc:sldMk cId="0" sldId="368"/>
        </pc:sldMkLst>
        <pc:spChg chg="mod">
          <ac:chgData name="Francesco Bellotti" userId="f453232b-f87d-4756-9d8b-c09bc835cc42" providerId="ADAL" clId="{C7FEA3FA-4936-41E1-B7FA-CA082069F7F7}" dt="2026-08-20T20:57:46.760" v="3118" actId="20577"/>
          <ac:spMkLst>
            <pc:docMk/>
            <pc:sldMk cId="0" sldId="368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17:29:11.746" v="2116" actId="1076"/>
          <ac:spMkLst>
            <pc:docMk/>
            <pc:sldMk cId="0" sldId="368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0:57:31.060" v="3116" actId="20577"/>
          <ac:spMkLst>
            <pc:docMk/>
            <pc:sldMk cId="0" sldId="368"/>
            <ac:spMk id="34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20T20:58:36.829" v="3126" actId="1076"/>
          <ac:spMkLst>
            <pc:docMk/>
            <pc:sldMk cId="0" sldId="368"/>
            <ac:spMk id="36" creationId="{B81BA28C-648F-A194-9691-05A0A48DA073}"/>
          </ac:spMkLst>
        </pc:spChg>
      </pc:sldChg>
      <pc:sldChg chg="modSp new">
        <pc:chgData name="Francesco Bellotti" userId="f453232b-f87d-4756-9d8b-c09bc835cc42" providerId="ADAL" clId="{C7FEA3FA-4936-41E1-B7FA-CA082069F7F7}" dt="2026-08-20T08:03:38.889" v="2013"/>
        <pc:sldMkLst>
          <pc:docMk/>
          <pc:sldMk cId="1087052776" sldId="369"/>
        </pc:sldMkLst>
        <pc:spChg chg="mod">
          <ac:chgData name="Francesco Bellotti" userId="f453232b-f87d-4756-9d8b-c09bc835cc42" providerId="ADAL" clId="{C7FEA3FA-4936-41E1-B7FA-CA082069F7F7}" dt="2026-08-20T08:03:38.889" v="2013"/>
          <ac:spMkLst>
            <pc:docMk/>
            <pc:sldMk cId="1087052776" sldId="369"/>
            <ac:spMk id="2" creationId="{468AA36D-6F7B-B40D-3756-BF77445E93ED}"/>
          </ac:spMkLst>
        </pc:spChg>
      </pc:sldChg>
      <pc:sldChg chg="modSp new mod">
        <pc:chgData name="Francesco Bellotti" userId="f453232b-f87d-4756-9d8b-c09bc835cc42" providerId="ADAL" clId="{C7FEA3FA-4936-41E1-B7FA-CA082069F7F7}" dt="2026-08-20T17:34:44.047" v="2143" actId="15"/>
        <pc:sldMkLst>
          <pc:docMk/>
          <pc:sldMk cId="3026766227" sldId="370"/>
        </pc:sldMkLst>
        <pc:spChg chg="mod">
          <ac:chgData name="Francesco Bellotti" userId="f453232b-f87d-4756-9d8b-c09bc835cc42" providerId="ADAL" clId="{C7FEA3FA-4936-41E1-B7FA-CA082069F7F7}" dt="2026-08-20T08:04:06.265" v="2017"/>
          <ac:spMkLst>
            <pc:docMk/>
            <pc:sldMk cId="3026766227" sldId="370"/>
            <ac:spMk id="2" creationId="{D6F2F0B1-3506-3480-2892-8AD7B148CFF2}"/>
          </ac:spMkLst>
        </pc:spChg>
        <pc:spChg chg="mod">
          <ac:chgData name="Francesco Bellotti" userId="f453232b-f87d-4756-9d8b-c09bc835cc42" providerId="ADAL" clId="{C7FEA3FA-4936-41E1-B7FA-CA082069F7F7}" dt="2026-08-20T17:34:44.047" v="2143" actId="15"/>
          <ac:spMkLst>
            <pc:docMk/>
            <pc:sldMk cId="3026766227" sldId="370"/>
            <ac:spMk id="3" creationId="{1894FC09-0715-C26E-2208-DCCA3989714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17:36:50.935" v="2179" actId="113"/>
        <pc:sldMkLst>
          <pc:docMk/>
          <pc:sldMk cId="1622974658" sldId="371"/>
        </pc:sldMkLst>
        <pc:spChg chg="add mod">
          <ac:chgData name="Francesco Bellotti" userId="f453232b-f87d-4756-9d8b-c09bc835cc42" providerId="ADAL" clId="{C7FEA3FA-4936-41E1-B7FA-CA082069F7F7}" dt="2026-08-20T08:04:30.613" v="2022"/>
          <ac:spMkLst>
            <pc:docMk/>
            <pc:sldMk cId="1622974658" sldId="371"/>
            <ac:spMk id="2" creationId="{AF19B8AA-D522-8960-4D60-3A490B5CCE35}"/>
          </ac:spMkLst>
        </pc:spChg>
        <pc:spChg chg="add mod">
          <ac:chgData name="Francesco Bellotti" userId="f453232b-f87d-4756-9d8b-c09bc835cc42" providerId="ADAL" clId="{C7FEA3FA-4936-41E1-B7FA-CA082069F7F7}" dt="2026-08-20T17:36:50.935" v="2179" actId="113"/>
          <ac:spMkLst>
            <pc:docMk/>
            <pc:sldMk cId="1622974658" sldId="371"/>
            <ac:spMk id="3" creationId="{28A7930C-8C77-5758-56AC-078273346B65}"/>
          </ac:spMkLst>
        </pc:spChg>
      </pc:sldChg>
      <pc:sldChg chg="addSp delSp modSp new mod ord modClrScheme chgLayout">
        <pc:chgData name="Francesco Bellotti" userId="f453232b-f87d-4756-9d8b-c09bc835cc42" providerId="ADAL" clId="{C7FEA3FA-4936-41E1-B7FA-CA082069F7F7}" dt="2026-08-20T18:08:40.957" v="2779" actId="20577"/>
        <pc:sldMkLst>
          <pc:docMk/>
          <pc:sldMk cId="1581367185" sldId="372"/>
        </pc:sldMkLst>
        <pc:spChg chg="mod ord">
          <ac:chgData name="Francesco Bellotti" userId="f453232b-f87d-4756-9d8b-c09bc835cc42" providerId="ADAL" clId="{C7FEA3FA-4936-41E1-B7FA-CA082069F7F7}" dt="2026-08-20T17:40:03.818" v="2206" actId="700"/>
          <ac:spMkLst>
            <pc:docMk/>
            <pc:sldMk cId="1581367185" sldId="372"/>
            <ac:spMk id="2" creationId="{106123E1-BCAF-2CA7-F67A-D3E7000872D8}"/>
          </ac:spMkLst>
        </pc:spChg>
        <pc:spChg chg="mod ord">
          <ac:chgData name="Francesco Bellotti" userId="f453232b-f87d-4756-9d8b-c09bc835cc42" providerId="ADAL" clId="{C7FEA3FA-4936-41E1-B7FA-CA082069F7F7}" dt="2026-08-20T18:08:40.957" v="2779" actId="20577"/>
          <ac:spMkLst>
            <pc:docMk/>
            <pc:sldMk cId="1581367185" sldId="372"/>
            <ac:spMk id="3" creationId="{1C4A0051-49F2-A0D0-151E-46DC24DE48F8}"/>
          </ac:spMkLst>
        </pc:spChg>
        <pc:spChg chg="add mod ord">
          <ac:chgData name="Francesco Bellotti" userId="f453232b-f87d-4756-9d8b-c09bc835cc42" providerId="ADAL" clId="{C7FEA3FA-4936-41E1-B7FA-CA082069F7F7}" dt="2026-08-20T18:08:40.727" v="2776" actId="27636"/>
          <ac:spMkLst>
            <pc:docMk/>
            <pc:sldMk cId="1581367185" sldId="372"/>
            <ac:spMk id="4" creationId="{B5A14495-D945-DC2C-356F-AE259A7B632F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17:44:44.697" v="2347" actId="20577"/>
        <pc:sldMkLst>
          <pc:docMk/>
          <pc:sldMk cId="2310245722" sldId="373"/>
        </pc:sldMkLst>
        <pc:spChg chg="mod ord">
          <ac:chgData name="Francesco Bellotti" userId="f453232b-f87d-4756-9d8b-c09bc835cc42" providerId="ADAL" clId="{C7FEA3FA-4936-41E1-B7FA-CA082069F7F7}" dt="2026-08-20T17:43:56.795" v="2323" actId="700"/>
          <ac:spMkLst>
            <pc:docMk/>
            <pc:sldMk cId="2310245722" sldId="373"/>
            <ac:spMk id="2" creationId="{E078A866-B884-7B2E-9B34-F3F32C70C662}"/>
          </ac:spMkLst>
        </pc:spChg>
        <pc:spChg chg="mod ord">
          <ac:chgData name="Francesco Bellotti" userId="f453232b-f87d-4756-9d8b-c09bc835cc42" providerId="ADAL" clId="{C7FEA3FA-4936-41E1-B7FA-CA082069F7F7}" dt="2026-08-20T17:44:41.585" v="2342" actId="27636"/>
          <ac:spMkLst>
            <pc:docMk/>
            <pc:sldMk cId="2310245722" sldId="373"/>
            <ac:spMk id="3" creationId="{05C42C4F-5D55-D054-B355-37C33DF213FF}"/>
          </ac:spMkLst>
        </pc:spChg>
        <pc:spChg chg="add mod ord">
          <ac:chgData name="Francesco Bellotti" userId="f453232b-f87d-4756-9d8b-c09bc835cc42" providerId="ADAL" clId="{C7FEA3FA-4936-41E1-B7FA-CA082069F7F7}" dt="2026-08-20T17:44:44.697" v="2347" actId="20577"/>
          <ac:spMkLst>
            <pc:docMk/>
            <pc:sldMk cId="2310245722" sldId="373"/>
            <ac:spMk id="4" creationId="{18B5FD87-2E0F-7D43-0256-4A2AF6B7D048}"/>
          </ac:spMkLst>
        </pc:spChg>
      </pc:sldChg>
      <pc:sldChg chg="modSp new mod ord">
        <pc:chgData name="Francesco Bellotti" userId="f453232b-f87d-4756-9d8b-c09bc835cc42" providerId="ADAL" clId="{C7FEA3FA-4936-41E1-B7FA-CA082069F7F7}" dt="2026-08-20T18:09:08.356" v="2804" actId="20577"/>
        <pc:sldMkLst>
          <pc:docMk/>
          <pc:sldMk cId="3530143725" sldId="374"/>
        </pc:sldMkLst>
        <pc:spChg chg="mod">
          <ac:chgData name="Francesco Bellotti" userId="f453232b-f87d-4756-9d8b-c09bc835cc42" providerId="ADAL" clId="{C7FEA3FA-4936-41E1-B7FA-CA082069F7F7}" dt="2026-08-20T08:05:32.668" v="2034"/>
          <ac:spMkLst>
            <pc:docMk/>
            <pc:sldMk cId="3530143725" sldId="374"/>
            <ac:spMk id="2" creationId="{87F33593-92BE-90E9-993A-D56B6F60507B}"/>
          </ac:spMkLst>
        </pc:spChg>
        <pc:spChg chg="mod">
          <ac:chgData name="Francesco Bellotti" userId="f453232b-f87d-4756-9d8b-c09bc835cc42" providerId="ADAL" clId="{C7FEA3FA-4936-41E1-B7FA-CA082069F7F7}" dt="2026-08-20T18:09:08.356" v="2804" actId="20577"/>
          <ac:spMkLst>
            <pc:docMk/>
            <pc:sldMk cId="3530143725" sldId="374"/>
            <ac:spMk id="3" creationId="{879840FD-39A0-5034-C930-B380ACA30829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18:09:14.366" v="2810" actId="20577"/>
        <pc:sldMkLst>
          <pc:docMk/>
          <pc:sldMk cId="532791983" sldId="375"/>
        </pc:sldMkLst>
        <pc:spChg chg="mod ord">
          <ac:chgData name="Francesco Bellotti" userId="f453232b-f87d-4756-9d8b-c09bc835cc42" providerId="ADAL" clId="{C7FEA3FA-4936-41E1-B7FA-CA082069F7F7}" dt="2026-08-20T17:46:52.622" v="2364" actId="700"/>
          <ac:spMkLst>
            <pc:docMk/>
            <pc:sldMk cId="532791983" sldId="375"/>
            <ac:spMk id="2" creationId="{9CD9C492-636A-5E76-ABBE-6D9393F99574}"/>
          </ac:spMkLst>
        </pc:spChg>
        <pc:spChg chg="mod ord">
          <ac:chgData name="Francesco Bellotti" userId="f453232b-f87d-4756-9d8b-c09bc835cc42" providerId="ADAL" clId="{C7FEA3FA-4936-41E1-B7FA-CA082069F7F7}" dt="2026-08-20T18:09:14.366" v="2810" actId="20577"/>
          <ac:spMkLst>
            <pc:docMk/>
            <pc:sldMk cId="532791983" sldId="375"/>
            <ac:spMk id="3" creationId="{C4B4AF48-A276-926E-E683-5527C4B756E4}"/>
          </ac:spMkLst>
        </pc:spChg>
        <pc:spChg chg="add mod ord">
          <ac:chgData name="Francesco Bellotti" userId="f453232b-f87d-4756-9d8b-c09bc835cc42" providerId="ADAL" clId="{C7FEA3FA-4936-41E1-B7FA-CA082069F7F7}" dt="2026-08-20T17:52:35.415" v="2461" actId="20577"/>
          <ac:spMkLst>
            <pc:docMk/>
            <pc:sldMk cId="532791983" sldId="375"/>
            <ac:spMk id="4" creationId="{9B0DB639-A479-D2FE-1EBF-A58218F17064}"/>
          </ac:spMkLst>
        </pc:spChg>
      </pc:sldChg>
      <pc:sldChg chg="modSp new mod ord">
        <pc:chgData name="Francesco Bellotti" userId="f453232b-f87d-4756-9d8b-c09bc835cc42" providerId="ADAL" clId="{C7FEA3FA-4936-41E1-B7FA-CA082069F7F7}" dt="2026-08-20T17:53:27.610" v="2465" actId="27636"/>
        <pc:sldMkLst>
          <pc:docMk/>
          <pc:sldMk cId="28467829" sldId="376"/>
        </pc:sldMkLst>
        <pc:spChg chg="mod">
          <ac:chgData name="Francesco Bellotti" userId="f453232b-f87d-4756-9d8b-c09bc835cc42" providerId="ADAL" clId="{C7FEA3FA-4936-41E1-B7FA-CA082069F7F7}" dt="2026-08-20T08:06:13.130" v="2042"/>
          <ac:spMkLst>
            <pc:docMk/>
            <pc:sldMk cId="28467829" sldId="376"/>
            <ac:spMk id="2" creationId="{7C659376-B3E9-9BEC-D86F-BFFABBF53286}"/>
          </ac:spMkLst>
        </pc:spChg>
        <pc:spChg chg="mod">
          <ac:chgData name="Francesco Bellotti" userId="f453232b-f87d-4756-9d8b-c09bc835cc42" providerId="ADAL" clId="{C7FEA3FA-4936-41E1-B7FA-CA082069F7F7}" dt="2026-08-20T17:53:27.610" v="2465" actId="27636"/>
          <ac:spMkLst>
            <pc:docMk/>
            <pc:sldMk cId="28467829" sldId="376"/>
            <ac:spMk id="3" creationId="{3E1B9BE6-8E5A-F39F-8A90-3217DDCDC190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17:57:36.738" v="2542" actId="113"/>
        <pc:sldMkLst>
          <pc:docMk/>
          <pc:sldMk cId="1835786380" sldId="377"/>
        </pc:sldMkLst>
        <pc:spChg chg="mod ord">
          <ac:chgData name="Francesco Bellotti" userId="f453232b-f87d-4756-9d8b-c09bc835cc42" providerId="ADAL" clId="{C7FEA3FA-4936-41E1-B7FA-CA082069F7F7}" dt="2026-08-20T17:55:46.799" v="2472" actId="700"/>
          <ac:spMkLst>
            <pc:docMk/>
            <pc:sldMk cId="1835786380" sldId="377"/>
            <ac:spMk id="2" creationId="{7239D28A-5A9E-5FD1-8296-22CE32292318}"/>
          </ac:spMkLst>
        </pc:spChg>
        <pc:spChg chg="mod ord">
          <ac:chgData name="Francesco Bellotti" userId="f453232b-f87d-4756-9d8b-c09bc835cc42" providerId="ADAL" clId="{C7FEA3FA-4936-41E1-B7FA-CA082069F7F7}" dt="2026-08-20T17:56:48.507" v="2494" actId="27636"/>
          <ac:spMkLst>
            <pc:docMk/>
            <pc:sldMk cId="1835786380" sldId="377"/>
            <ac:spMk id="3" creationId="{D6C0D24F-4B53-F48E-C2E1-C5E73B81417F}"/>
          </ac:spMkLst>
        </pc:spChg>
        <pc:spChg chg="add mod ord">
          <ac:chgData name="Francesco Bellotti" userId="f453232b-f87d-4756-9d8b-c09bc835cc42" providerId="ADAL" clId="{C7FEA3FA-4936-41E1-B7FA-CA082069F7F7}" dt="2026-08-20T17:57:36.738" v="2542" actId="113"/>
          <ac:spMkLst>
            <pc:docMk/>
            <pc:sldMk cId="1835786380" sldId="377"/>
            <ac:spMk id="4" creationId="{80DB23ED-2639-ADBB-5F4F-967D9BF0D742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17:59:12.868" v="2578" actId="15"/>
        <pc:sldMkLst>
          <pc:docMk/>
          <pc:sldMk cId="3144320917" sldId="378"/>
        </pc:sldMkLst>
        <pc:spChg chg="mod ord">
          <ac:chgData name="Francesco Bellotti" userId="f453232b-f87d-4756-9d8b-c09bc835cc42" providerId="ADAL" clId="{C7FEA3FA-4936-41E1-B7FA-CA082069F7F7}" dt="2026-08-20T17:56:01.055" v="2478" actId="700"/>
          <ac:spMkLst>
            <pc:docMk/>
            <pc:sldMk cId="3144320917" sldId="378"/>
            <ac:spMk id="2" creationId="{D6E81EB8-08FA-F978-A41D-7ACAC036B355}"/>
          </ac:spMkLst>
        </pc:spChg>
        <pc:spChg chg="mod ord">
          <ac:chgData name="Francesco Bellotti" userId="f453232b-f87d-4756-9d8b-c09bc835cc42" providerId="ADAL" clId="{C7FEA3FA-4936-41E1-B7FA-CA082069F7F7}" dt="2026-08-20T17:58:59.632" v="2576" actId="27636"/>
          <ac:spMkLst>
            <pc:docMk/>
            <pc:sldMk cId="3144320917" sldId="378"/>
            <ac:spMk id="3" creationId="{F33F9864-D809-3A5D-BC90-E0B26B115C74}"/>
          </ac:spMkLst>
        </pc:spChg>
        <pc:spChg chg="add mod ord">
          <ac:chgData name="Francesco Bellotti" userId="f453232b-f87d-4756-9d8b-c09bc835cc42" providerId="ADAL" clId="{C7FEA3FA-4936-41E1-B7FA-CA082069F7F7}" dt="2026-08-20T17:59:12.868" v="2578" actId="15"/>
          <ac:spMkLst>
            <pc:docMk/>
            <pc:sldMk cId="3144320917" sldId="378"/>
            <ac:spMk id="4" creationId="{787A091A-0AE1-9DB2-7A75-2AE6B13BBA87}"/>
          </ac:spMkLst>
        </pc:spChg>
      </pc:sldChg>
      <pc:sldChg chg="modSp new mod">
        <pc:chgData name="Francesco Bellotti" userId="f453232b-f87d-4756-9d8b-c09bc835cc42" providerId="ADAL" clId="{C7FEA3FA-4936-41E1-B7FA-CA082069F7F7}" dt="2026-08-20T17:48:24.115" v="2381" actId="27636"/>
        <pc:sldMkLst>
          <pc:docMk/>
          <pc:sldMk cId="2312316822" sldId="379"/>
        </pc:sldMkLst>
        <pc:spChg chg="mod">
          <ac:chgData name="Francesco Bellotti" userId="f453232b-f87d-4756-9d8b-c09bc835cc42" providerId="ADAL" clId="{C7FEA3FA-4936-41E1-B7FA-CA082069F7F7}" dt="2026-08-20T08:07:14.597" v="2056"/>
          <ac:spMkLst>
            <pc:docMk/>
            <pc:sldMk cId="2312316822" sldId="379"/>
            <ac:spMk id="2" creationId="{9B13D559-E9B3-B0F1-4381-BA9FDDECF470}"/>
          </ac:spMkLst>
        </pc:spChg>
        <pc:spChg chg="mod">
          <ac:chgData name="Francesco Bellotti" userId="f453232b-f87d-4756-9d8b-c09bc835cc42" providerId="ADAL" clId="{C7FEA3FA-4936-41E1-B7FA-CA082069F7F7}" dt="2026-08-20T17:48:24.115" v="2381" actId="27636"/>
          <ac:spMkLst>
            <pc:docMk/>
            <pc:sldMk cId="2312316822" sldId="379"/>
            <ac:spMk id="3" creationId="{B7802759-DF73-C1EF-2431-2B8F1B76F29C}"/>
          </ac:spMkLst>
        </pc:spChg>
      </pc:sldChg>
      <pc:sldChg chg="modSp new mod">
        <pc:chgData name="Francesco Bellotti" userId="f453232b-f87d-4756-9d8b-c09bc835cc42" providerId="ADAL" clId="{C7FEA3FA-4936-41E1-B7FA-CA082069F7F7}" dt="2026-08-20T18:01:23.822" v="2588" actId="15"/>
        <pc:sldMkLst>
          <pc:docMk/>
          <pc:sldMk cId="4214933141" sldId="380"/>
        </pc:sldMkLst>
        <pc:spChg chg="mod">
          <ac:chgData name="Francesco Bellotti" userId="f453232b-f87d-4756-9d8b-c09bc835cc42" providerId="ADAL" clId="{C7FEA3FA-4936-41E1-B7FA-CA082069F7F7}" dt="2026-08-20T08:07:30.318" v="2060"/>
          <ac:spMkLst>
            <pc:docMk/>
            <pc:sldMk cId="4214933141" sldId="380"/>
            <ac:spMk id="2" creationId="{FE147FD4-B52F-859B-8350-171F9C7E47AD}"/>
          </ac:spMkLst>
        </pc:spChg>
        <pc:spChg chg="mod">
          <ac:chgData name="Francesco Bellotti" userId="f453232b-f87d-4756-9d8b-c09bc835cc42" providerId="ADAL" clId="{C7FEA3FA-4936-41E1-B7FA-CA082069F7F7}" dt="2026-08-20T18:01:23.822" v="2588" actId="15"/>
          <ac:spMkLst>
            <pc:docMk/>
            <pc:sldMk cId="4214933141" sldId="380"/>
            <ac:spMk id="3" creationId="{5462B126-2B61-86FA-AB29-A93CCE3FE1FE}"/>
          </ac:spMkLst>
        </pc:spChg>
      </pc:sldChg>
      <pc:sldChg chg="modSp new mod">
        <pc:chgData name="Francesco Bellotti" userId="f453232b-f87d-4756-9d8b-c09bc835cc42" providerId="ADAL" clId="{C7FEA3FA-4936-41E1-B7FA-CA082069F7F7}" dt="2026-08-20T18:05:33.464" v="2630" actId="20577"/>
        <pc:sldMkLst>
          <pc:docMk/>
          <pc:sldMk cId="4032876451" sldId="381"/>
        </pc:sldMkLst>
        <pc:spChg chg="mod">
          <ac:chgData name="Francesco Bellotti" userId="f453232b-f87d-4756-9d8b-c09bc835cc42" providerId="ADAL" clId="{C7FEA3FA-4936-41E1-B7FA-CA082069F7F7}" dt="2026-08-20T08:07:48.713" v="2064"/>
          <ac:spMkLst>
            <pc:docMk/>
            <pc:sldMk cId="4032876451" sldId="381"/>
            <ac:spMk id="2" creationId="{0D3C41AB-2206-0C98-D161-EDC86C9420E5}"/>
          </ac:spMkLst>
        </pc:spChg>
        <pc:spChg chg="mod">
          <ac:chgData name="Francesco Bellotti" userId="f453232b-f87d-4756-9d8b-c09bc835cc42" providerId="ADAL" clId="{C7FEA3FA-4936-41E1-B7FA-CA082069F7F7}" dt="2026-08-20T18:05:33.464" v="2630" actId="20577"/>
          <ac:spMkLst>
            <pc:docMk/>
            <pc:sldMk cId="4032876451" sldId="381"/>
            <ac:spMk id="3" creationId="{60AFDC18-4966-C77F-2E3E-B84B1CD7B6F9}"/>
          </ac:spMkLst>
        </pc:spChg>
      </pc:sldChg>
      <pc:sldChg chg="modSp new mod">
        <pc:chgData name="Francesco Bellotti" userId="f453232b-f87d-4756-9d8b-c09bc835cc42" providerId="ADAL" clId="{C7FEA3FA-4936-41E1-B7FA-CA082069F7F7}" dt="2026-08-20T17:49:04.111" v="2391"/>
        <pc:sldMkLst>
          <pc:docMk/>
          <pc:sldMk cId="261264088" sldId="382"/>
        </pc:sldMkLst>
        <pc:spChg chg="mod">
          <ac:chgData name="Francesco Bellotti" userId="f453232b-f87d-4756-9d8b-c09bc835cc42" providerId="ADAL" clId="{C7FEA3FA-4936-41E1-B7FA-CA082069F7F7}" dt="2026-08-20T17:49:04.111" v="2391"/>
          <ac:spMkLst>
            <pc:docMk/>
            <pc:sldMk cId="261264088" sldId="382"/>
            <ac:spMk id="2" creationId="{8DD25571-4CBB-B760-CDF0-C119934E0DCD}"/>
          </ac:spMkLst>
        </pc:spChg>
        <pc:spChg chg="mod">
          <ac:chgData name="Francesco Bellotti" userId="f453232b-f87d-4756-9d8b-c09bc835cc42" providerId="ADAL" clId="{C7FEA3FA-4936-41E1-B7FA-CA082069F7F7}" dt="2026-08-20T17:49:02.910" v="2390" actId="21"/>
          <ac:spMkLst>
            <pc:docMk/>
            <pc:sldMk cId="261264088" sldId="382"/>
            <ac:spMk id="3" creationId="{CF652E91-475F-654D-D4CA-CAA42D1DD8B2}"/>
          </ac:spMkLst>
        </pc:spChg>
      </pc:sldChg>
      <pc:sldChg chg="modSp new">
        <pc:chgData name="Francesco Bellotti" userId="f453232b-f87d-4756-9d8b-c09bc835cc42" providerId="ADAL" clId="{C7FEA3FA-4936-41E1-B7FA-CA082069F7F7}" dt="2026-08-20T08:08:10.049" v="2072"/>
        <pc:sldMkLst>
          <pc:docMk/>
          <pc:sldMk cId="2772441150" sldId="383"/>
        </pc:sldMkLst>
        <pc:spChg chg="mod">
          <ac:chgData name="Francesco Bellotti" userId="f453232b-f87d-4756-9d8b-c09bc835cc42" providerId="ADAL" clId="{C7FEA3FA-4936-41E1-B7FA-CA082069F7F7}" dt="2026-08-20T08:08:10.049" v="2072"/>
          <ac:spMkLst>
            <pc:docMk/>
            <pc:sldMk cId="2772441150" sldId="383"/>
            <ac:spMk id="2" creationId="{31B7845B-EE46-E55B-08B1-C86D5CDD222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19:47:56.950" v="2899" actId="113"/>
        <pc:sldMkLst>
          <pc:docMk/>
          <pc:sldMk cId="244204693" sldId="384"/>
        </pc:sldMkLst>
        <pc:spChg chg="mod ord">
          <ac:chgData name="Francesco Bellotti" userId="f453232b-f87d-4756-9d8b-c09bc835cc42" providerId="ADAL" clId="{C7FEA3FA-4936-41E1-B7FA-CA082069F7F7}" dt="2026-08-20T19:46:50.550" v="2881" actId="700"/>
          <ac:spMkLst>
            <pc:docMk/>
            <pc:sldMk cId="244204693" sldId="384"/>
            <ac:spMk id="2" creationId="{FE3917F9-036E-F753-2D9C-DD4FD21854D4}"/>
          </ac:spMkLst>
        </pc:spChg>
        <pc:spChg chg="mod ord">
          <ac:chgData name="Francesco Bellotti" userId="f453232b-f87d-4756-9d8b-c09bc835cc42" providerId="ADAL" clId="{C7FEA3FA-4936-41E1-B7FA-CA082069F7F7}" dt="2026-08-20T19:47:34.460" v="2894" actId="113"/>
          <ac:spMkLst>
            <pc:docMk/>
            <pc:sldMk cId="244204693" sldId="384"/>
            <ac:spMk id="3" creationId="{EFA40C0F-56B0-3793-71C8-50DEB6097FA9}"/>
          </ac:spMkLst>
        </pc:spChg>
        <pc:spChg chg="add mod ord">
          <ac:chgData name="Francesco Bellotti" userId="f453232b-f87d-4756-9d8b-c09bc835cc42" providerId="ADAL" clId="{C7FEA3FA-4936-41E1-B7FA-CA082069F7F7}" dt="2026-08-20T19:47:56.950" v="2899" actId="113"/>
          <ac:spMkLst>
            <pc:docMk/>
            <pc:sldMk cId="244204693" sldId="384"/>
            <ac:spMk id="4" creationId="{7B5C80C6-2B66-4A24-A8A0-0FED7A23098A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19:53:14.902" v="2922" actId="113"/>
        <pc:sldMkLst>
          <pc:docMk/>
          <pc:sldMk cId="3146893580" sldId="385"/>
        </pc:sldMkLst>
        <pc:spChg chg="mod ord">
          <ac:chgData name="Francesco Bellotti" userId="f453232b-f87d-4756-9d8b-c09bc835cc42" providerId="ADAL" clId="{C7FEA3FA-4936-41E1-B7FA-CA082069F7F7}" dt="2026-08-20T19:51:44.404" v="2908" actId="700"/>
          <ac:spMkLst>
            <pc:docMk/>
            <pc:sldMk cId="3146893580" sldId="385"/>
            <ac:spMk id="2" creationId="{3AB4E720-D363-87AF-DAA5-D82A5DDC12A4}"/>
          </ac:spMkLst>
        </pc:spChg>
        <pc:spChg chg="mod ord">
          <ac:chgData name="Francesco Bellotti" userId="f453232b-f87d-4756-9d8b-c09bc835cc42" providerId="ADAL" clId="{C7FEA3FA-4936-41E1-B7FA-CA082069F7F7}" dt="2026-08-20T19:51:56.473" v="2918" actId="27636"/>
          <ac:spMkLst>
            <pc:docMk/>
            <pc:sldMk cId="3146893580" sldId="385"/>
            <ac:spMk id="3" creationId="{5C3F66CA-CBFF-411B-D60E-5BDDA2DA3384}"/>
          </ac:spMkLst>
        </pc:spChg>
        <pc:spChg chg="add mod ord">
          <ac:chgData name="Francesco Bellotti" userId="f453232b-f87d-4756-9d8b-c09bc835cc42" providerId="ADAL" clId="{C7FEA3FA-4936-41E1-B7FA-CA082069F7F7}" dt="2026-08-20T19:53:14.902" v="2922" actId="113"/>
          <ac:spMkLst>
            <pc:docMk/>
            <pc:sldMk cId="3146893580" sldId="385"/>
            <ac:spMk id="4" creationId="{E38EDBCC-FC96-A4C3-F641-E36F7A558347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19:55:36.558" v="2942" actId="15"/>
        <pc:sldMkLst>
          <pc:docMk/>
          <pc:sldMk cId="2351455085" sldId="386"/>
        </pc:sldMkLst>
        <pc:spChg chg="mod ord">
          <ac:chgData name="Francesco Bellotti" userId="f453232b-f87d-4756-9d8b-c09bc835cc42" providerId="ADAL" clId="{C7FEA3FA-4936-41E1-B7FA-CA082069F7F7}" dt="2026-08-20T19:54:23.885" v="2926" actId="700"/>
          <ac:spMkLst>
            <pc:docMk/>
            <pc:sldMk cId="2351455085" sldId="386"/>
            <ac:spMk id="2" creationId="{D70269CB-902D-FAD1-9478-322CDAC2BD5B}"/>
          </ac:spMkLst>
        </pc:spChg>
        <pc:spChg chg="mod ord">
          <ac:chgData name="Francesco Bellotti" userId="f453232b-f87d-4756-9d8b-c09bc835cc42" providerId="ADAL" clId="{C7FEA3FA-4936-41E1-B7FA-CA082069F7F7}" dt="2026-08-20T19:55:18.831" v="2939" actId="20577"/>
          <ac:spMkLst>
            <pc:docMk/>
            <pc:sldMk cId="2351455085" sldId="386"/>
            <ac:spMk id="3" creationId="{5958F644-5397-03E7-DBB0-827E5F29EFAE}"/>
          </ac:spMkLst>
        </pc:spChg>
        <pc:spChg chg="add mod ord">
          <ac:chgData name="Francesco Bellotti" userId="f453232b-f87d-4756-9d8b-c09bc835cc42" providerId="ADAL" clId="{C7FEA3FA-4936-41E1-B7FA-CA082069F7F7}" dt="2026-08-20T19:55:36.558" v="2942" actId="15"/>
          <ac:spMkLst>
            <pc:docMk/>
            <pc:sldMk cId="2351455085" sldId="386"/>
            <ac:spMk id="4" creationId="{A36834F2-10D7-B35D-0820-681465E0AC5C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20T20:13:38.579" v="2989"/>
        <pc:sldMkLst>
          <pc:docMk/>
          <pc:sldMk cId="4270430494" sldId="387"/>
        </pc:sldMkLst>
        <pc:spChg chg="mod ord">
          <ac:chgData name="Francesco Bellotti" userId="f453232b-f87d-4756-9d8b-c09bc835cc42" providerId="ADAL" clId="{C7FEA3FA-4936-41E1-B7FA-CA082069F7F7}" dt="2026-08-20T19:57:55.821" v="2952" actId="700"/>
          <ac:spMkLst>
            <pc:docMk/>
            <pc:sldMk cId="4270430494" sldId="387"/>
            <ac:spMk id="2" creationId="{F5DD7D58-F9E3-294D-ADD3-EA7F6BB37F98}"/>
          </ac:spMkLst>
        </pc:spChg>
        <pc:spChg chg="mod ord">
          <ac:chgData name="Francesco Bellotti" userId="f453232b-f87d-4756-9d8b-c09bc835cc42" providerId="ADAL" clId="{C7FEA3FA-4936-41E1-B7FA-CA082069F7F7}" dt="2026-08-20T20:11:43.287" v="2984" actId="1076"/>
          <ac:spMkLst>
            <pc:docMk/>
            <pc:sldMk cId="4270430494" sldId="387"/>
            <ac:spMk id="3" creationId="{1C3B2042-DDDC-45F4-5D04-17E33FB358EB}"/>
          </ac:spMkLst>
        </pc:spChg>
        <pc:spChg chg="add mod ord">
          <ac:chgData name="Francesco Bellotti" userId="f453232b-f87d-4756-9d8b-c09bc835cc42" providerId="ADAL" clId="{C7FEA3FA-4936-41E1-B7FA-CA082069F7F7}" dt="2026-08-20T20:13:33.827" v="2987" actId="113"/>
          <ac:spMkLst>
            <pc:docMk/>
            <pc:sldMk cId="4270430494" sldId="387"/>
            <ac:spMk id="4" creationId="{C644F014-2766-FF4C-6EC1-F16C60B817BC}"/>
          </ac:spMkLst>
        </pc:spChg>
        <pc:spChg chg="add mod">
          <ac:chgData name="Francesco Bellotti" userId="f453232b-f87d-4756-9d8b-c09bc835cc42" providerId="ADAL" clId="{C7FEA3FA-4936-41E1-B7FA-CA082069F7F7}" dt="2026-08-20T20:11:26.891" v="2975" actId="20577"/>
          <ac:spMkLst>
            <pc:docMk/>
            <pc:sldMk cId="4270430494" sldId="387"/>
            <ac:spMk id="7" creationId="{9BB95004-2298-2C5E-1C9E-A783A22995EE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0:19:06.242" v="3011" actId="27636"/>
        <pc:sldMkLst>
          <pc:docMk/>
          <pc:sldMk cId="2722838096" sldId="388"/>
        </pc:sldMkLst>
        <pc:spChg chg="mod ord">
          <ac:chgData name="Francesco Bellotti" userId="f453232b-f87d-4756-9d8b-c09bc835cc42" providerId="ADAL" clId="{C7FEA3FA-4936-41E1-B7FA-CA082069F7F7}" dt="2026-08-20T20:14:17.732" v="2995" actId="700"/>
          <ac:spMkLst>
            <pc:docMk/>
            <pc:sldMk cId="2722838096" sldId="388"/>
            <ac:spMk id="2" creationId="{BD7135B3-CD9A-43B7-B7A7-51F5AD845020}"/>
          </ac:spMkLst>
        </pc:spChg>
        <pc:spChg chg="mod ord">
          <ac:chgData name="Francesco Bellotti" userId="f453232b-f87d-4756-9d8b-c09bc835cc42" providerId="ADAL" clId="{C7FEA3FA-4936-41E1-B7FA-CA082069F7F7}" dt="2026-08-20T20:19:06.242" v="3011" actId="27636"/>
          <ac:spMkLst>
            <pc:docMk/>
            <pc:sldMk cId="2722838096" sldId="388"/>
            <ac:spMk id="3" creationId="{8F43B94A-F53F-558B-1591-5508346C983A}"/>
          </ac:spMkLst>
        </pc:spChg>
        <pc:spChg chg="add mod ord">
          <ac:chgData name="Francesco Bellotti" userId="f453232b-f87d-4756-9d8b-c09bc835cc42" providerId="ADAL" clId="{C7FEA3FA-4936-41E1-B7FA-CA082069F7F7}" dt="2026-08-20T20:19:06.242" v="3010" actId="27636"/>
          <ac:spMkLst>
            <pc:docMk/>
            <pc:sldMk cId="2722838096" sldId="388"/>
            <ac:spMk id="4" creationId="{AD6EFFFF-ECD0-2D0F-70E2-97F92DB8A46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0:29:33.782" v="3052" actId="113"/>
        <pc:sldMkLst>
          <pc:docMk/>
          <pc:sldMk cId="769377120" sldId="389"/>
        </pc:sldMkLst>
        <pc:spChg chg="mod ord">
          <ac:chgData name="Francesco Bellotti" userId="f453232b-f87d-4756-9d8b-c09bc835cc42" providerId="ADAL" clId="{C7FEA3FA-4936-41E1-B7FA-CA082069F7F7}" dt="2026-08-20T20:20:59.359" v="3017" actId="700"/>
          <ac:spMkLst>
            <pc:docMk/>
            <pc:sldMk cId="769377120" sldId="389"/>
            <ac:spMk id="2" creationId="{9F1EE246-3D1E-BE51-A62C-41AFDBF1DB1B}"/>
          </ac:spMkLst>
        </pc:spChg>
        <pc:spChg chg="mod ord">
          <ac:chgData name="Francesco Bellotti" userId="f453232b-f87d-4756-9d8b-c09bc835cc42" providerId="ADAL" clId="{C7FEA3FA-4936-41E1-B7FA-CA082069F7F7}" dt="2026-08-20T20:29:23.934" v="3049" actId="27636"/>
          <ac:spMkLst>
            <pc:docMk/>
            <pc:sldMk cId="769377120" sldId="389"/>
            <ac:spMk id="3" creationId="{9548B63E-CEFB-8661-8CF7-C898987ADA25}"/>
          </ac:spMkLst>
        </pc:spChg>
        <pc:spChg chg="add mod ord">
          <ac:chgData name="Francesco Bellotti" userId="f453232b-f87d-4756-9d8b-c09bc835cc42" providerId="ADAL" clId="{C7FEA3FA-4936-41E1-B7FA-CA082069F7F7}" dt="2026-08-20T20:29:33.782" v="3052" actId="113"/>
          <ac:spMkLst>
            <pc:docMk/>
            <pc:sldMk cId="769377120" sldId="389"/>
            <ac:spMk id="4" creationId="{84AD3482-C9C2-8BC4-314D-F1EC62C44339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20:33:19.084" v="3096" actId="20577"/>
        <pc:sldMkLst>
          <pc:docMk/>
          <pc:sldMk cId="3971028902" sldId="390"/>
        </pc:sldMkLst>
        <pc:spChg chg="mod ord">
          <ac:chgData name="Francesco Bellotti" userId="f453232b-f87d-4756-9d8b-c09bc835cc42" providerId="ADAL" clId="{C7FEA3FA-4936-41E1-B7FA-CA082069F7F7}" dt="2026-08-20T20:30:09.618" v="3055" actId="700"/>
          <ac:spMkLst>
            <pc:docMk/>
            <pc:sldMk cId="3971028902" sldId="390"/>
            <ac:spMk id="2" creationId="{F4BE278B-1EC8-AF45-BA66-0755ED76BFAF}"/>
          </ac:spMkLst>
        </pc:spChg>
        <pc:spChg chg="mod ord">
          <ac:chgData name="Francesco Bellotti" userId="f453232b-f87d-4756-9d8b-c09bc835cc42" providerId="ADAL" clId="{C7FEA3FA-4936-41E1-B7FA-CA082069F7F7}" dt="2026-08-20T20:30:34.257" v="3066" actId="20577"/>
          <ac:spMkLst>
            <pc:docMk/>
            <pc:sldMk cId="3971028902" sldId="390"/>
            <ac:spMk id="3" creationId="{7559E7D9-7E35-DCCA-0D25-0FAD97796232}"/>
          </ac:spMkLst>
        </pc:spChg>
        <pc:spChg chg="add mod ord">
          <ac:chgData name="Francesco Bellotti" userId="f453232b-f87d-4756-9d8b-c09bc835cc42" providerId="ADAL" clId="{C7FEA3FA-4936-41E1-B7FA-CA082069F7F7}" dt="2026-08-20T20:33:19.084" v="3096" actId="20577"/>
          <ac:spMkLst>
            <pc:docMk/>
            <pc:sldMk cId="3971028902" sldId="390"/>
            <ac:spMk id="4" creationId="{893877CC-D2BB-7DEC-BEAE-DBFE937834D1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0:43:13.233" v="3098" actId="15"/>
        <pc:sldMkLst>
          <pc:docMk/>
          <pc:sldMk cId="2758736647" sldId="391"/>
        </pc:sldMkLst>
        <pc:spChg chg="mod ord">
          <ac:chgData name="Francesco Bellotti" userId="f453232b-f87d-4756-9d8b-c09bc835cc42" providerId="ADAL" clId="{C7FEA3FA-4936-41E1-B7FA-CA082069F7F7}" dt="2026-08-20T20:32:11.137" v="3071" actId="700"/>
          <ac:spMkLst>
            <pc:docMk/>
            <pc:sldMk cId="2758736647" sldId="391"/>
            <ac:spMk id="2" creationId="{5F0324BA-1772-8F90-D7B8-0BC1D06BBA67}"/>
          </ac:spMkLst>
        </pc:spChg>
        <pc:spChg chg="mod ord">
          <ac:chgData name="Francesco Bellotti" userId="f453232b-f87d-4756-9d8b-c09bc835cc42" providerId="ADAL" clId="{C7FEA3FA-4936-41E1-B7FA-CA082069F7F7}" dt="2026-08-20T20:43:04.302" v="3097" actId="20577"/>
          <ac:spMkLst>
            <pc:docMk/>
            <pc:sldMk cId="2758736647" sldId="391"/>
            <ac:spMk id="3" creationId="{2BAEFA1F-531A-7C23-ACA5-7E18072240F0}"/>
          </ac:spMkLst>
        </pc:spChg>
        <pc:spChg chg="add mod ord">
          <ac:chgData name="Francesco Bellotti" userId="f453232b-f87d-4756-9d8b-c09bc835cc42" providerId="ADAL" clId="{C7FEA3FA-4936-41E1-B7FA-CA082069F7F7}" dt="2026-08-20T20:43:13.233" v="3098" actId="15"/>
          <ac:spMkLst>
            <pc:docMk/>
            <pc:sldMk cId="2758736647" sldId="391"/>
            <ac:spMk id="4" creationId="{B83E0B1B-4F67-BE04-A55E-8D12BBEBC7E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0:46:29.348" v="3114" actId="14100"/>
        <pc:sldMkLst>
          <pc:docMk/>
          <pc:sldMk cId="184050551" sldId="392"/>
        </pc:sldMkLst>
        <pc:spChg chg="mod ord">
          <ac:chgData name="Francesco Bellotti" userId="f453232b-f87d-4756-9d8b-c09bc835cc42" providerId="ADAL" clId="{C7FEA3FA-4936-41E1-B7FA-CA082069F7F7}" dt="2026-08-20T20:32:34.424" v="3081" actId="700"/>
          <ac:spMkLst>
            <pc:docMk/>
            <pc:sldMk cId="184050551" sldId="392"/>
            <ac:spMk id="2" creationId="{995006E9-08A1-5FC7-6037-CD4C27975DDE}"/>
          </ac:spMkLst>
        </pc:spChg>
        <pc:spChg chg="mod ord">
          <ac:chgData name="Francesco Bellotti" userId="f453232b-f87d-4756-9d8b-c09bc835cc42" providerId="ADAL" clId="{C7FEA3FA-4936-41E1-B7FA-CA082069F7F7}" dt="2026-08-20T20:45:51.026" v="3106" actId="20577"/>
          <ac:spMkLst>
            <pc:docMk/>
            <pc:sldMk cId="184050551" sldId="392"/>
            <ac:spMk id="3" creationId="{D45A2611-807D-CE12-4712-8D4BE44CB993}"/>
          </ac:spMkLst>
        </pc:spChg>
        <pc:spChg chg="add mod ord">
          <ac:chgData name="Francesco Bellotti" userId="f453232b-f87d-4756-9d8b-c09bc835cc42" providerId="ADAL" clId="{C7FEA3FA-4936-41E1-B7FA-CA082069F7F7}" dt="2026-08-20T20:46:21.136" v="3111" actId="20577"/>
          <ac:spMkLst>
            <pc:docMk/>
            <pc:sldMk cId="184050551" sldId="392"/>
            <ac:spMk id="4" creationId="{DF075992-2DA4-1C4F-A87D-95D1F8F414CC}"/>
          </ac:spMkLst>
        </pc:spChg>
        <pc:spChg chg="add mod">
          <ac:chgData name="Francesco Bellotti" userId="f453232b-f87d-4756-9d8b-c09bc835cc42" providerId="ADAL" clId="{C7FEA3FA-4936-41E1-B7FA-CA082069F7F7}" dt="2026-08-20T20:46:29.348" v="3114" actId="14100"/>
          <ac:spMkLst>
            <pc:docMk/>
            <pc:sldMk cId="184050551" sldId="392"/>
            <ac:spMk id="6" creationId="{1E4D60D6-85F9-97F8-68A7-70705C2F2C8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1:31:44.600" v="3168" actId="5793"/>
        <pc:sldMkLst>
          <pc:docMk/>
          <pc:sldMk cId="2146626683" sldId="393"/>
        </pc:sldMkLst>
        <pc:spChg chg="mod ord">
          <ac:chgData name="Francesco Bellotti" userId="f453232b-f87d-4756-9d8b-c09bc835cc42" providerId="ADAL" clId="{C7FEA3FA-4936-41E1-B7FA-CA082069F7F7}" dt="2026-08-20T20:59:00.183" v="3129" actId="700"/>
          <ac:spMkLst>
            <pc:docMk/>
            <pc:sldMk cId="2146626683" sldId="393"/>
            <ac:spMk id="2" creationId="{A7EE84BB-02D3-A6FE-D89E-E071A68AE670}"/>
          </ac:spMkLst>
        </pc:spChg>
        <pc:spChg chg="mod ord">
          <ac:chgData name="Francesco Bellotti" userId="f453232b-f87d-4756-9d8b-c09bc835cc42" providerId="ADAL" clId="{C7FEA3FA-4936-41E1-B7FA-CA082069F7F7}" dt="2026-08-20T21:31:44.600" v="3168" actId="5793"/>
          <ac:spMkLst>
            <pc:docMk/>
            <pc:sldMk cId="2146626683" sldId="393"/>
            <ac:spMk id="3" creationId="{341D8F87-B735-3E08-F96A-A88549FCA864}"/>
          </ac:spMkLst>
        </pc:spChg>
        <pc:spChg chg="add mod ord">
          <ac:chgData name="Francesco Bellotti" userId="f453232b-f87d-4756-9d8b-c09bc835cc42" providerId="ADAL" clId="{C7FEA3FA-4936-41E1-B7FA-CA082069F7F7}" dt="2026-08-20T21:02:01.192" v="3162" actId="5793"/>
          <ac:spMkLst>
            <pc:docMk/>
            <pc:sldMk cId="2146626683" sldId="393"/>
            <ac:spMk id="4" creationId="{2B63E6CB-8DD7-A598-F97B-A4548F7D0F5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1:04:29.451" v="3166" actId="20577"/>
        <pc:sldMkLst>
          <pc:docMk/>
          <pc:sldMk cId="560600140" sldId="394"/>
        </pc:sldMkLst>
        <pc:spChg chg="mod ord">
          <ac:chgData name="Francesco Bellotti" userId="f453232b-f87d-4756-9d8b-c09bc835cc42" providerId="ADAL" clId="{C7FEA3FA-4936-41E1-B7FA-CA082069F7F7}" dt="2026-08-20T21:00:09.378" v="3141" actId="700"/>
          <ac:spMkLst>
            <pc:docMk/>
            <pc:sldMk cId="560600140" sldId="394"/>
            <ac:spMk id="2" creationId="{9D743B98-62CB-A24E-71C7-DE1760DE3A8F}"/>
          </ac:spMkLst>
        </pc:spChg>
        <pc:spChg chg="mod ord">
          <ac:chgData name="Francesco Bellotti" userId="f453232b-f87d-4756-9d8b-c09bc835cc42" providerId="ADAL" clId="{C7FEA3FA-4936-41E1-B7FA-CA082069F7F7}" dt="2026-08-20T21:04:08.814" v="3163" actId="14100"/>
          <ac:spMkLst>
            <pc:docMk/>
            <pc:sldMk cId="560600140" sldId="394"/>
            <ac:spMk id="3" creationId="{60747B43-CD06-5DEF-BFD8-C8C2D45817D3}"/>
          </ac:spMkLst>
        </pc:spChg>
        <pc:spChg chg="add mod ord">
          <ac:chgData name="Francesco Bellotti" userId="f453232b-f87d-4756-9d8b-c09bc835cc42" providerId="ADAL" clId="{C7FEA3FA-4936-41E1-B7FA-CA082069F7F7}" dt="2026-08-20T21:04:29.451" v="3166" actId="20577"/>
          <ac:spMkLst>
            <pc:docMk/>
            <pc:sldMk cId="560600140" sldId="394"/>
            <ac:spMk id="4" creationId="{95F46FB6-BFEB-D42D-5F5C-820ED12B71F4}"/>
          </ac:spMkLst>
        </pc:spChg>
      </pc:sldChg>
      <pc:sldChg chg="modSp new mod">
        <pc:chgData name="Francesco Bellotti" userId="f453232b-f87d-4756-9d8b-c09bc835cc42" providerId="ADAL" clId="{C7FEA3FA-4936-41E1-B7FA-CA082069F7F7}" dt="2026-08-20T17:35:32.983" v="2166" actId="20577"/>
        <pc:sldMkLst>
          <pc:docMk/>
          <pc:sldMk cId="3508994810" sldId="395"/>
        </pc:sldMkLst>
        <pc:spChg chg="mod">
          <ac:chgData name="Francesco Bellotti" userId="f453232b-f87d-4756-9d8b-c09bc835cc42" providerId="ADAL" clId="{C7FEA3FA-4936-41E1-B7FA-CA082069F7F7}" dt="2026-08-20T17:34:04.654" v="2131"/>
          <ac:spMkLst>
            <pc:docMk/>
            <pc:sldMk cId="3508994810" sldId="395"/>
            <ac:spMk id="2" creationId="{2B19F796-913F-C352-F1D6-2E7D00771F18}"/>
          </ac:spMkLst>
        </pc:spChg>
        <pc:spChg chg="mod">
          <ac:chgData name="Francesco Bellotti" userId="f453232b-f87d-4756-9d8b-c09bc835cc42" providerId="ADAL" clId="{C7FEA3FA-4936-41E1-B7FA-CA082069F7F7}" dt="2026-08-20T17:35:32.983" v="2166" actId="20577"/>
          <ac:spMkLst>
            <pc:docMk/>
            <pc:sldMk cId="3508994810" sldId="395"/>
            <ac:spMk id="3" creationId="{6A54A954-8F00-F93D-5738-742D3E2ECC08}"/>
          </ac:spMkLst>
        </pc:spChg>
      </pc:sldChg>
      <pc:sldChg chg="modSp add mod">
        <pc:chgData name="Francesco Bellotti" userId="f453232b-f87d-4756-9d8b-c09bc835cc42" providerId="ADAL" clId="{C7FEA3FA-4936-41E1-B7FA-CA082069F7F7}" dt="2026-08-20T17:38:05.813" v="2200" actId="20577"/>
        <pc:sldMkLst>
          <pc:docMk/>
          <pc:sldMk cId="1724414524" sldId="396"/>
        </pc:sldMkLst>
        <pc:spChg chg="mod">
          <ac:chgData name="Francesco Bellotti" userId="f453232b-f87d-4756-9d8b-c09bc835cc42" providerId="ADAL" clId="{C7FEA3FA-4936-41E1-B7FA-CA082069F7F7}" dt="2026-08-20T17:38:05.813" v="2200" actId="20577"/>
          <ac:spMkLst>
            <pc:docMk/>
            <pc:sldMk cId="1724414524" sldId="396"/>
            <ac:spMk id="3" creationId="{05B96A8D-4013-16F6-5D24-E31E9D963814}"/>
          </ac:spMkLst>
        </pc:spChg>
      </pc:sldChg>
      <pc:sldChg chg="modSp add mod">
        <pc:chgData name="Francesco Bellotti" userId="f453232b-f87d-4756-9d8b-c09bc835cc42" providerId="ADAL" clId="{C7FEA3FA-4936-41E1-B7FA-CA082069F7F7}" dt="2026-08-20T17:51:11.262" v="2427" actId="113"/>
        <pc:sldMkLst>
          <pc:docMk/>
          <pc:sldMk cId="159246458" sldId="397"/>
        </pc:sldMkLst>
        <pc:spChg chg="mod">
          <ac:chgData name="Francesco Bellotti" userId="f453232b-f87d-4756-9d8b-c09bc835cc42" providerId="ADAL" clId="{C7FEA3FA-4936-41E1-B7FA-CA082069F7F7}" dt="2026-08-20T17:51:11.262" v="2427" actId="113"/>
          <ac:spMkLst>
            <pc:docMk/>
            <pc:sldMk cId="159246458" sldId="397"/>
            <ac:spMk id="3" creationId="{D12BC83A-D7AB-725F-83DC-27ECDBDDA7FA}"/>
          </ac:spMkLst>
        </pc:spChg>
      </pc:sldChg>
      <pc:sldChg chg="modSp add mod">
        <pc:chgData name="Francesco Bellotti" userId="f453232b-f87d-4756-9d8b-c09bc835cc42" providerId="ADAL" clId="{C7FEA3FA-4936-41E1-B7FA-CA082069F7F7}" dt="2026-08-20T18:04:30.738" v="2621" actId="113"/>
        <pc:sldMkLst>
          <pc:docMk/>
          <pc:sldMk cId="1366107149" sldId="398"/>
        </pc:sldMkLst>
        <pc:spChg chg="mod">
          <ac:chgData name="Francesco Bellotti" userId="f453232b-f87d-4756-9d8b-c09bc835cc42" providerId="ADAL" clId="{C7FEA3FA-4936-41E1-B7FA-CA082069F7F7}" dt="2026-08-20T18:04:30.738" v="2621" actId="113"/>
          <ac:spMkLst>
            <pc:docMk/>
            <pc:sldMk cId="1366107149" sldId="398"/>
            <ac:spMk id="3" creationId="{FB91B38E-6718-F987-DB34-083E9F105041}"/>
          </ac:spMkLst>
        </pc:spChg>
      </pc:sldChg>
      <pc:sldChg chg="addSp modSp add mod">
        <pc:chgData name="Francesco Bellotti" userId="f453232b-f87d-4756-9d8b-c09bc835cc42" providerId="ADAL" clId="{C7FEA3FA-4936-41E1-B7FA-CA082069F7F7}" dt="2026-08-20T18:02:33.445" v="2614" actId="27636"/>
        <pc:sldMkLst>
          <pc:docMk/>
          <pc:sldMk cId="408617577" sldId="399"/>
        </pc:sldMkLst>
        <pc:spChg chg="mod">
          <ac:chgData name="Francesco Bellotti" userId="f453232b-f87d-4756-9d8b-c09bc835cc42" providerId="ADAL" clId="{C7FEA3FA-4936-41E1-B7FA-CA082069F7F7}" dt="2026-08-20T18:02:33.445" v="2614" actId="27636"/>
          <ac:spMkLst>
            <pc:docMk/>
            <pc:sldMk cId="408617577" sldId="399"/>
            <ac:spMk id="3" creationId="{AFEEA17F-CE43-26B0-2A7C-8CFD960D7C9D}"/>
          </ac:spMkLst>
        </pc:spChg>
        <pc:spChg chg="add mod">
          <ac:chgData name="Francesco Bellotti" userId="f453232b-f87d-4756-9d8b-c09bc835cc42" providerId="ADAL" clId="{C7FEA3FA-4936-41E1-B7FA-CA082069F7F7}" dt="2026-08-20T18:02:02.098" v="2611" actId="1076"/>
          <ac:spMkLst>
            <pc:docMk/>
            <pc:sldMk cId="408617577" sldId="399"/>
            <ac:spMk id="5" creationId="{20A2AD61-D985-557A-B647-AC67FC5467F7}"/>
          </ac:spMkLst>
        </pc:spChg>
      </pc:sldChg>
      <pc:sldChg chg="modSp add mod">
        <pc:chgData name="Francesco Bellotti" userId="f453232b-f87d-4756-9d8b-c09bc835cc42" providerId="ADAL" clId="{C7FEA3FA-4936-41E1-B7FA-CA082069F7F7}" dt="2026-08-20T17:54:24.264" v="2468" actId="15"/>
        <pc:sldMkLst>
          <pc:docMk/>
          <pc:sldMk cId="2052466221" sldId="400"/>
        </pc:sldMkLst>
        <pc:spChg chg="mod">
          <ac:chgData name="Francesco Bellotti" userId="f453232b-f87d-4756-9d8b-c09bc835cc42" providerId="ADAL" clId="{C7FEA3FA-4936-41E1-B7FA-CA082069F7F7}" dt="2026-08-20T17:54:24.264" v="2468" actId="15"/>
          <ac:spMkLst>
            <pc:docMk/>
            <pc:sldMk cId="2052466221" sldId="400"/>
            <ac:spMk id="3" creationId="{69C3E16D-7565-0221-F1BE-63726BD3570F}"/>
          </ac:spMkLst>
        </pc:spChg>
      </pc:sldChg>
      <pc:sldChg chg="delSp modSp add mod setBg">
        <pc:chgData name="Francesco Bellotti" userId="f453232b-f87d-4756-9d8b-c09bc835cc42" providerId="ADAL" clId="{C7FEA3FA-4936-41E1-B7FA-CA082069F7F7}" dt="2026-08-20T22:12:32.982" v="3386" actId="20577"/>
        <pc:sldMkLst>
          <pc:docMk/>
          <pc:sldMk cId="0" sldId="401"/>
        </pc:sldMkLst>
        <pc:spChg chg="mod">
          <ac:chgData name="Francesco Bellotti" userId="f453232b-f87d-4756-9d8b-c09bc835cc42" providerId="ADAL" clId="{C7FEA3FA-4936-41E1-B7FA-CA082069F7F7}" dt="2026-08-20T22:12:32.982" v="3386" actId="20577"/>
          <ac:spMkLst>
            <pc:docMk/>
            <pc:sldMk cId="0" sldId="401"/>
            <ac:spMk id="6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22:14:54.716" v="3447" actId="113"/>
        <pc:sldMkLst>
          <pc:docMk/>
          <pc:sldMk cId="0" sldId="402"/>
        </pc:sldMkLst>
        <pc:spChg chg="mod">
          <ac:chgData name="Francesco Bellotti" userId="f453232b-f87d-4756-9d8b-c09bc835cc42" providerId="ADAL" clId="{C7FEA3FA-4936-41E1-B7FA-CA082069F7F7}" dt="2026-08-20T22:14:50.709" v="3446" actId="113"/>
          <ac:spMkLst>
            <pc:docMk/>
            <pc:sldMk cId="0" sldId="402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2:14:54.716" v="3447" actId="113"/>
          <ac:spMkLst>
            <pc:docMk/>
            <pc:sldMk cId="0" sldId="402"/>
            <ac:spMk id="68" creationId="{00000000-0000-0000-0000-000000000000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0T22:21:04.751" v="3570" actId="13926"/>
        <pc:sldMkLst>
          <pc:docMk/>
          <pc:sldMk cId="0" sldId="403"/>
        </pc:sldMkLst>
        <pc:spChg chg="mod">
          <ac:chgData name="Francesco Bellotti" userId="f453232b-f87d-4756-9d8b-c09bc835cc42" providerId="ADAL" clId="{C7FEA3FA-4936-41E1-B7FA-CA082069F7F7}" dt="2026-08-20T22:21:01.497" v="3569" actId="113"/>
          <ac:spMkLst>
            <pc:docMk/>
            <pc:sldMk cId="0" sldId="403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2:21:04.751" v="3570" actId="13926"/>
          <ac:spMkLst>
            <pc:docMk/>
            <pc:sldMk cId="0" sldId="403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2:16:12.595" v="3466" actId="20577"/>
          <ac:spMkLst>
            <pc:docMk/>
            <pc:sldMk cId="0" sldId="403"/>
            <ac:spMk id="63" creationId="{00000000-0000-0000-0000-000000000000}"/>
          </ac:spMkLst>
        </pc:spChg>
      </pc:sldChg>
      <pc:sldChg chg="add ord setBg">
        <pc:chgData name="Francesco Bellotti" userId="f453232b-f87d-4756-9d8b-c09bc835cc42" providerId="ADAL" clId="{C7FEA3FA-4936-41E1-B7FA-CA082069F7F7}" dt="2026-08-20T22:19:41.589" v="3548"/>
        <pc:sldMkLst>
          <pc:docMk/>
          <pc:sldMk cId="0" sldId="404"/>
        </pc:sldMkLst>
      </pc:sldChg>
      <pc:sldChg chg="modSp add mod ord setBg">
        <pc:chgData name="Francesco Bellotti" userId="f453232b-f87d-4756-9d8b-c09bc835cc42" providerId="ADAL" clId="{C7FEA3FA-4936-41E1-B7FA-CA082069F7F7}" dt="2026-08-20T22:28:55.225" v="3657" actId="20577"/>
        <pc:sldMkLst>
          <pc:docMk/>
          <pc:sldMk cId="0" sldId="405"/>
        </pc:sldMkLst>
        <pc:spChg chg="mod">
          <ac:chgData name="Francesco Bellotti" userId="f453232b-f87d-4756-9d8b-c09bc835cc42" providerId="ADAL" clId="{C7FEA3FA-4936-41E1-B7FA-CA082069F7F7}" dt="2026-08-20T22:28:55.225" v="3657" actId="20577"/>
          <ac:spMkLst>
            <pc:docMk/>
            <pc:sldMk cId="0" sldId="405"/>
            <ac:spMk id="8" creationId="{00000000-0000-0000-0000-000000000000}"/>
          </ac:spMkLst>
        </pc:spChg>
      </pc:sldChg>
      <pc:sldChg chg="modSp add mod ord setBg">
        <pc:chgData name="Francesco Bellotti" userId="f453232b-f87d-4756-9d8b-c09bc835cc42" providerId="ADAL" clId="{C7FEA3FA-4936-41E1-B7FA-CA082069F7F7}" dt="2026-08-20T22:45:59.882" v="3783" actId="113"/>
        <pc:sldMkLst>
          <pc:docMk/>
          <pc:sldMk cId="0" sldId="406"/>
        </pc:sldMkLst>
        <pc:spChg chg="mod">
          <ac:chgData name="Francesco Bellotti" userId="f453232b-f87d-4756-9d8b-c09bc835cc42" providerId="ADAL" clId="{C7FEA3FA-4936-41E1-B7FA-CA082069F7F7}" dt="2026-08-20T22:45:59.882" v="3783" actId="113"/>
          <ac:spMkLst>
            <pc:docMk/>
            <pc:sldMk cId="0" sldId="406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2:41:41.727" v="3744" actId="1076"/>
          <ac:spMkLst>
            <pc:docMk/>
            <pc:sldMk cId="0" sldId="406"/>
            <ac:spMk id="4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0T22:45:51.793" v="3782" actId="113"/>
          <ac:spMkLst>
            <pc:docMk/>
            <pc:sldMk cId="0" sldId="406"/>
            <ac:spMk id="45" creationId="{00000000-0000-0000-0000-000000000000}"/>
          </ac:spMkLst>
        </pc:spChg>
      </pc:sldChg>
      <pc:sldChg chg="add ord setBg">
        <pc:chgData name="Francesco Bellotti" userId="f453232b-f87d-4756-9d8b-c09bc835cc42" providerId="ADAL" clId="{C7FEA3FA-4936-41E1-B7FA-CA082069F7F7}" dt="2026-08-20T22:47:57.779" v="3789"/>
        <pc:sldMkLst>
          <pc:docMk/>
          <pc:sldMk cId="0" sldId="407"/>
        </pc:sldMkLst>
      </pc:sldChg>
      <pc:sldChg chg="delSp modSp add mod setBg">
        <pc:chgData name="Francesco Bellotti" userId="f453232b-f87d-4756-9d8b-c09bc835cc42" providerId="ADAL" clId="{C7FEA3FA-4936-41E1-B7FA-CA082069F7F7}" dt="2026-08-21T08:55:38.184" v="3971" actId="1076"/>
        <pc:sldMkLst>
          <pc:docMk/>
          <pc:sldMk cId="0" sldId="408"/>
        </pc:sldMkLst>
        <pc:spChg chg="mod">
          <ac:chgData name="Francesco Bellotti" userId="f453232b-f87d-4756-9d8b-c09bc835cc42" providerId="ADAL" clId="{C7FEA3FA-4936-41E1-B7FA-CA082069F7F7}" dt="2026-08-21T08:52:41.004" v="3962" actId="14100"/>
          <ac:spMkLst>
            <pc:docMk/>
            <pc:sldMk cId="0" sldId="408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08:55:11.332" v="3968" actId="1076"/>
          <ac:spMkLst>
            <pc:docMk/>
            <pc:sldMk cId="0" sldId="408"/>
            <ac:spMk id="2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08:55:18.950" v="3969" actId="1076"/>
          <ac:spMkLst>
            <pc:docMk/>
            <pc:sldMk cId="0" sldId="408"/>
            <ac:spMk id="2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08:55:23.833" v="3970" actId="1076"/>
          <ac:spMkLst>
            <pc:docMk/>
            <pc:sldMk cId="0" sldId="408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08:55:38.184" v="3971" actId="1076"/>
          <ac:spMkLst>
            <pc:docMk/>
            <pc:sldMk cId="0" sldId="408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08:55:38.184" v="3971" actId="1076"/>
          <ac:spMkLst>
            <pc:docMk/>
            <pc:sldMk cId="0" sldId="408"/>
            <ac:spMk id="26" creationId="{00000000-0000-0000-0000-000000000000}"/>
          </ac:spMkLst>
        </pc:spChg>
      </pc:sldChg>
      <pc:sldChg chg="addSp modSp add mod setBg">
        <pc:chgData name="Francesco Bellotti" userId="f453232b-f87d-4756-9d8b-c09bc835cc42" providerId="ADAL" clId="{C7FEA3FA-4936-41E1-B7FA-CA082069F7F7}" dt="2026-08-21T08:59:26.697" v="4003" actId="1076"/>
        <pc:sldMkLst>
          <pc:docMk/>
          <pc:sldMk cId="0" sldId="409"/>
        </pc:sldMkLst>
        <pc:spChg chg="mod">
          <ac:chgData name="Francesco Bellotti" userId="f453232b-f87d-4756-9d8b-c09bc835cc42" providerId="ADAL" clId="{C7FEA3FA-4936-41E1-B7FA-CA082069F7F7}" dt="2026-08-21T08:56:59.364" v="3972" actId="14100"/>
          <ac:spMkLst>
            <pc:docMk/>
            <pc:sldMk cId="0" sldId="409"/>
            <ac:spMk id="26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21T08:57:21.821" v="3976" actId="14100"/>
          <ac:spMkLst>
            <pc:docMk/>
            <pc:sldMk cId="0" sldId="409"/>
            <ac:spMk id="31" creationId="{845E8AE2-24DB-3973-2E6C-27F03876D8BA}"/>
          </ac:spMkLst>
        </pc:spChg>
        <pc:spChg chg="add mod">
          <ac:chgData name="Francesco Bellotti" userId="f453232b-f87d-4756-9d8b-c09bc835cc42" providerId="ADAL" clId="{C7FEA3FA-4936-41E1-B7FA-CA082069F7F7}" dt="2026-08-21T08:59:26.697" v="4003" actId="1076"/>
          <ac:spMkLst>
            <pc:docMk/>
            <pc:sldMk cId="0" sldId="409"/>
            <ac:spMk id="33" creationId="{65C11952-D3FD-D184-C68A-CBE6D787D965}"/>
          </ac:spMkLst>
        </pc:spChg>
      </pc:sldChg>
      <pc:sldChg chg="addSp modSp add mod ord setBg">
        <pc:chgData name="Francesco Bellotti" userId="f453232b-f87d-4756-9d8b-c09bc835cc42" providerId="ADAL" clId="{C7FEA3FA-4936-41E1-B7FA-CA082069F7F7}" dt="2026-08-21T09:03:29.382" v="4157" actId="14100"/>
        <pc:sldMkLst>
          <pc:docMk/>
          <pc:sldMk cId="0" sldId="410"/>
        </pc:sldMkLst>
        <pc:spChg chg="mod">
          <ac:chgData name="Francesco Bellotti" userId="f453232b-f87d-4756-9d8b-c09bc835cc42" providerId="ADAL" clId="{C7FEA3FA-4936-41E1-B7FA-CA082069F7F7}" dt="2026-08-21T09:03:29.382" v="4157" actId="14100"/>
          <ac:spMkLst>
            <pc:docMk/>
            <pc:sldMk cId="0" sldId="410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09:02:12.581" v="4149" actId="14100"/>
          <ac:spMkLst>
            <pc:docMk/>
            <pc:sldMk cId="0" sldId="410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09:02:25.947" v="4151" actId="1076"/>
          <ac:spMkLst>
            <pc:docMk/>
            <pc:sldMk cId="0" sldId="410"/>
            <ac:spMk id="2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21T09:02:48.109" v="4154" actId="14100"/>
          <ac:spMkLst>
            <pc:docMk/>
            <pc:sldMk cId="0" sldId="410"/>
            <ac:spMk id="28" creationId="{B36FFA93-C93D-F033-C717-26BF5E7A3784}"/>
          </ac:spMkLst>
        </pc:spChg>
      </pc:sldChg>
      <pc:sldChg chg="modSp add mod setBg">
        <pc:chgData name="Francesco Bellotti" userId="f453232b-f87d-4756-9d8b-c09bc835cc42" providerId="ADAL" clId="{C7FEA3FA-4936-41E1-B7FA-CA082069F7F7}" dt="2026-08-21T09:13:43.845" v="4312" actId="14100"/>
        <pc:sldMkLst>
          <pc:docMk/>
          <pc:sldMk cId="0" sldId="411"/>
        </pc:sldMkLst>
        <pc:spChg chg="mod">
          <ac:chgData name="Francesco Bellotti" userId="f453232b-f87d-4756-9d8b-c09bc835cc42" providerId="ADAL" clId="{C7FEA3FA-4936-41E1-B7FA-CA082069F7F7}" dt="2026-08-21T09:13:43.845" v="4312" actId="14100"/>
          <ac:spMkLst>
            <pc:docMk/>
            <pc:sldMk cId="0" sldId="411"/>
            <ac:spMk id="60" creationId="{00000000-0000-0000-0000-000000000000}"/>
          </ac:spMkLst>
        </pc:spChg>
      </pc:sldChg>
      <pc:sldChg chg="addSp modSp add mod ord setBg">
        <pc:chgData name="Francesco Bellotti" userId="f453232b-f87d-4756-9d8b-c09bc835cc42" providerId="ADAL" clId="{C7FEA3FA-4936-41E1-B7FA-CA082069F7F7}" dt="2026-08-21T09:23:04.718" v="4505" actId="1076"/>
        <pc:sldMkLst>
          <pc:docMk/>
          <pc:sldMk cId="0" sldId="412"/>
        </pc:sldMkLst>
        <pc:spChg chg="mod">
          <ac:chgData name="Francesco Bellotti" userId="f453232b-f87d-4756-9d8b-c09bc835cc42" providerId="ADAL" clId="{C7FEA3FA-4936-41E1-B7FA-CA082069F7F7}" dt="2026-08-21T09:14:31.831" v="4313" actId="14100"/>
          <ac:spMkLst>
            <pc:docMk/>
            <pc:sldMk cId="0" sldId="412"/>
            <ac:spMk id="13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08-21T09:23:04.718" v="4505" actId="1076"/>
          <ac:spMkLst>
            <pc:docMk/>
            <pc:sldMk cId="0" sldId="412"/>
            <ac:spMk id="25" creationId="{2DA6C898-E162-B194-8601-49A8BFA118CB}"/>
          </ac:spMkLst>
        </pc:spChg>
      </pc:sldChg>
      <pc:sldChg chg="add ord setBg">
        <pc:chgData name="Francesco Bellotti" userId="f453232b-f87d-4756-9d8b-c09bc835cc42" providerId="ADAL" clId="{C7FEA3FA-4936-41E1-B7FA-CA082069F7F7}" dt="2026-08-21T09:24:01.013" v="4509"/>
        <pc:sldMkLst>
          <pc:docMk/>
          <pc:sldMk cId="0" sldId="413"/>
        </pc:sldMkLst>
      </pc:sldChg>
      <pc:sldChg chg="add setBg">
        <pc:chgData name="Francesco Bellotti" userId="f453232b-f87d-4756-9d8b-c09bc835cc42" providerId="ADAL" clId="{C7FEA3FA-4936-41E1-B7FA-CA082069F7F7}" dt="2026-08-20T21:33:36.077" v="3169"/>
        <pc:sldMkLst>
          <pc:docMk/>
          <pc:sldMk cId="0" sldId="414"/>
        </pc:sldMkLst>
      </pc:sldChg>
      <pc:sldChg chg="modSp new">
        <pc:chgData name="Francesco Bellotti" userId="f453232b-f87d-4756-9d8b-c09bc835cc42" providerId="ADAL" clId="{C7FEA3FA-4936-41E1-B7FA-CA082069F7F7}" dt="2026-08-20T21:34:06.507" v="3171"/>
        <pc:sldMkLst>
          <pc:docMk/>
          <pc:sldMk cId="844806515" sldId="415"/>
        </pc:sldMkLst>
        <pc:spChg chg="mod">
          <ac:chgData name="Francesco Bellotti" userId="f453232b-f87d-4756-9d8b-c09bc835cc42" providerId="ADAL" clId="{C7FEA3FA-4936-41E1-B7FA-CA082069F7F7}" dt="2026-08-20T21:34:06.507" v="3171"/>
          <ac:spMkLst>
            <pc:docMk/>
            <pc:sldMk cId="844806515" sldId="415"/>
            <ac:spMk id="2" creationId="{E086821D-A47B-5822-5EF6-884066E8C04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2:12:07.401" v="3384" actId="113"/>
        <pc:sldMkLst>
          <pc:docMk/>
          <pc:sldMk cId="896565581" sldId="416"/>
        </pc:sldMkLst>
        <pc:spChg chg="mod ord">
          <ac:chgData name="Francesco Bellotti" userId="f453232b-f87d-4756-9d8b-c09bc835cc42" providerId="ADAL" clId="{C7FEA3FA-4936-41E1-B7FA-CA082069F7F7}" dt="2026-08-20T22:10:33.491" v="3328" actId="700"/>
          <ac:spMkLst>
            <pc:docMk/>
            <pc:sldMk cId="896565581" sldId="416"/>
            <ac:spMk id="2" creationId="{558A5E42-4A38-94C6-0180-7157E36E62F0}"/>
          </ac:spMkLst>
        </pc:spChg>
        <pc:spChg chg="mod ord">
          <ac:chgData name="Francesco Bellotti" userId="f453232b-f87d-4756-9d8b-c09bc835cc42" providerId="ADAL" clId="{C7FEA3FA-4936-41E1-B7FA-CA082069F7F7}" dt="2026-08-20T22:12:02.776" v="3382" actId="27636"/>
          <ac:spMkLst>
            <pc:docMk/>
            <pc:sldMk cId="896565581" sldId="416"/>
            <ac:spMk id="3" creationId="{363651E4-B637-AF0A-E370-26CFE88E97A9}"/>
          </ac:spMkLst>
        </pc:spChg>
        <pc:spChg chg="add mod ord">
          <ac:chgData name="Francesco Bellotti" userId="f453232b-f87d-4756-9d8b-c09bc835cc42" providerId="ADAL" clId="{C7FEA3FA-4936-41E1-B7FA-CA082069F7F7}" dt="2026-08-20T22:12:07.401" v="3384" actId="113"/>
          <ac:spMkLst>
            <pc:docMk/>
            <pc:sldMk cId="896565581" sldId="416"/>
            <ac:spMk id="4" creationId="{E6841F3B-383C-58EF-BED6-1A3A602775F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2:14:27.624" v="3445" actId="20577"/>
        <pc:sldMkLst>
          <pc:docMk/>
          <pc:sldMk cId="2798753009" sldId="417"/>
        </pc:sldMkLst>
        <pc:spChg chg="mod ord">
          <ac:chgData name="Francesco Bellotti" userId="f453232b-f87d-4756-9d8b-c09bc835cc42" providerId="ADAL" clId="{C7FEA3FA-4936-41E1-B7FA-CA082069F7F7}" dt="2026-08-20T22:13:37.198" v="3389" actId="700"/>
          <ac:spMkLst>
            <pc:docMk/>
            <pc:sldMk cId="2798753009" sldId="417"/>
            <ac:spMk id="2" creationId="{1B72E5DB-2B44-7315-68AA-5B233AD4E28A}"/>
          </ac:spMkLst>
        </pc:spChg>
        <pc:spChg chg="mod ord">
          <ac:chgData name="Francesco Bellotti" userId="f453232b-f87d-4756-9d8b-c09bc835cc42" providerId="ADAL" clId="{C7FEA3FA-4936-41E1-B7FA-CA082069F7F7}" dt="2026-08-20T22:14:26.689" v="3439" actId="27636"/>
          <ac:spMkLst>
            <pc:docMk/>
            <pc:sldMk cId="2798753009" sldId="417"/>
            <ac:spMk id="3" creationId="{47C68BAD-2203-2A54-E97D-0538FE9F4EF3}"/>
          </ac:spMkLst>
        </pc:spChg>
        <pc:spChg chg="add mod ord">
          <ac:chgData name="Francesco Bellotti" userId="f453232b-f87d-4756-9d8b-c09bc835cc42" providerId="ADAL" clId="{C7FEA3FA-4936-41E1-B7FA-CA082069F7F7}" dt="2026-08-20T22:14:27.624" v="3445" actId="20577"/>
          <ac:spMkLst>
            <pc:docMk/>
            <pc:sldMk cId="2798753009" sldId="417"/>
            <ac:spMk id="4" creationId="{F6FA43A8-6D5B-8665-C124-9B57E4D06011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22:17:24.483" v="3485" actId="15"/>
        <pc:sldMkLst>
          <pc:docMk/>
          <pc:sldMk cId="1478570440" sldId="418"/>
        </pc:sldMkLst>
        <pc:spChg chg="mod ord">
          <ac:chgData name="Francesco Bellotti" userId="f453232b-f87d-4756-9d8b-c09bc835cc42" providerId="ADAL" clId="{C7FEA3FA-4936-41E1-B7FA-CA082069F7F7}" dt="2026-08-20T22:15:12.091" v="3450" actId="700"/>
          <ac:spMkLst>
            <pc:docMk/>
            <pc:sldMk cId="1478570440" sldId="418"/>
            <ac:spMk id="2" creationId="{004A7E09-C9BD-08F7-DE33-296D7ADD9A9B}"/>
          </ac:spMkLst>
        </pc:spChg>
        <pc:spChg chg="mod ord">
          <ac:chgData name="Francesco Bellotti" userId="f453232b-f87d-4756-9d8b-c09bc835cc42" providerId="ADAL" clId="{C7FEA3FA-4936-41E1-B7FA-CA082069F7F7}" dt="2026-08-20T22:16:55.295" v="3474" actId="20577"/>
          <ac:spMkLst>
            <pc:docMk/>
            <pc:sldMk cId="1478570440" sldId="418"/>
            <ac:spMk id="3" creationId="{060060A4-16FE-2309-06A5-CC378FCCA677}"/>
          </ac:spMkLst>
        </pc:spChg>
        <pc:spChg chg="add mod ord">
          <ac:chgData name="Francesco Bellotti" userId="f453232b-f87d-4756-9d8b-c09bc835cc42" providerId="ADAL" clId="{C7FEA3FA-4936-41E1-B7FA-CA082069F7F7}" dt="2026-08-20T22:17:24.483" v="3485" actId="15"/>
          <ac:spMkLst>
            <pc:docMk/>
            <pc:sldMk cId="1478570440" sldId="418"/>
            <ac:spMk id="4" creationId="{1CDEBAA0-5D7C-A193-6F49-705D53A2DA1C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22:19:24.555" v="3546" actId="20577"/>
        <pc:sldMkLst>
          <pc:docMk/>
          <pc:sldMk cId="889180471" sldId="419"/>
        </pc:sldMkLst>
        <pc:spChg chg="mod ord">
          <ac:chgData name="Francesco Bellotti" userId="f453232b-f87d-4756-9d8b-c09bc835cc42" providerId="ADAL" clId="{C7FEA3FA-4936-41E1-B7FA-CA082069F7F7}" dt="2026-08-20T22:17:59.859" v="3490" actId="700"/>
          <ac:spMkLst>
            <pc:docMk/>
            <pc:sldMk cId="889180471" sldId="419"/>
            <ac:spMk id="2" creationId="{661A81B4-5311-D001-599F-86E3D77B315D}"/>
          </ac:spMkLst>
        </pc:spChg>
        <pc:spChg chg="mod ord">
          <ac:chgData name="Francesco Bellotti" userId="f453232b-f87d-4756-9d8b-c09bc835cc42" providerId="ADAL" clId="{C7FEA3FA-4936-41E1-B7FA-CA082069F7F7}" dt="2026-08-20T22:18:48.328" v="3528" actId="27636"/>
          <ac:spMkLst>
            <pc:docMk/>
            <pc:sldMk cId="889180471" sldId="419"/>
            <ac:spMk id="3" creationId="{ED7A2628-CB37-F40F-2BCD-8C9AD5285ECF}"/>
          </ac:spMkLst>
        </pc:spChg>
        <pc:spChg chg="add mod ord">
          <ac:chgData name="Francesco Bellotti" userId="f453232b-f87d-4756-9d8b-c09bc835cc42" providerId="ADAL" clId="{C7FEA3FA-4936-41E1-B7FA-CA082069F7F7}" dt="2026-08-20T22:19:24.555" v="3546" actId="20577"/>
          <ac:spMkLst>
            <pc:docMk/>
            <pc:sldMk cId="889180471" sldId="419"/>
            <ac:spMk id="4" creationId="{9EDA3DA0-7B36-C2E5-B9B7-49B216F81205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0T22:20:45.297" v="3568" actId="20577"/>
        <pc:sldMkLst>
          <pc:docMk/>
          <pc:sldMk cId="753363720" sldId="420"/>
        </pc:sldMkLst>
        <pc:spChg chg="mod ord">
          <ac:chgData name="Francesco Bellotti" userId="f453232b-f87d-4756-9d8b-c09bc835cc42" providerId="ADAL" clId="{C7FEA3FA-4936-41E1-B7FA-CA082069F7F7}" dt="2026-08-20T22:19:54.102" v="3551" actId="700"/>
          <ac:spMkLst>
            <pc:docMk/>
            <pc:sldMk cId="753363720" sldId="420"/>
            <ac:spMk id="2" creationId="{0ABD8E78-A4B5-6AEC-851C-B07B23502552}"/>
          </ac:spMkLst>
        </pc:spChg>
        <pc:spChg chg="mod ord">
          <ac:chgData name="Francesco Bellotti" userId="f453232b-f87d-4756-9d8b-c09bc835cc42" providerId="ADAL" clId="{C7FEA3FA-4936-41E1-B7FA-CA082069F7F7}" dt="2026-08-20T22:20:28.283" v="3565" actId="13926"/>
          <ac:spMkLst>
            <pc:docMk/>
            <pc:sldMk cId="753363720" sldId="420"/>
            <ac:spMk id="3" creationId="{9A2C8876-66B7-9C53-21D9-7B41EBD7560A}"/>
          </ac:spMkLst>
        </pc:spChg>
        <pc:spChg chg="add mod ord">
          <ac:chgData name="Francesco Bellotti" userId="f453232b-f87d-4756-9d8b-c09bc835cc42" providerId="ADAL" clId="{C7FEA3FA-4936-41E1-B7FA-CA082069F7F7}" dt="2026-08-20T22:20:45.297" v="3568" actId="20577"/>
          <ac:spMkLst>
            <pc:docMk/>
            <pc:sldMk cId="753363720" sldId="420"/>
            <ac:spMk id="4" creationId="{28F48F5A-8869-0E20-A3AC-FDF7E5AD7852}"/>
          </ac:spMkLst>
        </pc:spChg>
      </pc:sldChg>
      <pc:sldChg chg="modSp new mod">
        <pc:chgData name="Francesco Bellotti" userId="f453232b-f87d-4756-9d8b-c09bc835cc42" providerId="ADAL" clId="{C7FEA3FA-4936-41E1-B7FA-CA082069F7F7}" dt="2026-08-20T22:22:06.237" v="3580" actId="15"/>
        <pc:sldMkLst>
          <pc:docMk/>
          <pc:sldMk cId="3578145917" sldId="421"/>
        </pc:sldMkLst>
        <pc:spChg chg="mod">
          <ac:chgData name="Francesco Bellotti" userId="f453232b-f87d-4756-9d8b-c09bc835cc42" providerId="ADAL" clId="{C7FEA3FA-4936-41E1-B7FA-CA082069F7F7}" dt="2026-08-20T22:01:18.121" v="3196"/>
          <ac:spMkLst>
            <pc:docMk/>
            <pc:sldMk cId="3578145917" sldId="421"/>
            <ac:spMk id="2" creationId="{4038AE3D-55BE-1629-3075-0ADAA5C56AF1}"/>
          </ac:spMkLst>
        </pc:spChg>
        <pc:spChg chg="mod">
          <ac:chgData name="Francesco Bellotti" userId="f453232b-f87d-4756-9d8b-c09bc835cc42" providerId="ADAL" clId="{C7FEA3FA-4936-41E1-B7FA-CA082069F7F7}" dt="2026-08-20T22:22:06.237" v="3580" actId="15"/>
          <ac:spMkLst>
            <pc:docMk/>
            <pc:sldMk cId="3578145917" sldId="421"/>
            <ac:spMk id="3" creationId="{F4281DF5-990D-4A2A-1926-8AEE65661F1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2:24:54.542" v="3637" actId="20577"/>
        <pc:sldMkLst>
          <pc:docMk/>
          <pc:sldMk cId="162846657" sldId="422"/>
        </pc:sldMkLst>
        <pc:spChg chg="mod ord">
          <ac:chgData name="Francesco Bellotti" userId="f453232b-f87d-4756-9d8b-c09bc835cc42" providerId="ADAL" clId="{C7FEA3FA-4936-41E1-B7FA-CA082069F7F7}" dt="2026-08-20T22:23:12.117" v="3605" actId="700"/>
          <ac:spMkLst>
            <pc:docMk/>
            <pc:sldMk cId="162846657" sldId="422"/>
            <ac:spMk id="2" creationId="{B9DFC848-C762-E422-9C0D-A24FDA3EF019}"/>
          </ac:spMkLst>
        </pc:spChg>
        <pc:spChg chg="mod ord">
          <ac:chgData name="Francesco Bellotti" userId="f453232b-f87d-4756-9d8b-c09bc835cc42" providerId="ADAL" clId="{C7FEA3FA-4936-41E1-B7FA-CA082069F7F7}" dt="2026-08-20T22:24:54.542" v="3637" actId="20577"/>
          <ac:spMkLst>
            <pc:docMk/>
            <pc:sldMk cId="162846657" sldId="422"/>
            <ac:spMk id="3" creationId="{1FE7BB98-62A4-76E7-7C47-2FCCBB308D59}"/>
          </ac:spMkLst>
        </pc:spChg>
        <pc:spChg chg="add mod ord">
          <ac:chgData name="Francesco Bellotti" userId="f453232b-f87d-4756-9d8b-c09bc835cc42" providerId="ADAL" clId="{C7FEA3FA-4936-41E1-B7FA-CA082069F7F7}" dt="2026-08-20T22:24:23.362" v="3635" actId="113"/>
          <ac:spMkLst>
            <pc:docMk/>
            <pc:sldMk cId="162846657" sldId="422"/>
            <ac:spMk id="4" creationId="{20C00B19-5C20-23B1-7D09-6CAE43E99A5F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2:34:56.810" v="3725" actId="11529"/>
        <pc:sldMkLst>
          <pc:docMk/>
          <pc:sldMk cId="3969670919" sldId="423"/>
        </pc:sldMkLst>
        <pc:spChg chg="mod ord">
          <ac:chgData name="Francesco Bellotti" userId="f453232b-f87d-4756-9d8b-c09bc835cc42" providerId="ADAL" clId="{C7FEA3FA-4936-41E1-B7FA-CA082069F7F7}" dt="2026-08-20T22:29:27.697" v="3660" actId="700"/>
          <ac:spMkLst>
            <pc:docMk/>
            <pc:sldMk cId="3969670919" sldId="423"/>
            <ac:spMk id="2" creationId="{404E0086-EAED-4775-AF8D-B5F5EF68171B}"/>
          </ac:spMkLst>
        </pc:spChg>
        <pc:spChg chg="mod ord">
          <ac:chgData name="Francesco Bellotti" userId="f453232b-f87d-4756-9d8b-c09bc835cc42" providerId="ADAL" clId="{C7FEA3FA-4936-41E1-B7FA-CA082069F7F7}" dt="2026-08-20T22:30:33.171" v="3688" actId="20577"/>
          <ac:spMkLst>
            <pc:docMk/>
            <pc:sldMk cId="3969670919" sldId="423"/>
            <ac:spMk id="3" creationId="{45C8A929-E2B2-E0A6-19C4-27CF4A9EF12C}"/>
          </ac:spMkLst>
        </pc:spChg>
        <pc:spChg chg="add mod ord">
          <ac:chgData name="Francesco Bellotti" userId="f453232b-f87d-4756-9d8b-c09bc835cc42" providerId="ADAL" clId="{C7FEA3FA-4936-41E1-B7FA-CA082069F7F7}" dt="2026-08-20T22:30:55.520" v="3694" actId="20577"/>
          <ac:spMkLst>
            <pc:docMk/>
            <pc:sldMk cId="3969670919" sldId="423"/>
            <ac:spMk id="4" creationId="{FCFF346F-CDDA-9D45-4272-BDF80597B18B}"/>
          </ac:spMkLst>
        </pc:spChg>
        <pc:spChg chg="add mod">
          <ac:chgData name="Francesco Bellotti" userId="f453232b-f87d-4756-9d8b-c09bc835cc42" providerId="ADAL" clId="{C7FEA3FA-4936-41E1-B7FA-CA082069F7F7}" dt="2026-08-20T22:34:47.488" v="3724" actId="14100"/>
          <ac:spMkLst>
            <pc:docMk/>
            <pc:sldMk cId="3969670919" sldId="423"/>
            <ac:spMk id="6" creationId="{7D325979-570A-E1C8-50E0-562283F0F9AB}"/>
          </ac:spMkLst>
        </pc:spChg>
        <pc:cxnChg chg="add">
          <ac:chgData name="Francesco Bellotti" userId="f453232b-f87d-4756-9d8b-c09bc835cc42" providerId="ADAL" clId="{C7FEA3FA-4936-41E1-B7FA-CA082069F7F7}" dt="2026-08-20T22:34:56.810" v="3725" actId="11529"/>
          <ac:cxnSpMkLst>
            <pc:docMk/>
            <pc:sldMk cId="3969670919" sldId="423"/>
            <ac:cxnSpMk id="8" creationId="{E33ABCD0-593B-0C5B-511B-B30CE23FC665}"/>
          </ac:cxnSpMkLst>
        </pc:cxnChg>
      </pc:sldChg>
      <pc:sldChg chg="addSp modSp new mod modClrScheme chgLayout">
        <pc:chgData name="Francesco Bellotti" userId="f453232b-f87d-4756-9d8b-c09bc835cc42" providerId="ADAL" clId="{C7FEA3FA-4936-41E1-B7FA-CA082069F7F7}" dt="2026-08-20T22:32:04.335" v="3716" actId="15"/>
        <pc:sldMkLst>
          <pc:docMk/>
          <pc:sldMk cId="1374202784" sldId="424"/>
        </pc:sldMkLst>
        <pc:spChg chg="mod ord">
          <ac:chgData name="Francesco Bellotti" userId="f453232b-f87d-4756-9d8b-c09bc835cc42" providerId="ADAL" clId="{C7FEA3FA-4936-41E1-B7FA-CA082069F7F7}" dt="2026-08-20T22:31:16.749" v="3697" actId="700"/>
          <ac:spMkLst>
            <pc:docMk/>
            <pc:sldMk cId="1374202784" sldId="424"/>
            <ac:spMk id="2" creationId="{99333685-777C-B862-7EF2-EFA9273A790C}"/>
          </ac:spMkLst>
        </pc:spChg>
        <pc:spChg chg="mod ord">
          <ac:chgData name="Francesco Bellotti" userId="f453232b-f87d-4756-9d8b-c09bc835cc42" providerId="ADAL" clId="{C7FEA3FA-4936-41E1-B7FA-CA082069F7F7}" dt="2026-08-20T22:31:47.075" v="3710" actId="15"/>
          <ac:spMkLst>
            <pc:docMk/>
            <pc:sldMk cId="1374202784" sldId="424"/>
            <ac:spMk id="3" creationId="{12B880C4-AED6-1C6C-14EE-3336BACA99B9}"/>
          </ac:spMkLst>
        </pc:spChg>
        <pc:spChg chg="add mod ord">
          <ac:chgData name="Francesco Bellotti" userId="f453232b-f87d-4756-9d8b-c09bc835cc42" providerId="ADAL" clId="{C7FEA3FA-4936-41E1-B7FA-CA082069F7F7}" dt="2026-08-20T22:32:04.335" v="3716" actId="15"/>
          <ac:spMkLst>
            <pc:docMk/>
            <pc:sldMk cId="1374202784" sldId="424"/>
            <ac:spMk id="4" creationId="{BB09A67B-BA4B-7F72-E436-306AED70CA81}"/>
          </ac:spMkLst>
        </pc:spChg>
      </pc:sldChg>
      <pc:sldChg chg="modSp new mod">
        <pc:chgData name="Francesco Bellotti" userId="f453232b-f87d-4756-9d8b-c09bc835cc42" providerId="ADAL" clId="{C7FEA3FA-4936-41E1-B7FA-CA082069F7F7}" dt="2026-08-20T22:36:25.133" v="3736" actId="20577"/>
        <pc:sldMkLst>
          <pc:docMk/>
          <pc:sldMk cId="2279420097" sldId="425"/>
        </pc:sldMkLst>
        <pc:spChg chg="mod">
          <ac:chgData name="Francesco Bellotti" userId="f453232b-f87d-4756-9d8b-c09bc835cc42" providerId="ADAL" clId="{C7FEA3FA-4936-41E1-B7FA-CA082069F7F7}" dt="2026-08-20T22:03:00.633" v="3216"/>
          <ac:spMkLst>
            <pc:docMk/>
            <pc:sldMk cId="2279420097" sldId="425"/>
            <ac:spMk id="2" creationId="{750B7EB2-6773-68FF-6214-05B57B1E8AF0}"/>
          </ac:spMkLst>
        </pc:spChg>
        <pc:spChg chg="mod">
          <ac:chgData name="Francesco Bellotti" userId="f453232b-f87d-4756-9d8b-c09bc835cc42" providerId="ADAL" clId="{C7FEA3FA-4936-41E1-B7FA-CA082069F7F7}" dt="2026-08-20T22:36:25.133" v="3736" actId="20577"/>
          <ac:spMkLst>
            <pc:docMk/>
            <pc:sldMk cId="2279420097" sldId="425"/>
            <ac:spMk id="3" creationId="{9AA322FD-4BD4-0A7E-E4FD-38727A101D3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0T22:43:17.252" v="3771" actId="113"/>
        <pc:sldMkLst>
          <pc:docMk/>
          <pc:sldMk cId="2464871777" sldId="426"/>
        </pc:sldMkLst>
        <pc:spChg chg="mod ord">
          <ac:chgData name="Francesco Bellotti" userId="f453232b-f87d-4756-9d8b-c09bc835cc42" providerId="ADAL" clId="{C7FEA3FA-4936-41E1-B7FA-CA082069F7F7}" dt="2026-08-20T22:42:14.014" v="3747" actId="700"/>
          <ac:spMkLst>
            <pc:docMk/>
            <pc:sldMk cId="2464871777" sldId="426"/>
            <ac:spMk id="2" creationId="{3FD6A9CB-7AAB-43F8-5AE7-97821DDF0432}"/>
          </ac:spMkLst>
        </pc:spChg>
        <pc:spChg chg="mod ord">
          <ac:chgData name="Francesco Bellotti" userId="f453232b-f87d-4756-9d8b-c09bc835cc42" providerId="ADAL" clId="{C7FEA3FA-4936-41E1-B7FA-CA082069F7F7}" dt="2026-08-20T22:42:44.233" v="3759" actId="27636"/>
          <ac:spMkLst>
            <pc:docMk/>
            <pc:sldMk cId="2464871777" sldId="426"/>
            <ac:spMk id="3" creationId="{F9F7AD27-C7CD-5953-43B5-0FFDA7F4D85C}"/>
          </ac:spMkLst>
        </pc:spChg>
        <pc:spChg chg="add mod ord">
          <ac:chgData name="Francesco Bellotti" userId="f453232b-f87d-4756-9d8b-c09bc835cc42" providerId="ADAL" clId="{C7FEA3FA-4936-41E1-B7FA-CA082069F7F7}" dt="2026-08-20T22:43:17.252" v="3771" actId="113"/>
          <ac:spMkLst>
            <pc:docMk/>
            <pc:sldMk cId="2464871777" sldId="426"/>
            <ac:spMk id="4" creationId="{DED75D5B-FE0F-94B7-8D41-2C9751247779}"/>
          </ac:spMkLst>
        </pc:spChg>
      </pc:sldChg>
      <pc:sldChg chg="modSp new mod">
        <pc:chgData name="Francesco Bellotti" userId="f453232b-f87d-4756-9d8b-c09bc835cc42" providerId="ADAL" clId="{C7FEA3FA-4936-41E1-B7FA-CA082069F7F7}" dt="2026-08-20T22:49:11.968" v="3802" actId="113"/>
        <pc:sldMkLst>
          <pc:docMk/>
          <pc:sldMk cId="1956005274" sldId="427"/>
        </pc:sldMkLst>
        <pc:spChg chg="mod">
          <ac:chgData name="Francesco Bellotti" userId="f453232b-f87d-4756-9d8b-c09bc835cc42" providerId="ADAL" clId="{C7FEA3FA-4936-41E1-B7FA-CA082069F7F7}" dt="2026-08-20T22:03:47.288" v="3226"/>
          <ac:spMkLst>
            <pc:docMk/>
            <pc:sldMk cId="1956005274" sldId="427"/>
            <ac:spMk id="2" creationId="{71E99804-6D61-0977-EDCC-F4D071937444}"/>
          </ac:spMkLst>
        </pc:spChg>
        <pc:spChg chg="mod">
          <ac:chgData name="Francesco Bellotti" userId="f453232b-f87d-4756-9d8b-c09bc835cc42" providerId="ADAL" clId="{C7FEA3FA-4936-41E1-B7FA-CA082069F7F7}" dt="2026-08-20T22:49:11.968" v="3802" actId="113"/>
          <ac:spMkLst>
            <pc:docMk/>
            <pc:sldMk cId="1956005274" sldId="427"/>
            <ac:spMk id="3" creationId="{99B146BB-646F-1D74-D6C4-0D49A0016ABE}"/>
          </ac:spMkLst>
        </pc:spChg>
      </pc:sldChg>
      <pc:sldChg chg="modSp new">
        <pc:chgData name="Francesco Bellotti" userId="f453232b-f87d-4756-9d8b-c09bc835cc42" providerId="ADAL" clId="{C7FEA3FA-4936-41E1-B7FA-CA082069F7F7}" dt="2026-08-20T22:04:08.417" v="3230"/>
        <pc:sldMkLst>
          <pc:docMk/>
          <pc:sldMk cId="2300462775" sldId="428"/>
        </pc:sldMkLst>
        <pc:spChg chg="mod">
          <ac:chgData name="Francesco Bellotti" userId="f453232b-f87d-4756-9d8b-c09bc835cc42" providerId="ADAL" clId="{C7FEA3FA-4936-41E1-B7FA-CA082069F7F7}" dt="2026-08-20T22:04:08.417" v="3230"/>
          <ac:spMkLst>
            <pc:docMk/>
            <pc:sldMk cId="2300462775" sldId="428"/>
            <ac:spMk id="2" creationId="{1073D0A8-9B98-3612-160C-A5F9153DC7E9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8:51:22.742" v="3932" actId="20577"/>
        <pc:sldMkLst>
          <pc:docMk/>
          <pc:sldMk cId="865209300" sldId="429"/>
        </pc:sldMkLst>
        <pc:spChg chg="mod ord">
          <ac:chgData name="Francesco Bellotti" userId="f453232b-f87d-4756-9d8b-c09bc835cc42" providerId="ADAL" clId="{C7FEA3FA-4936-41E1-B7FA-CA082069F7F7}" dt="2026-08-21T08:51:22.742" v="3932" actId="20577"/>
          <ac:spMkLst>
            <pc:docMk/>
            <pc:sldMk cId="865209300" sldId="429"/>
            <ac:spMk id="2" creationId="{DE6424BD-5FDA-1D4B-A1C1-BF3DC5374F5D}"/>
          </ac:spMkLst>
        </pc:spChg>
        <pc:spChg chg="mod ord">
          <ac:chgData name="Francesco Bellotti" userId="f453232b-f87d-4756-9d8b-c09bc835cc42" providerId="ADAL" clId="{C7FEA3FA-4936-41E1-B7FA-CA082069F7F7}" dt="2026-08-21T08:49:51.726" v="3903" actId="20577"/>
          <ac:spMkLst>
            <pc:docMk/>
            <pc:sldMk cId="865209300" sldId="429"/>
            <ac:spMk id="3" creationId="{BC3E412E-E842-017C-235D-1543B1B0B7DA}"/>
          </ac:spMkLst>
        </pc:spChg>
        <pc:spChg chg="add mod ord">
          <ac:chgData name="Francesco Bellotti" userId="f453232b-f87d-4756-9d8b-c09bc835cc42" providerId="ADAL" clId="{C7FEA3FA-4936-41E1-B7FA-CA082069F7F7}" dt="2026-08-21T08:49:44.378" v="3902" actId="27636"/>
          <ac:spMkLst>
            <pc:docMk/>
            <pc:sldMk cId="865209300" sldId="429"/>
            <ac:spMk id="4" creationId="{801FE181-51E2-0EA3-6447-A2343110FBFE}"/>
          </ac:spMkLst>
        </pc:spChg>
        <pc:spChg chg="add mod">
          <ac:chgData name="Francesco Bellotti" userId="f453232b-f87d-4756-9d8b-c09bc835cc42" providerId="ADAL" clId="{C7FEA3FA-4936-41E1-B7FA-CA082069F7F7}" dt="2026-08-21T08:50:42.643" v="3908" actId="1076"/>
          <ac:spMkLst>
            <pc:docMk/>
            <pc:sldMk cId="865209300" sldId="429"/>
            <ac:spMk id="6" creationId="{762418FD-0F7D-CB68-2D4A-82A914E7EC86}"/>
          </ac:spMkLst>
        </pc:spChg>
      </pc:sldChg>
      <pc:sldChg chg="modSp new mod">
        <pc:chgData name="Francesco Bellotti" userId="f453232b-f87d-4756-9d8b-c09bc835cc42" providerId="ADAL" clId="{C7FEA3FA-4936-41E1-B7FA-CA082069F7F7}" dt="2026-08-21T08:51:39.484" v="3935" actId="20577"/>
        <pc:sldMkLst>
          <pc:docMk/>
          <pc:sldMk cId="54759106" sldId="430"/>
        </pc:sldMkLst>
        <pc:spChg chg="mod">
          <ac:chgData name="Francesco Bellotti" userId="f453232b-f87d-4756-9d8b-c09bc835cc42" providerId="ADAL" clId="{C7FEA3FA-4936-41E1-B7FA-CA082069F7F7}" dt="2026-08-21T08:51:01.579" v="3910"/>
          <ac:spMkLst>
            <pc:docMk/>
            <pc:sldMk cId="54759106" sldId="430"/>
            <ac:spMk id="2" creationId="{A34A45B3-8143-5453-101E-9191C5512A37}"/>
          </ac:spMkLst>
        </pc:spChg>
        <pc:spChg chg="mod">
          <ac:chgData name="Francesco Bellotti" userId="f453232b-f87d-4756-9d8b-c09bc835cc42" providerId="ADAL" clId="{C7FEA3FA-4936-41E1-B7FA-CA082069F7F7}" dt="2026-08-21T08:51:39.484" v="3935" actId="20577"/>
          <ac:spMkLst>
            <pc:docMk/>
            <pc:sldMk cId="54759106" sldId="430"/>
            <ac:spMk id="3" creationId="{0723E23F-F66C-F051-A0A2-BBE646834B6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01:47.607" v="4146" actId="113"/>
        <pc:sldMkLst>
          <pc:docMk/>
          <pc:sldMk cId="269516" sldId="432"/>
        </pc:sldMkLst>
        <pc:spChg chg="mod ord">
          <ac:chgData name="Francesco Bellotti" userId="f453232b-f87d-4756-9d8b-c09bc835cc42" providerId="ADAL" clId="{C7FEA3FA-4936-41E1-B7FA-CA082069F7F7}" dt="2026-08-21T08:44:05.121" v="3824" actId="700"/>
          <ac:spMkLst>
            <pc:docMk/>
            <pc:sldMk cId="269516" sldId="432"/>
            <ac:spMk id="2" creationId="{DA32917F-251E-CFA0-BD11-650C5CEF222B}"/>
          </ac:spMkLst>
        </pc:spChg>
        <pc:spChg chg="mod ord">
          <ac:chgData name="Francesco Bellotti" userId="f453232b-f87d-4756-9d8b-c09bc835cc42" providerId="ADAL" clId="{C7FEA3FA-4936-41E1-B7FA-CA082069F7F7}" dt="2026-08-21T09:01:39.260" v="4145"/>
          <ac:spMkLst>
            <pc:docMk/>
            <pc:sldMk cId="269516" sldId="432"/>
            <ac:spMk id="3" creationId="{7B94D293-FD67-B6CE-4654-5EE94AE21A16}"/>
          </ac:spMkLst>
        </pc:spChg>
        <pc:spChg chg="add mod ord">
          <ac:chgData name="Francesco Bellotti" userId="f453232b-f87d-4756-9d8b-c09bc835cc42" providerId="ADAL" clId="{C7FEA3FA-4936-41E1-B7FA-CA082069F7F7}" dt="2026-08-21T09:01:47.607" v="4146" actId="113"/>
          <ac:spMkLst>
            <pc:docMk/>
            <pc:sldMk cId="269516" sldId="432"/>
            <ac:spMk id="4" creationId="{ACF3DBAC-482B-62D3-B839-19728E5640B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05:26.310" v="4223" actId="15"/>
        <pc:sldMkLst>
          <pc:docMk/>
          <pc:sldMk cId="3416492718" sldId="433"/>
        </pc:sldMkLst>
        <pc:spChg chg="mod ord">
          <ac:chgData name="Francesco Bellotti" userId="f453232b-f87d-4756-9d8b-c09bc835cc42" providerId="ADAL" clId="{C7FEA3FA-4936-41E1-B7FA-CA082069F7F7}" dt="2026-08-21T08:44:20.021" v="3830" actId="700"/>
          <ac:spMkLst>
            <pc:docMk/>
            <pc:sldMk cId="3416492718" sldId="433"/>
            <ac:spMk id="2" creationId="{6C29A2E8-1470-432F-07FD-6D01ABB7D4A6}"/>
          </ac:spMkLst>
        </pc:spChg>
        <pc:spChg chg="mod ord">
          <ac:chgData name="Francesco Bellotti" userId="f453232b-f87d-4756-9d8b-c09bc835cc42" providerId="ADAL" clId="{C7FEA3FA-4936-41E1-B7FA-CA082069F7F7}" dt="2026-08-21T09:04:48.261" v="4215" actId="20577"/>
          <ac:spMkLst>
            <pc:docMk/>
            <pc:sldMk cId="3416492718" sldId="433"/>
            <ac:spMk id="3" creationId="{134223EB-5E84-4AE5-8320-15E6A3668842}"/>
          </ac:spMkLst>
        </pc:spChg>
        <pc:spChg chg="add mod ord">
          <ac:chgData name="Francesco Bellotti" userId="f453232b-f87d-4756-9d8b-c09bc835cc42" providerId="ADAL" clId="{C7FEA3FA-4936-41E1-B7FA-CA082069F7F7}" dt="2026-08-21T09:05:26.310" v="4223" actId="15"/>
          <ac:spMkLst>
            <pc:docMk/>
            <pc:sldMk cId="3416492718" sldId="433"/>
            <ac:spMk id="4" creationId="{8B24C7CA-580F-A2C6-A81F-61485B296DFE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09:37.498" v="4258" actId="5793"/>
        <pc:sldMkLst>
          <pc:docMk/>
          <pc:sldMk cId="4004356196" sldId="434"/>
        </pc:sldMkLst>
        <pc:spChg chg="mod ord">
          <ac:chgData name="Francesco Bellotti" userId="f453232b-f87d-4756-9d8b-c09bc835cc42" providerId="ADAL" clId="{C7FEA3FA-4936-41E1-B7FA-CA082069F7F7}" dt="2026-08-21T08:44:39.213" v="3836" actId="700"/>
          <ac:spMkLst>
            <pc:docMk/>
            <pc:sldMk cId="4004356196" sldId="434"/>
            <ac:spMk id="2" creationId="{69F49E56-8D24-5E37-405B-CCC0BC106D4C}"/>
          </ac:spMkLst>
        </pc:spChg>
        <pc:spChg chg="mod ord">
          <ac:chgData name="Francesco Bellotti" userId="f453232b-f87d-4756-9d8b-c09bc835cc42" providerId="ADAL" clId="{C7FEA3FA-4936-41E1-B7FA-CA082069F7F7}" dt="2026-08-21T09:09:25.459" v="4246" actId="15"/>
          <ac:spMkLst>
            <pc:docMk/>
            <pc:sldMk cId="4004356196" sldId="434"/>
            <ac:spMk id="3" creationId="{5276F12A-FBDB-42F9-3BFD-A0B57D5C2211}"/>
          </ac:spMkLst>
        </pc:spChg>
        <pc:spChg chg="add mod ord">
          <ac:chgData name="Francesco Bellotti" userId="f453232b-f87d-4756-9d8b-c09bc835cc42" providerId="ADAL" clId="{C7FEA3FA-4936-41E1-B7FA-CA082069F7F7}" dt="2026-08-21T09:09:37.498" v="4258" actId="5793"/>
          <ac:spMkLst>
            <pc:docMk/>
            <pc:sldMk cId="4004356196" sldId="434"/>
            <ac:spMk id="4" creationId="{8F9FEF18-F818-A2F0-F999-B042CBFE8A01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1T09:12:20.929" v="4280" actId="27636"/>
        <pc:sldMkLst>
          <pc:docMk/>
          <pc:sldMk cId="1222769705" sldId="435"/>
        </pc:sldMkLst>
        <pc:spChg chg="mod ord">
          <ac:chgData name="Francesco Bellotti" userId="f453232b-f87d-4756-9d8b-c09bc835cc42" providerId="ADAL" clId="{C7FEA3FA-4936-41E1-B7FA-CA082069F7F7}" dt="2026-08-21T08:45:15.527" v="3843" actId="700"/>
          <ac:spMkLst>
            <pc:docMk/>
            <pc:sldMk cId="1222769705" sldId="435"/>
            <ac:spMk id="2" creationId="{3A17B634-5F94-CC72-1953-04F804E05B89}"/>
          </ac:spMkLst>
        </pc:spChg>
        <pc:spChg chg="mod ord">
          <ac:chgData name="Francesco Bellotti" userId="f453232b-f87d-4756-9d8b-c09bc835cc42" providerId="ADAL" clId="{C7FEA3FA-4936-41E1-B7FA-CA082069F7F7}" dt="2026-08-21T09:12:20.929" v="4279" actId="27636"/>
          <ac:spMkLst>
            <pc:docMk/>
            <pc:sldMk cId="1222769705" sldId="435"/>
            <ac:spMk id="3" creationId="{8E035E24-A6CF-6450-75F2-B20ADCAFA458}"/>
          </ac:spMkLst>
        </pc:spChg>
        <pc:spChg chg="add mod ord">
          <ac:chgData name="Francesco Bellotti" userId="f453232b-f87d-4756-9d8b-c09bc835cc42" providerId="ADAL" clId="{C7FEA3FA-4936-41E1-B7FA-CA082069F7F7}" dt="2026-08-21T09:12:20.929" v="4280" actId="27636"/>
          <ac:spMkLst>
            <pc:docMk/>
            <pc:sldMk cId="1222769705" sldId="435"/>
            <ac:spMk id="4" creationId="{98C925AE-522D-202E-C165-A61A502F92C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17:05.915" v="4358" actId="1076"/>
        <pc:sldMkLst>
          <pc:docMk/>
          <pc:sldMk cId="3511716005" sldId="436"/>
        </pc:sldMkLst>
        <pc:spChg chg="mod ord">
          <ac:chgData name="Francesco Bellotti" userId="f453232b-f87d-4756-9d8b-c09bc835cc42" providerId="ADAL" clId="{C7FEA3FA-4936-41E1-B7FA-CA082069F7F7}" dt="2026-08-21T08:45:37.445" v="3852" actId="700"/>
          <ac:spMkLst>
            <pc:docMk/>
            <pc:sldMk cId="3511716005" sldId="436"/>
            <ac:spMk id="2" creationId="{72CB4014-A2C6-5835-31E9-54603A0D1A7C}"/>
          </ac:spMkLst>
        </pc:spChg>
        <pc:spChg chg="mod ord">
          <ac:chgData name="Francesco Bellotti" userId="f453232b-f87d-4756-9d8b-c09bc835cc42" providerId="ADAL" clId="{C7FEA3FA-4936-41E1-B7FA-CA082069F7F7}" dt="2026-08-21T09:16:42.066" v="4334" actId="27636"/>
          <ac:spMkLst>
            <pc:docMk/>
            <pc:sldMk cId="3511716005" sldId="436"/>
            <ac:spMk id="3" creationId="{DC19CCF3-FCE9-D776-FD24-2B60C92BFCB5}"/>
          </ac:spMkLst>
        </pc:spChg>
        <pc:spChg chg="add mod ord">
          <ac:chgData name="Francesco Bellotti" userId="f453232b-f87d-4756-9d8b-c09bc835cc42" providerId="ADAL" clId="{C7FEA3FA-4936-41E1-B7FA-CA082069F7F7}" dt="2026-08-21T09:16:45.969" v="4354" actId="20577"/>
          <ac:spMkLst>
            <pc:docMk/>
            <pc:sldMk cId="3511716005" sldId="436"/>
            <ac:spMk id="4" creationId="{9AB364C2-BCE9-A7E5-4ADE-BAA05D298C47}"/>
          </ac:spMkLst>
        </pc:spChg>
        <pc:spChg chg="add mod">
          <ac:chgData name="Francesco Bellotti" userId="f453232b-f87d-4756-9d8b-c09bc835cc42" providerId="ADAL" clId="{C7FEA3FA-4936-41E1-B7FA-CA082069F7F7}" dt="2026-08-21T09:17:05.915" v="4358" actId="1076"/>
          <ac:spMkLst>
            <pc:docMk/>
            <pc:sldMk cId="3511716005" sldId="436"/>
            <ac:spMk id="6" creationId="{7F2F5046-E75F-FE36-6589-8A171937CF05}"/>
          </ac:spMkLst>
        </pc:spChg>
      </pc:sldChg>
      <pc:sldChg chg="addSp modSp new mod">
        <pc:chgData name="Francesco Bellotti" userId="f453232b-f87d-4756-9d8b-c09bc835cc42" providerId="ADAL" clId="{C7FEA3FA-4936-41E1-B7FA-CA082069F7F7}" dt="2026-08-21T09:19:00.757" v="4381" actId="1076"/>
        <pc:sldMkLst>
          <pc:docMk/>
          <pc:sldMk cId="2775160245" sldId="437"/>
        </pc:sldMkLst>
        <pc:spChg chg="mod">
          <ac:chgData name="Francesco Bellotti" userId="f453232b-f87d-4756-9d8b-c09bc835cc42" providerId="ADAL" clId="{C7FEA3FA-4936-41E1-B7FA-CA082069F7F7}" dt="2026-08-20T22:07:07.484" v="3267"/>
          <ac:spMkLst>
            <pc:docMk/>
            <pc:sldMk cId="2775160245" sldId="437"/>
            <ac:spMk id="2" creationId="{BD7100E8-843F-1F65-70FF-325CC0074022}"/>
          </ac:spMkLst>
        </pc:spChg>
        <pc:spChg chg="mod">
          <ac:chgData name="Francesco Bellotti" userId="f453232b-f87d-4756-9d8b-c09bc835cc42" providerId="ADAL" clId="{C7FEA3FA-4936-41E1-B7FA-CA082069F7F7}" dt="2026-08-21T09:18:23.643" v="4374" actId="20577"/>
          <ac:spMkLst>
            <pc:docMk/>
            <pc:sldMk cId="2775160245" sldId="437"/>
            <ac:spMk id="3" creationId="{68B6DDB2-1AC5-49B0-8BC7-AA939ACB912C}"/>
          </ac:spMkLst>
        </pc:spChg>
        <pc:spChg chg="add mod">
          <ac:chgData name="Francesco Bellotti" userId="f453232b-f87d-4756-9d8b-c09bc835cc42" providerId="ADAL" clId="{C7FEA3FA-4936-41E1-B7FA-CA082069F7F7}" dt="2026-08-21T09:19:00.757" v="4381" actId="1076"/>
          <ac:spMkLst>
            <pc:docMk/>
            <pc:sldMk cId="2775160245" sldId="437"/>
            <ac:spMk id="5" creationId="{556E7003-766F-ACFB-A9DB-010E16FE18F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22:16.583" v="4462" actId="20577"/>
        <pc:sldMkLst>
          <pc:docMk/>
          <pc:sldMk cId="420482092" sldId="438"/>
        </pc:sldMkLst>
        <pc:spChg chg="mod ord">
          <ac:chgData name="Francesco Bellotti" userId="f453232b-f87d-4756-9d8b-c09bc835cc42" providerId="ADAL" clId="{C7FEA3FA-4936-41E1-B7FA-CA082069F7F7}" dt="2026-08-21T09:20:36.311" v="4414" actId="1076"/>
          <ac:spMkLst>
            <pc:docMk/>
            <pc:sldMk cId="420482092" sldId="438"/>
            <ac:spMk id="2" creationId="{FB191A68-185D-ADD8-F0D7-534DAFA87406}"/>
          </ac:spMkLst>
        </pc:spChg>
        <pc:spChg chg="mod ord">
          <ac:chgData name="Francesco Bellotti" userId="f453232b-f87d-4756-9d8b-c09bc835cc42" providerId="ADAL" clId="{C7FEA3FA-4936-41E1-B7FA-CA082069F7F7}" dt="2026-08-21T09:21:06.481" v="4423" actId="27636"/>
          <ac:spMkLst>
            <pc:docMk/>
            <pc:sldMk cId="420482092" sldId="438"/>
            <ac:spMk id="3" creationId="{C540012E-326C-94BC-FF7F-F28E3FA890C1}"/>
          </ac:spMkLst>
        </pc:spChg>
        <pc:spChg chg="add mod ord">
          <ac:chgData name="Francesco Bellotti" userId="f453232b-f87d-4756-9d8b-c09bc835cc42" providerId="ADAL" clId="{C7FEA3FA-4936-41E1-B7FA-CA082069F7F7}" dt="2026-08-21T09:22:16.583" v="4462" actId="20577"/>
          <ac:spMkLst>
            <pc:docMk/>
            <pc:sldMk cId="420482092" sldId="438"/>
            <ac:spMk id="4" creationId="{44A5AEBF-6F70-08B8-036F-A5B18693DE37}"/>
          </ac:spMkLst>
        </pc:spChg>
        <pc:spChg chg="add mod">
          <ac:chgData name="Francesco Bellotti" userId="f453232b-f87d-4756-9d8b-c09bc835cc42" providerId="ADAL" clId="{C7FEA3FA-4936-41E1-B7FA-CA082069F7F7}" dt="2026-08-21T09:21:16.029" v="4425" actId="1076"/>
          <ac:spMkLst>
            <pc:docMk/>
            <pc:sldMk cId="420482092" sldId="438"/>
            <ac:spMk id="6" creationId="{7B826211-B027-6666-ECE1-57F942713BE8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20:05.876" v="4405" actId="403"/>
        <pc:sldMkLst>
          <pc:docMk/>
          <pc:sldMk cId="2452159053" sldId="439"/>
        </pc:sldMkLst>
        <pc:spChg chg="mod ord">
          <ac:chgData name="Francesco Bellotti" userId="f453232b-f87d-4756-9d8b-c09bc835cc42" providerId="ADAL" clId="{C7FEA3FA-4936-41E1-B7FA-CA082069F7F7}" dt="2026-08-21T08:46:52.221" v="3868" actId="700"/>
          <ac:spMkLst>
            <pc:docMk/>
            <pc:sldMk cId="2452159053" sldId="439"/>
            <ac:spMk id="2" creationId="{3C9A020F-1D04-CB28-F04F-5B7BFA42B6D2}"/>
          </ac:spMkLst>
        </pc:spChg>
        <pc:spChg chg="mod ord">
          <ac:chgData name="Francesco Bellotti" userId="f453232b-f87d-4756-9d8b-c09bc835cc42" providerId="ADAL" clId="{C7FEA3FA-4936-41E1-B7FA-CA082069F7F7}" dt="2026-08-21T08:46:52.221" v="3868" actId="700"/>
          <ac:spMkLst>
            <pc:docMk/>
            <pc:sldMk cId="2452159053" sldId="439"/>
            <ac:spMk id="3" creationId="{2E293FAF-07F4-CC05-635B-A66BF76A8354}"/>
          </ac:spMkLst>
        </pc:spChg>
        <pc:spChg chg="add mod ord">
          <ac:chgData name="Francesco Bellotti" userId="f453232b-f87d-4756-9d8b-c09bc835cc42" providerId="ADAL" clId="{C7FEA3FA-4936-41E1-B7FA-CA082069F7F7}" dt="2026-08-21T09:20:05.876" v="4405" actId="403"/>
          <ac:spMkLst>
            <pc:docMk/>
            <pc:sldMk cId="2452159053" sldId="439"/>
            <ac:spMk id="4" creationId="{547FEBD2-CEA8-2988-6C0D-826921B70A44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25:49.108" v="4539" actId="113"/>
        <pc:sldMkLst>
          <pc:docMk/>
          <pc:sldMk cId="2019661679" sldId="440"/>
        </pc:sldMkLst>
        <pc:spChg chg="mod ord">
          <ac:chgData name="Francesco Bellotti" userId="f453232b-f87d-4756-9d8b-c09bc835cc42" providerId="ADAL" clId="{C7FEA3FA-4936-41E1-B7FA-CA082069F7F7}" dt="2026-08-21T08:47:15.794" v="3873" actId="700"/>
          <ac:spMkLst>
            <pc:docMk/>
            <pc:sldMk cId="2019661679" sldId="440"/>
            <ac:spMk id="2" creationId="{F4DED480-2895-CCFF-B244-02FC56601530}"/>
          </ac:spMkLst>
        </pc:spChg>
        <pc:spChg chg="mod ord">
          <ac:chgData name="Francesco Bellotti" userId="f453232b-f87d-4756-9d8b-c09bc835cc42" providerId="ADAL" clId="{C7FEA3FA-4936-41E1-B7FA-CA082069F7F7}" dt="2026-08-21T09:25:17.742" v="4518" actId="27636"/>
          <ac:spMkLst>
            <pc:docMk/>
            <pc:sldMk cId="2019661679" sldId="440"/>
            <ac:spMk id="3" creationId="{9226A73C-70B0-43B3-7A98-0209652D82FB}"/>
          </ac:spMkLst>
        </pc:spChg>
        <pc:spChg chg="add mod ord">
          <ac:chgData name="Francesco Bellotti" userId="f453232b-f87d-4756-9d8b-c09bc835cc42" providerId="ADAL" clId="{C7FEA3FA-4936-41E1-B7FA-CA082069F7F7}" dt="2026-08-21T09:25:49.108" v="4539" actId="113"/>
          <ac:spMkLst>
            <pc:docMk/>
            <pc:sldMk cId="2019661679" sldId="440"/>
            <ac:spMk id="4" creationId="{28A8F827-3614-1D4E-A651-F0352E911042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1T08:47:25.352" v="3878" actId="27636"/>
        <pc:sldMkLst>
          <pc:docMk/>
          <pc:sldMk cId="1689202010" sldId="441"/>
        </pc:sldMkLst>
        <pc:spChg chg="add mod">
          <ac:chgData name="Francesco Bellotti" userId="f453232b-f87d-4756-9d8b-c09bc835cc42" providerId="ADAL" clId="{C7FEA3FA-4936-41E1-B7FA-CA082069F7F7}" dt="2026-08-20T22:08:44.045" v="3304"/>
          <ac:spMkLst>
            <pc:docMk/>
            <pc:sldMk cId="1689202010" sldId="441"/>
            <ac:spMk id="2" creationId="{5D706CFE-ED1C-EAD9-0EC3-68EC3773E453}"/>
          </ac:spMkLst>
        </pc:spChg>
        <pc:spChg chg="add mod">
          <ac:chgData name="Francesco Bellotti" userId="f453232b-f87d-4756-9d8b-c09bc835cc42" providerId="ADAL" clId="{C7FEA3FA-4936-41E1-B7FA-CA082069F7F7}" dt="2026-08-21T08:47:25.352" v="3878" actId="27636"/>
          <ac:spMkLst>
            <pc:docMk/>
            <pc:sldMk cId="1689202010" sldId="441"/>
            <ac:spMk id="3" creationId="{E27AAE60-442F-45D0-1FD4-FD8E0E1C1D3F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09:32:22.911" v="4585" actId="1076"/>
        <pc:sldMkLst>
          <pc:docMk/>
          <pc:sldMk cId="2444319482" sldId="442"/>
        </pc:sldMkLst>
        <pc:spChg chg="mod ord">
          <ac:chgData name="Francesco Bellotti" userId="f453232b-f87d-4756-9d8b-c09bc835cc42" providerId="ADAL" clId="{C7FEA3FA-4936-41E1-B7FA-CA082069F7F7}" dt="2026-08-21T08:47:54.982" v="3883" actId="700"/>
          <ac:spMkLst>
            <pc:docMk/>
            <pc:sldMk cId="2444319482" sldId="442"/>
            <ac:spMk id="2" creationId="{8D2ADBC6-68B8-CEDB-E8AC-E66647FE72E8}"/>
          </ac:spMkLst>
        </pc:spChg>
        <pc:spChg chg="mod ord">
          <ac:chgData name="Francesco Bellotti" userId="f453232b-f87d-4756-9d8b-c09bc835cc42" providerId="ADAL" clId="{C7FEA3FA-4936-41E1-B7FA-CA082069F7F7}" dt="2026-08-21T09:31:37.224" v="4565" actId="27636"/>
          <ac:spMkLst>
            <pc:docMk/>
            <pc:sldMk cId="2444319482" sldId="442"/>
            <ac:spMk id="3" creationId="{F3BA3BC2-3A86-767A-DFF5-4FD51A1516BD}"/>
          </ac:spMkLst>
        </pc:spChg>
        <pc:spChg chg="add mod ord">
          <ac:chgData name="Francesco Bellotti" userId="f453232b-f87d-4756-9d8b-c09bc835cc42" providerId="ADAL" clId="{C7FEA3FA-4936-41E1-B7FA-CA082069F7F7}" dt="2026-08-21T09:32:14.613" v="4583" actId="14100"/>
          <ac:spMkLst>
            <pc:docMk/>
            <pc:sldMk cId="2444319482" sldId="442"/>
            <ac:spMk id="4" creationId="{ADD6AE5A-AF51-4B5D-0FEB-33CF04A25A42}"/>
          </ac:spMkLst>
        </pc:spChg>
        <pc:spChg chg="add mod">
          <ac:chgData name="Francesco Bellotti" userId="f453232b-f87d-4756-9d8b-c09bc835cc42" providerId="ADAL" clId="{C7FEA3FA-4936-41E1-B7FA-CA082069F7F7}" dt="2026-08-21T09:32:22.911" v="4585" actId="1076"/>
          <ac:spMkLst>
            <pc:docMk/>
            <pc:sldMk cId="2444319482" sldId="442"/>
            <ac:spMk id="6" creationId="{2419692D-DE7F-52E4-6805-CA43319BC33B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1T09:28:48.587" v="4557" actId="20577"/>
        <pc:sldMkLst>
          <pc:docMk/>
          <pc:sldMk cId="3214956456" sldId="443"/>
        </pc:sldMkLst>
        <pc:spChg chg="mod ord">
          <ac:chgData name="Francesco Bellotti" userId="f453232b-f87d-4756-9d8b-c09bc835cc42" providerId="ADAL" clId="{C7FEA3FA-4936-41E1-B7FA-CA082069F7F7}" dt="2026-08-21T08:48:16.287" v="3893" actId="700"/>
          <ac:spMkLst>
            <pc:docMk/>
            <pc:sldMk cId="3214956456" sldId="443"/>
            <ac:spMk id="2" creationId="{31356971-1838-DE32-7FF0-18D6B0912A92}"/>
          </ac:spMkLst>
        </pc:spChg>
        <pc:spChg chg="mod ord">
          <ac:chgData name="Francesco Bellotti" userId="f453232b-f87d-4756-9d8b-c09bc835cc42" providerId="ADAL" clId="{C7FEA3FA-4936-41E1-B7FA-CA082069F7F7}" dt="2026-08-21T09:28:13.742" v="4552" actId="27636"/>
          <ac:spMkLst>
            <pc:docMk/>
            <pc:sldMk cId="3214956456" sldId="443"/>
            <ac:spMk id="3" creationId="{70DE6BF6-9889-72D5-2062-D33812A9FF75}"/>
          </ac:spMkLst>
        </pc:spChg>
        <pc:spChg chg="add mod ord">
          <ac:chgData name="Francesco Bellotti" userId="f453232b-f87d-4756-9d8b-c09bc835cc42" providerId="ADAL" clId="{C7FEA3FA-4936-41E1-B7FA-CA082069F7F7}" dt="2026-08-21T09:28:48.587" v="4557" actId="20577"/>
          <ac:spMkLst>
            <pc:docMk/>
            <pc:sldMk cId="3214956456" sldId="443"/>
            <ac:spMk id="4" creationId="{4711508B-5919-C3E0-D7E4-C54917BA1E03}"/>
          </ac:spMkLst>
        </pc:spChg>
      </pc:sldChg>
      <pc:sldChg chg="modSp new mod">
        <pc:chgData name="Francesco Bellotti" userId="f453232b-f87d-4756-9d8b-c09bc835cc42" providerId="ADAL" clId="{C7FEA3FA-4936-41E1-B7FA-CA082069F7F7}" dt="2026-08-21T09:33:15.801" v="4591" actId="113"/>
        <pc:sldMkLst>
          <pc:docMk/>
          <pc:sldMk cId="2051480685" sldId="444"/>
        </pc:sldMkLst>
        <pc:spChg chg="mod">
          <ac:chgData name="Francesco Bellotti" userId="f453232b-f87d-4756-9d8b-c09bc835cc42" providerId="ADAL" clId="{C7FEA3FA-4936-41E1-B7FA-CA082069F7F7}" dt="2026-08-20T22:09:43.511" v="3322"/>
          <ac:spMkLst>
            <pc:docMk/>
            <pc:sldMk cId="2051480685" sldId="444"/>
            <ac:spMk id="2" creationId="{7D51007F-2972-EB24-EB65-545B8A3E6BEA}"/>
          </ac:spMkLst>
        </pc:spChg>
        <pc:spChg chg="mod">
          <ac:chgData name="Francesco Bellotti" userId="f453232b-f87d-4756-9d8b-c09bc835cc42" providerId="ADAL" clId="{C7FEA3FA-4936-41E1-B7FA-CA082069F7F7}" dt="2026-08-21T09:33:15.801" v="4591" actId="113"/>
          <ac:spMkLst>
            <pc:docMk/>
            <pc:sldMk cId="2051480685" sldId="444"/>
            <ac:spMk id="3" creationId="{EC52302C-E7C3-D28E-8327-B39D5D3675C8}"/>
          </ac:spMkLst>
        </pc:spChg>
      </pc:sldChg>
      <pc:sldChg chg="addSp modSp add mod modClrScheme chgLayout">
        <pc:chgData name="Francesco Bellotti" userId="f453232b-f87d-4756-9d8b-c09bc835cc42" providerId="ADAL" clId="{C7FEA3FA-4936-41E1-B7FA-CA082069F7F7}" dt="2026-08-20T22:22:55.276" v="3602" actId="13926"/>
        <pc:sldMkLst>
          <pc:docMk/>
          <pc:sldMk cId="3798864367" sldId="445"/>
        </pc:sldMkLst>
        <pc:spChg chg="mod ord">
          <ac:chgData name="Francesco Bellotti" userId="f453232b-f87d-4756-9d8b-c09bc835cc42" providerId="ADAL" clId="{C7FEA3FA-4936-41E1-B7FA-CA082069F7F7}" dt="2026-08-20T22:21:36.440" v="3578" actId="700"/>
          <ac:spMkLst>
            <pc:docMk/>
            <pc:sldMk cId="3798864367" sldId="445"/>
            <ac:spMk id="2" creationId="{47F7A045-CF11-4F2E-A27B-3F7D599FA839}"/>
          </ac:spMkLst>
        </pc:spChg>
        <pc:spChg chg="mod ord">
          <ac:chgData name="Francesco Bellotti" userId="f453232b-f87d-4756-9d8b-c09bc835cc42" providerId="ADAL" clId="{C7FEA3FA-4936-41E1-B7FA-CA082069F7F7}" dt="2026-08-20T22:21:36.440" v="3578" actId="700"/>
          <ac:spMkLst>
            <pc:docMk/>
            <pc:sldMk cId="3798864367" sldId="445"/>
            <ac:spMk id="3" creationId="{7839CB2D-28EE-14AF-5958-B96C16F2C96D}"/>
          </ac:spMkLst>
        </pc:spChg>
        <pc:spChg chg="add mod ord">
          <ac:chgData name="Francesco Bellotti" userId="f453232b-f87d-4756-9d8b-c09bc835cc42" providerId="ADAL" clId="{C7FEA3FA-4936-41E1-B7FA-CA082069F7F7}" dt="2026-08-20T22:22:55.276" v="3602" actId="13926"/>
          <ac:spMkLst>
            <pc:docMk/>
            <pc:sldMk cId="3798864367" sldId="445"/>
            <ac:spMk id="4" creationId="{B5832E62-8792-8D75-D8D3-B01EF41EF372}"/>
          </ac:spMkLst>
        </pc:spChg>
      </pc:sldChg>
      <pc:sldChg chg="modSp add mod">
        <pc:chgData name="Francesco Bellotti" userId="f453232b-f87d-4756-9d8b-c09bc835cc42" providerId="ADAL" clId="{C7FEA3FA-4936-41E1-B7FA-CA082069F7F7}" dt="2026-08-20T22:45:21.645" v="3781" actId="27636"/>
        <pc:sldMkLst>
          <pc:docMk/>
          <pc:sldMk cId="1270981713" sldId="446"/>
        </pc:sldMkLst>
        <pc:spChg chg="mod">
          <ac:chgData name="Francesco Bellotti" userId="f453232b-f87d-4756-9d8b-c09bc835cc42" providerId="ADAL" clId="{C7FEA3FA-4936-41E1-B7FA-CA082069F7F7}" dt="2026-08-20T22:45:21.645" v="3781" actId="27636"/>
          <ac:spMkLst>
            <pc:docMk/>
            <pc:sldMk cId="1270981713" sldId="446"/>
            <ac:spMk id="3" creationId="{C9FF336D-F394-9A7C-B7EA-8D8D494857D9}"/>
          </ac:spMkLst>
        </pc:spChg>
      </pc:sldChg>
      <pc:sldChg chg="modSp add mod">
        <pc:chgData name="Francesco Bellotti" userId="f453232b-f87d-4756-9d8b-c09bc835cc42" providerId="ADAL" clId="{C7FEA3FA-4936-41E1-B7FA-CA082069F7F7}" dt="2026-08-20T22:48:03.220" v="3791" actId="27636"/>
        <pc:sldMkLst>
          <pc:docMk/>
          <pc:sldMk cId="1294244157" sldId="447"/>
        </pc:sldMkLst>
        <pc:spChg chg="mod">
          <ac:chgData name="Francesco Bellotti" userId="f453232b-f87d-4756-9d8b-c09bc835cc42" providerId="ADAL" clId="{C7FEA3FA-4936-41E1-B7FA-CA082069F7F7}" dt="2026-08-20T22:48:03.220" v="3791" actId="27636"/>
          <ac:spMkLst>
            <pc:docMk/>
            <pc:sldMk cId="1294244157" sldId="447"/>
            <ac:spMk id="3" creationId="{758138AC-F7B6-E626-2935-01DD66F825ED}"/>
          </ac:spMkLst>
        </pc:spChg>
      </pc:sldChg>
      <pc:sldChg chg="modSp new mod">
        <pc:chgData name="Francesco Bellotti" userId="f453232b-f87d-4756-9d8b-c09bc835cc42" providerId="ADAL" clId="{C7FEA3FA-4936-41E1-B7FA-CA082069F7F7}" dt="2026-08-20T22:48:13.180" v="3796" actId="15"/>
        <pc:sldMkLst>
          <pc:docMk/>
          <pc:sldMk cId="2723204341" sldId="448"/>
        </pc:sldMkLst>
        <pc:spChg chg="mod">
          <ac:chgData name="Francesco Bellotti" userId="f453232b-f87d-4756-9d8b-c09bc835cc42" providerId="ADAL" clId="{C7FEA3FA-4936-41E1-B7FA-CA082069F7F7}" dt="2026-08-20T22:48:09.895" v="3795"/>
          <ac:spMkLst>
            <pc:docMk/>
            <pc:sldMk cId="2723204341" sldId="448"/>
            <ac:spMk id="2" creationId="{6F35CBEA-98E2-296D-7211-2CA8C00FCE35}"/>
          </ac:spMkLst>
        </pc:spChg>
        <pc:spChg chg="mod">
          <ac:chgData name="Francesco Bellotti" userId="f453232b-f87d-4756-9d8b-c09bc835cc42" providerId="ADAL" clId="{C7FEA3FA-4936-41E1-B7FA-CA082069F7F7}" dt="2026-08-20T22:48:13.180" v="3796" actId="15"/>
          <ac:spMkLst>
            <pc:docMk/>
            <pc:sldMk cId="2723204341" sldId="448"/>
            <ac:spMk id="3" creationId="{B6B2C49B-F099-72D4-A941-FD3D1C4D11E0}"/>
          </ac:spMkLst>
        </pc:spChg>
      </pc:sldChg>
      <pc:sldChg chg="modSp add mod">
        <pc:chgData name="Francesco Bellotti" userId="f453232b-f87d-4756-9d8b-c09bc835cc42" providerId="ADAL" clId="{C7FEA3FA-4936-41E1-B7FA-CA082069F7F7}" dt="2026-08-21T08:52:20.441" v="3961" actId="20577"/>
        <pc:sldMkLst>
          <pc:docMk/>
          <pc:sldMk cId="1960044243" sldId="449"/>
        </pc:sldMkLst>
        <pc:spChg chg="mod">
          <ac:chgData name="Francesco Bellotti" userId="f453232b-f87d-4756-9d8b-c09bc835cc42" providerId="ADAL" clId="{C7FEA3FA-4936-41E1-B7FA-CA082069F7F7}" dt="2026-08-21T08:52:20.441" v="3961" actId="20577"/>
          <ac:spMkLst>
            <pc:docMk/>
            <pc:sldMk cId="1960044243" sldId="449"/>
            <ac:spMk id="3" creationId="{C9FABF6A-2C56-D7E4-E84C-74834064B4A2}"/>
          </ac:spMkLst>
        </pc:spChg>
      </pc:sldChg>
      <pc:sldChg chg="modSp add mod">
        <pc:chgData name="Francesco Bellotti" userId="f453232b-f87d-4756-9d8b-c09bc835cc42" providerId="ADAL" clId="{C7FEA3FA-4936-41E1-B7FA-CA082069F7F7}" dt="2026-08-21T09:29:37.813" v="4560" actId="20577"/>
        <pc:sldMkLst>
          <pc:docMk/>
          <pc:sldMk cId="2137188178" sldId="450"/>
        </pc:sldMkLst>
        <pc:spChg chg="mod">
          <ac:chgData name="Francesco Bellotti" userId="f453232b-f87d-4756-9d8b-c09bc835cc42" providerId="ADAL" clId="{C7FEA3FA-4936-41E1-B7FA-CA082069F7F7}" dt="2026-08-21T09:29:37.813" v="4560" actId="20577"/>
          <ac:spMkLst>
            <pc:docMk/>
            <pc:sldMk cId="2137188178" sldId="450"/>
            <ac:spMk id="3" creationId="{B005A647-7ED8-1B18-7868-8C5EC87C61BA}"/>
          </ac:spMkLst>
        </pc:spChg>
      </pc:sldChg>
      <pc:sldChg chg="addSp delSp modSp add mod">
        <pc:chgData name="Francesco Bellotti" userId="f453232b-f87d-4756-9d8b-c09bc835cc42" providerId="ADAL" clId="{C7FEA3FA-4936-41E1-B7FA-CA082069F7F7}" dt="2026-08-21T09:13:03.451" v="4307" actId="20577"/>
        <pc:sldMkLst>
          <pc:docMk/>
          <pc:sldMk cId="3024998459" sldId="451"/>
        </pc:sldMkLst>
        <pc:spChg chg="mod">
          <ac:chgData name="Francesco Bellotti" userId="f453232b-f87d-4756-9d8b-c09bc835cc42" providerId="ADAL" clId="{C7FEA3FA-4936-41E1-B7FA-CA082069F7F7}" dt="2026-08-21T09:13:03.451" v="4307" actId="20577"/>
          <ac:spMkLst>
            <pc:docMk/>
            <pc:sldMk cId="3024998459" sldId="451"/>
            <ac:spMk id="3" creationId="{F58D2086-6B8E-00EF-00A1-EDA23B5C707E}"/>
          </ac:spMkLst>
        </pc:spChg>
      </pc:sldChg>
      <pc:sldChg chg="addSp modSp add mod">
        <pc:chgData name="Francesco Bellotti" userId="f453232b-f87d-4756-9d8b-c09bc835cc42" providerId="ADAL" clId="{C7FEA3FA-4936-41E1-B7FA-CA082069F7F7}" dt="2026-08-21T15:40:14.281" v="4913" actId="1076"/>
        <pc:sldMkLst>
          <pc:docMk/>
          <pc:sldMk cId="2060776453" sldId="452"/>
        </pc:sldMkLst>
        <pc:spChg chg="mod">
          <ac:chgData name="Francesco Bellotti" userId="f453232b-f87d-4756-9d8b-c09bc835cc42" providerId="ADAL" clId="{C7FEA3FA-4936-41E1-B7FA-CA082069F7F7}" dt="2026-08-21T15:38:38.940" v="4903" actId="1076"/>
          <ac:spMkLst>
            <pc:docMk/>
            <pc:sldMk cId="2060776453" sldId="452"/>
            <ac:spMk id="3" creationId="{3F8FF133-40D2-B60C-12F1-38DB6813821A}"/>
          </ac:spMkLst>
        </pc:spChg>
        <pc:spChg chg="add mod">
          <ac:chgData name="Francesco Bellotti" userId="f453232b-f87d-4756-9d8b-c09bc835cc42" providerId="ADAL" clId="{C7FEA3FA-4936-41E1-B7FA-CA082069F7F7}" dt="2026-08-21T15:39:40.066" v="4907" actId="13926"/>
          <ac:spMkLst>
            <pc:docMk/>
            <pc:sldMk cId="2060776453" sldId="452"/>
            <ac:spMk id="19" creationId="{FDDD6A30-C532-1EFC-74BA-51C1A481540A}"/>
          </ac:spMkLst>
        </pc:spChg>
        <pc:spChg chg="add mod">
          <ac:chgData name="Francesco Bellotti" userId="f453232b-f87d-4756-9d8b-c09bc835cc42" providerId="ADAL" clId="{C7FEA3FA-4936-41E1-B7FA-CA082069F7F7}" dt="2026-08-21T15:40:14.281" v="4913" actId="1076"/>
          <ac:spMkLst>
            <pc:docMk/>
            <pc:sldMk cId="2060776453" sldId="452"/>
            <ac:spMk id="21" creationId="{B1B9AEFA-7907-64B4-8368-E66FF4E286B0}"/>
          </ac:spMkLst>
        </pc:spChg>
      </pc:sldChg>
      <pc:sldChg chg="addSp delSp modSp add mod setBg modNotes">
        <pc:chgData name="Francesco Bellotti" userId="f453232b-f87d-4756-9d8b-c09bc835cc42" providerId="ADAL" clId="{C7FEA3FA-4936-41E1-B7FA-CA082069F7F7}" dt="2026-08-21T19:29:01.256" v="5247" actId="14100"/>
        <pc:sldMkLst>
          <pc:docMk/>
          <pc:sldMk cId="0" sldId="453"/>
        </pc:sldMkLst>
        <pc:spChg chg="mod">
          <ac:chgData name="Francesco Bellotti" userId="f453232b-f87d-4756-9d8b-c09bc835cc42" providerId="ADAL" clId="{C7FEA3FA-4936-41E1-B7FA-CA082069F7F7}" dt="2026-08-21T19:07:40.027" v="5205" actId="20577"/>
          <ac:spMkLst>
            <pc:docMk/>
            <pc:sldMk cId="0" sldId="453"/>
            <ac:spMk id="29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30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32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33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0.906" v="5189" actId="478"/>
          <ac:spMkLst>
            <pc:docMk/>
            <pc:sldMk cId="0" sldId="453"/>
            <ac:spMk id="34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35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37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38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0.906" v="5189" actId="478"/>
          <ac:spMkLst>
            <pc:docMk/>
            <pc:sldMk cId="0" sldId="453"/>
            <ac:spMk id="39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40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41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0.906" v="5189" actId="478"/>
          <ac:spMkLst>
            <pc:docMk/>
            <pc:sldMk cId="0" sldId="453"/>
            <ac:spMk id="44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45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1.343" v="5190" actId="478"/>
          <ac:spMkLst>
            <pc:docMk/>
            <pc:sldMk cId="0" sldId="453"/>
            <ac:spMk id="48" creationId="{00000000-0000-0000-0000-000000000000}"/>
          </ac:spMkLst>
        </pc:spChg>
        <pc:spChg chg="add del">
          <ac:chgData name="Francesco Bellotti" userId="f453232b-f87d-4756-9d8b-c09bc835cc42" providerId="ADAL" clId="{C7FEA3FA-4936-41E1-B7FA-CA082069F7F7}" dt="2026-08-21T16:53:20.906" v="5189" actId="478"/>
          <ac:spMkLst>
            <pc:docMk/>
            <pc:sldMk cId="0" sldId="453"/>
            <ac:spMk id="4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9:07:39.403" v="5204" actId="20577"/>
          <ac:spMkLst>
            <pc:docMk/>
            <pc:sldMk cId="0" sldId="453"/>
            <ac:spMk id="5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374" v="4594" actId="27636"/>
          <ac:spMkLst>
            <pc:docMk/>
            <pc:sldMk cId="0" sldId="453"/>
            <ac:spMk id="53" creationId="{00000000-0000-0000-0000-000000000000}"/>
          </ac:spMkLst>
        </pc:spChg>
        <pc:cxnChg chg="add mod">
          <ac:chgData name="Francesco Bellotti" userId="f453232b-f87d-4756-9d8b-c09bc835cc42" providerId="ADAL" clId="{C7FEA3FA-4936-41E1-B7FA-CA082069F7F7}" dt="2026-08-21T19:27:34.703" v="5221" actId="1076"/>
          <ac:cxnSpMkLst>
            <pc:docMk/>
            <pc:sldMk cId="0" sldId="453"/>
            <ac:cxnSpMk id="568" creationId="{EA71BCDD-91DB-54D7-354D-A9968C5DB33F}"/>
          </ac:cxnSpMkLst>
        </pc:cxnChg>
        <pc:cxnChg chg="add mod">
          <ac:chgData name="Francesco Bellotti" userId="f453232b-f87d-4756-9d8b-c09bc835cc42" providerId="ADAL" clId="{C7FEA3FA-4936-41E1-B7FA-CA082069F7F7}" dt="2026-08-21T19:27:41.226" v="5223" actId="1076"/>
          <ac:cxnSpMkLst>
            <pc:docMk/>
            <pc:sldMk cId="0" sldId="453"/>
            <ac:cxnSpMk id="571" creationId="{3573E064-ACC8-B684-FF18-420488DE167E}"/>
          </ac:cxnSpMkLst>
        </pc:cxnChg>
        <pc:cxnChg chg="add mod">
          <ac:chgData name="Francesco Bellotti" userId="f453232b-f87d-4756-9d8b-c09bc835cc42" providerId="ADAL" clId="{C7FEA3FA-4936-41E1-B7FA-CA082069F7F7}" dt="2026-08-21T19:27:45.002" v="5225" actId="1076"/>
          <ac:cxnSpMkLst>
            <pc:docMk/>
            <pc:sldMk cId="0" sldId="453"/>
            <ac:cxnSpMk id="572" creationId="{DD6223EA-B05A-66EF-A9AA-87E14AC13A7F}"/>
          </ac:cxnSpMkLst>
        </pc:cxnChg>
        <pc:cxnChg chg="add mod">
          <ac:chgData name="Francesco Bellotti" userId="f453232b-f87d-4756-9d8b-c09bc835cc42" providerId="ADAL" clId="{C7FEA3FA-4936-41E1-B7FA-CA082069F7F7}" dt="2026-08-21T19:28:17.757" v="5233" actId="1076"/>
          <ac:cxnSpMkLst>
            <pc:docMk/>
            <pc:sldMk cId="0" sldId="453"/>
            <ac:cxnSpMk id="573" creationId="{0E82049D-B96B-0F9F-4970-C5EC967B666C}"/>
          </ac:cxnSpMkLst>
        </pc:cxnChg>
        <pc:cxnChg chg="add mod">
          <ac:chgData name="Francesco Bellotti" userId="f453232b-f87d-4756-9d8b-c09bc835cc42" providerId="ADAL" clId="{C7FEA3FA-4936-41E1-B7FA-CA082069F7F7}" dt="2026-08-21T19:28:15.467" v="5232" actId="14100"/>
          <ac:cxnSpMkLst>
            <pc:docMk/>
            <pc:sldMk cId="0" sldId="453"/>
            <ac:cxnSpMk id="576" creationId="{B5495E18-3DD5-F0DF-3FF8-69DC4492D4F6}"/>
          </ac:cxnSpMkLst>
        </pc:cxnChg>
        <pc:cxnChg chg="add mod">
          <ac:chgData name="Francesco Bellotti" userId="f453232b-f87d-4756-9d8b-c09bc835cc42" providerId="ADAL" clId="{C7FEA3FA-4936-41E1-B7FA-CA082069F7F7}" dt="2026-08-21T19:29:01.256" v="5247" actId="14100"/>
          <ac:cxnSpMkLst>
            <pc:docMk/>
            <pc:sldMk cId="0" sldId="453"/>
            <ac:cxnSpMk id="578" creationId="{AD421D0C-DB34-2D33-ED83-F7AA1EC5B96D}"/>
          </ac:cxnSpMkLst>
        </pc:cxnChg>
        <pc:cxnChg chg="add mod">
          <ac:chgData name="Francesco Bellotti" userId="f453232b-f87d-4756-9d8b-c09bc835cc42" providerId="ADAL" clId="{C7FEA3FA-4936-41E1-B7FA-CA082069F7F7}" dt="2026-08-21T19:28:37.876" v="5239" actId="14100"/>
          <ac:cxnSpMkLst>
            <pc:docMk/>
            <pc:sldMk cId="0" sldId="453"/>
            <ac:cxnSpMk id="580" creationId="{D763D5BF-C066-BA69-F104-CD5F3FD03928}"/>
          </ac:cxnSpMkLst>
        </pc:cxnChg>
        <pc:cxnChg chg="add mod">
          <ac:chgData name="Francesco Bellotti" userId="f453232b-f87d-4756-9d8b-c09bc835cc42" providerId="ADAL" clId="{C7FEA3FA-4936-41E1-B7FA-CA082069F7F7}" dt="2026-08-21T19:28:50.100" v="5243" actId="14100"/>
          <ac:cxnSpMkLst>
            <pc:docMk/>
            <pc:sldMk cId="0" sldId="453"/>
            <ac:cxnSpMk id="582" creationId="{611897D4-9A93-94E5-9A7A-B00D540770E0}"/>
          </ac:cxnSpMkLst>
        </pc:cxnChg>
        <pc:cxnChg chg="add mod">
          <ac:chgData name="Francesco Bellotti" userId="f453232b-f87d-4756-9d8b-c09bc835cc42" providerId="ADAL" clId="{C7FEA3FA-4936-41E1-B7FA-CA082069F7F7}" dt="2026-08-21T19:28:58.598" v="5246" actId="14100"/>
          <ac:cxnSpMkLst>
            <pc:docMk/>
            <pc:sldMk cId="0" sldId="453"/>
            <ac:cxnSpMk id="585" creationId="{021AA539-79A0-7880-E007-8ADA42968D05}"/>
          </ac:cxnSpMkLst>
        </pc:cxnChg>
      </pc:sldChg>
      <pc:sldChg chg="modSp add mod setBg modNotes">
        <pc:chgData name="Francesco Bellotti" userId="f453232b-f87d-4756-9d8b-c09bc835cc42" providerId="ADAL" clId="{C7FEA3FA-4936-41E1-B7FA-CA082069F7F7}" dt="2026-08-21T15:43:26.358" v="4945" actId="20577"/>
        <pc:sldMkLst>
          <pc:docMk/>
          <pc:sldMk cId="0" sldId="455"/>
        </pc:sldMkLst>
        <pc:spChg chg="mod">
          <ac:chgData name="Francesco Bellotti" userId="f453232b-f87d-4756-9d8b-c09bc835cc42" providerId="ADAL" clId="{C7FEA3FA-4936-41E1-B7FA-CA082069F7F7}" dt="2026-08-21T15:43:26.358" v="4945" actId="20577"/>
          <ac:spMkLst>
            <pc:docMk/>
            <pc:sldMk cId="0" sldId="455"/>
            <ac:spMk id="18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674" v="4599" actId="27636"/>
          <ac:spMkLst>
            <pc:docMk/>
            <pc:sldMk cId="0" sldId="455"/>
            <ac:spMk id="2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676" v="4600" actId="27636"/>
          <ac:spMkLst>
            <pc:docMk/>
            <pc:sldMk cId="0" sldId="455"/>
            <ac:spMk id="230" creationId="{00000000-0000-0000-0000-000000000000}"/>
          </ac:spMkLst>
        </pc:spChg>
      </pc:sldChg>
      <pc:sldChg chg="addSp delSp modSp add mod setBg modNotes">
        <pc:chgData name="Francesco Bellotti" userId="f453232b-f87d-4756-9d8b-c09bc835cc42" providerId="ADAL" clId="{C7FEA3FA-4936-41E1-B7FA-CA082069F7F7}" dt="2026-08-21T15:46:36.397" v="5000" actId="1076"/>
        <pc:sldMkLst>
          <pc:docMk/>
          <pc:sldMk cId="0" sldId="456"/>
        </pc:sldMkLst>
        <pc:spChg chg="add mod">
          <ac:chgData name="Francesco Bellotti" userId="f453232b-f87d-4756-9d8b-c09bc835cc42" providerId="ADAL" clId="{C7FEA3FA-4936-41E1-B7FA-CA082069F7F7}" dt="2026-08-21T15:46:01.804" v="4992" actId="1076"/>
          <ac:spMkLst>
            <pc:docMk/>
            <pc:sldMk cId="0" sldId="456"/>
            <ac:spMk id="3" creationId="{8842D748-0C63-578A-7E52-66D44B08E396}"/>
          </ac:spMkLst>
        </pc:spChg>
        <pc:spChg chg="add mod">
          <ac:chgData name="Francesco Bellotti" userId="f453232b-f87d-4756-9d8b-c09bc835cc42" providerId="ADAL" clId="{C7FEA3FA-4936-41E1-B7FA-CA082069F7F7}" dt="2026-08-21T15:46:07.305" v="4994" actId="1076"/>
          <ac:spMkLst>
            <pc:docMk/>
            <pc:sldMk cId="0" sldId="456"/>
            <ac:spMk id="11" creationId="{FFF76868-454D-8071-A934-F585F838E5D3}"/>
          </ac:spMkLst>
        </pc:spChg>
        <pc:spChg chg="add 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13" creationId="{D3526DE4-D929-5752-210B-978DBA54E1C6}"/>
          </ac:spMkLst>
        </pc:spChg>
        <pc:spChg chg="add 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15" creationId="{C61B6B2E-5FD5-5733-791B-36492C4C3672}"/>
          </ac:spMkLst>
        </pc:spChg>
        <pc:spChg chg="mod">
          <ac:chgData name="Francesco Bellotti" userId="f453232b-f87d-4756-9d8b-c09bc835cc42" providerId="ADAL" clId="{C7FEA3FA-4936-41E1-B7FA-CA082069F7F7}" dt="2026-08-21T15:12:53.686" v="4603" actId="27636"/>
          <ac:spMkLst>
            <pc:docMk/>
            <pc:sldMk cId="0" sldId="456"/>
            <ac:spMk id="2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682" v="4601" actId="27636"/>
          <ac:spMkLst>
            <pc:docMk/>
            <pc:sldMk cId="0" sldId="456"/>
            <ac:spMk id="2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686" v="4604" actId="27636"/>
          <ac:spMkLst>
            <pc:docMk/>
            <pc:sldMk cId="0" sldId="456"/>
            <ac:spMk id="24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685" v="4602" actId="27636"/>
          <ac:spMkLst>
            <pc:docMk/>
            <pc:sldMk cId="0" sldId="456"/>
            <ac:spMk id="24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5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5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6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6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6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6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6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1.204" v="4999" actId="1076"/>
          <ac:spMkLst>
            <pc:docMk/>
            <pc:sldMk cId="0" sldId="456"/>
            <ac:spMk id="26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46:36.397" v="5000" actId="1076"/>
          <ac:spMkLst>
            <pc:docMk/>
            <pc:sldMk cId="0" sldId="456"/>
            <ac:spMk id="271" creationId="{00000000-0000-0000-0000-000000000000}"/>
          </ac:spMkLst>
        </pc:spChg>
      </pc:sldChg>
      <pc:sldChg chg="addSp delSp modSp add mod setBg modNotes">
        <pc:chgData name="Francesco Bellotti" userId="f453232b-f87d-4756-9d8b-c09bc835cc42" providerId="ADAL" clId="{C7FEA3FA-4936-41E1-B7FA-CA082069F7F7}" dt="2026-08-21T20:27:08.125" v="5436" actId="14100"/>
        <pc:sldMkLst>
          <pc:docMk/>
          <pc:sldMk cId="0" sldId="457"/>
        </pc:sldMkLst>
        <pc:spChg chg="add mod">
          <ac:chgData name="Francesco Bellotti" userId="f453232b-f87d-4756-9d8b-c09bc835cc42" providerId="ADAL" clId="{C7FEA3FA-4936-41E1-B7FA-CA082069F7F7}" dt="2026-08-21T20:15:21.468" v="5306" actId="1076"/>
          <ac:spMkLst>
            <pc:docMk/>
            <pc:sldMk cId="0" sldId="457"/>
            <ac:spMk id="3" creationId="{7C6BB88A-B1A7-F901-3BF5-0D7B02DFCC77}"/>
          </ac:spMkLst>
        </pc:spChg>
        <pc:spChg chg="add mod">
          <ac:chgData name="Francesco Bellotti" userId="f453232b-f87d-4756-9d8b-c09bc835cc42" providerId="ADAL" clId="{C7FEA3FA-4936-41E1-B7FA-CA082069F7F7}" dt="2026-08-21T20:14:58.520" v="5301" actId="1076"/>
          <ac:spMkLst>
            <pc:docMk/>
            <pc:sldMk cId="0" sldId="457"/>
            <ac:spMk id="5" creationId="{F76EB1D8-1DED-3553-3CC8-87CAEC4C0B3B}"/>
          </ac:spMkLst>
        </pc:spChg>
        <pc:spChg chg="add mod">
          <ac:chgData name="Francesco Bellotti" userId="f453232b-f87d-4756-9d8b-c09bc835cc42" providerId="ADAL" clId="{C7FEA3FA-4936-41E1-B7FA-CA082069F7F7}" dt="2026-08-21T20:15:45.841" v="5315" actId="14100"/>
          <ac:spMkLst>
            <pc:docMk/>
            <pc:sldMk cId="0" sldId="457"/>
            <ac:spMk id="7" creationId="{843A83B0-2CF3-7690-B43F-B4E41C38EAA6}"/>
          </ac:spMkLst>
        </pc:spChg>
        <pc:spChg chg="add mod">
          <ac:chgData name="Francesco Bellotti" userId="f453232b-f87d-4756-9d8b-c09bc835cc42" providerId="ADAL" clId="{C7FEA3FA-4936-41E1-B7FA-CA082069F7F7}" dt="2026-08-21T20:26:31.675" v="5427" actId="1076"/>
          <ac:spMkLst>
            <pc:docMk/>
            <pc:sldMk cId="0" sldId="457"/>
            <ac:spMk id="9" creationId="{E37EB69D-7FD8-1CA0-0471-4F250C0637E7}"/>
          </ac:spMkLst>
        </pc:spChg>
        <pc:spChg chg="add mod">
          <ac:chgData name="Francesco Bellotti" userId="f453232b-f87d-4756-9d8b-c09bc835cc42" providerId="ADAL" clId="{C7FEA3FA-4936-41E1-B7FA-CA082069F7F7}" dt="2026-08-21T20:21:22.325" v="5367" actId="1076"/>
          <ac:spMkLst>
            <pc:docMk/>
            <pc:sldMk cId="0" sldId="457"/>
            <ac:spMk id="15" creationId="{91AAED90-7C10-7164-33C8-A7D04F894553}"/>
          </ac:spMkLst>
        </pc:spChg>
        <pc:spChg chg="add mod">
          <ac:chgData name="Francesco Bellotti" userId="f453232b-f87d-4756-9d8b-c09bc835cc42" providerId="ADAL" clId="{C7FEA3FA-4936-41E1-B7FA-CA082069F7F7}" dt="2026-08-21T20:21:10.887" v="5366" actId="947"/>
          <ac:spMkLst>
            <pc:docMk/>
            <pc:sldMk cId="0" sldId="457"/>
            <ac:spMk id="17" creationId="{62911262-01A0-7CFF-F60E-B633B95497A1}"/>
          </ac:spMkLst>
        </pc:spChg>
        <pc:spChg chg="add mod">
          <ac:chgData name="Francesco Bellotti" userId="f453232b-f87d-4756-9d8b-c09bc835cc42" providerId="ADAL" clId="{C7FEA3FA-4936-41E1-B7FA-CA082069F7F7}" dt="2026-08-21T20:26:45.817" v="5431" actId="1076"/>
          <ac:spMkLst>
            <pc:docMk/>
            <pc:sldMk cId="0" sldId="457"/>
            <ac:spMk id="19" creationId="{0E044B39-3B22-BD0F-1E6E-598A74AB42E4}"/>
          </ac:spMkLst>
        </pc:spChg>
        <pc:spChg chg="mod">
          <ac:chgData name="Francesco Bellotti" userId="f453232b-f87d-4756-9d8b-c09bc835cc42" providerId="ADAL" clId="{C7FEA3FA-4936-41E1-B7FA-CA082069F7F7}" dt="2026-08-21T15:12:53.686" v="4605" actId="27636"/>
          <ac:spMkLst>
            <pc:docMk/>
            <pc:sldMk cId="0" sldId="457"/>
            <ac:spMk id="27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20:25:01.111" v="5402"/>
          <ac:spMkLst>
            <pc:docMk/>
            <pc:sldMk cId="0" sldId="457"/>
            <ac:spMk id="27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20:25:52.614" v="5425" actId="20577"/>
          <ac:spMkLst>
            <pc:docMk/>
            <pc:sldMk cId="0" sldId="457"/>
            <ac:spMk id="293" creationId="{00000000-0000-0000-0000-000000000000}"/>
          </ac:spMkLst>
        </pc:spChg>
        <pc:cxnChg chg="add mod">
          <ac:chgData name="Francesco Bellotti" userId="f453232b-f87d-4756-9d8b-c09bc835cc42" providerId="ADAL" clId="{C7FEA3FA-4936-41E1-B7FA-CA082069F7F7}" dt="2026-08-21T20:26:56.608" v="5433" actId="14100"/>
          <ac:cxnSpMkLst>
            <pc:docMk/>
            <pc:sldMk cId="0" sldId="457"/>
            <ac:cxnSpMk id="21" creationId="{AF7767DD-E350-C880-F728-2D88699FEA1B}"/>
          </ac:cxnSpMkLst>
        </pc:cxnChg>
        <pc:cxnChg chg="add mod">
          <ac:chgData name="Francesco Bellotti" userId="f453232b-f87d-4756-9d8b-c09bc835cc42" providerId="ADAL" clId="{C7FEA3FA-4936-41E1-B7FA-CA082069F7F7}" dt="2026-08-21T20:27:08.125" v="5436" actId="14100"/>
          <ac:cxnSpMkLst>
            <pc:docMk/>
            <pc:sldMk cId="0" sldId="457"/>
            <ac:cxnSpMk id="23" creationId="{DB18EB93-27C3-4A60-3988-E7CF7C2CD07C}"/>
          </ac:cxnSpMkLst>
        </pc:cxnChg>
      </pc:sldChg>
      <pc:sldChg chg="modSp add mod setBg modNotes">
        <pc:chgData name="Francesco Bellotti" userId="f453232b-f87d-4756-9d8b-c09bc835cc42" providerId="ADAL" clId="{C7FEA3FA-4936-41E1-B7FA-CA082069F7F7}" dt="2026-08-21T15:12:53.703" v="4608" actId="27636"/>
        <pc:sldMkLst>
          <pc:docMk/>
          <pc:sldMk cId="0" sldId="458"/>
        </pc:sldMkLst>
        <pc:spChg chg="mod">
          <ac:chgData name="Francesco Bellotti" userId="f453232b-f87d-4756-9d8b-c09bc835cc42" providerId="ADAL" clId="{C7FEA3FA-4936-41E1-B7FA-CA082069F7F7}" dt="2026-08-21T15:12:53.701" v="4607" actId="27636"/>
          <ac:spMkLst>
            <pc:docMk/>
            <pc:sldMk cId="0" sldId="458"/>
            <ac:spMk id="3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03" v="4608" actId="27636"/>
          <ac:spMkLst>
            <pc:docMk/>
            <pc:sldMk cId="0" sldId="458"/>
            <ac:spMk id="335" creationId="{00000000-0000-0000-0000-000000000000}"/>
          </ac:spMkLst>
        </pc:spChg>
      </pc:sldChg>
      <pc:sldChg chg="modSp add mod ord setBg modNotes">
        <pc:chgData name="Francesco Bellotti" userId="f453232b-f87d-4756-9d8b-c09bc835cc42" providerId="ADAL" clId="{C7FEA3FA-4936-41E1-B7FA-CA082069F7F7}" dt="2026-08-21T20:58:06.693" v="5490"/>
        <pc:sldMkLst>
          <pc:docMk/>
          <pc:sldMk cId="0" sldId="459"/>
        </pc:sldMkLst>
        <pc:spChg chg="mod">
          <ac:chgData name="Francesco Bellotti" userId="f453232b-f87d-4756-9d8b-c09bc835cc42" providerId="ADAL" clId="{C7FEA3FA-4936-41E1-B7FA-CA082069F7F7}" dt="2026-08-21T15:12:53.712" v="4610" actId="27636"/>
          <ac:spMkLst>
            <pc:docMk/>
            <pc:sldMk cId="0" sldId="459"/>
            <ac:spMk id="34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10" v="4609" actId="27636"/>
          <ac:spMkLst>
            <pc:docMk/>
            <pc:sldMk cId="0" sldId="459"/>
            <ac:spMk id="351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21T21:02:17.369" v="5503" actId="1076"/>
        <pc:sldMkLst>
          <pc:docMk/>
          <pc:sldMk cId="0" sldId="460"/>
        </pc:sldMkLst>
        <pc:spChg chg="mod">
          <ac:chgData name="Francesco Bellotti" userId="f453232b-f87d-4756-9d8b-c09bc835cc42" providerId="ADAL" clId="{C7FEA3FA-4936-41E1-B7FA-CA082069F7F7}" dt="2026-08-21T15:12:53.720" v="4612" actId="27636"/>
          <ac:spMkLst>
            <pc:docMk/>
            <pc:sldMk cId="0" sldId="460"/>
            <ac:spMk id="36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21:02:08.596" v="5502" actId="1076"/>
          <ac:spMkLst>
            <pc:docMk/>
            <pc:sldMk cId="0" sldId="460"/>
            <ac:spMk id="37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17" v="4611" actId="27636"/>
          <ac:spMkLst>
            <pc:docMk/>
            <pc:sldMk cId="0" sldId="460"/>
            <ac:spMk id="37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21:02:17.369" v="5503" actId="1076"/>
          <ac:spMkLst>
            <pc:docMk/>
            <pc:sldMk cId="0" sldId="460"/>
            <ac:spMk id="376" creationId="{00000000-0000-0000-0000-000000000000}"/>
          </ac:spMkLst>
        </pc:spChg>
      </pc:sldChg>
      <pc:sldChg chg="modSp add mod ord setBg modNotes">
        <pc:chgData name="Francesco Bellotti" userId="f453232b-f87d-4756-9d8b-c09bc835cc42" providerId="ADAL" clId="{C7FEA3FA-4936-41E1-B7FA-CA082069F7F7}" dt="2026-08-21T21:11:19.069" v="5568"/>
        <pc:sldMkLst>
          <pc:docMk/>
          <pc:sldMk cId="0" sldId="461"/>
        </pc:sldMkLst>
        <pc:spChg chg="mod">
          <ac:chgData name="Francesco Bellotti" userId="f453232b-f87d-4756-9d8b-c09bc835cc42" providerId="ADAL" clId="{C7FEA3FA-4936-41E1-B7FA-CA082069F7F7}" dt="2026-08-21T15:12:53.720" v="4614" actId="27636"/>
          <ac:spMkLst>
            <pc:docMk/>
            <pc:sldMk cId="0" sldId="461"/>
            <ac:spMk id="429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21T15:20:21.819" v="4697" actId="27636"/>
        <pc:sldMkLst>
          <pc:docMk/>
          <pc:sldMk cId="0" sldId="462"/>
        </pc:sldMkLst>
        <pc:spChg chg="mod">
          <ac:chgData name="Francesco Bellotti" userId="f453232b-f87d-4756-9d8b-c09bc835cc42" providerId="ADAL" clId="{C7FEA3FA-4936-41E1-B7FA-CA082069F7F7}" dt="2026-08-21T15:20:21.819" v="4697" actId="27636"/>
          <ac:spMkLst>
            <pc:docMk/>
            <pc:sldMk cId="0" sldId="462"/>
            <ac:spMk id="45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20:21.684" v="4695" actId="27636"/>
          <ac:spMkLst>
            <pc:docMk/>
            <pc:sldMk cId="0" sldId="462"/>
            <ac:spMk id="45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20:21.617" v="4694" actId="27636"/>
          <ac:spMkLst>
            <pc:docMk/>
            <pc:sldMk cId="0" sldId="462"/>
            <ac:spMk id="45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20:21.754" v="4696" actId="27636"/>
          <ac:spMkLst>
            <pc:docMk/>
            <pc:sldMk cId="0" sldId="462"/>
            <ac:spMk id="45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20:21.551" v="4693" actId="27636"/>
          <ac:spMkLst>
            <pc:docMk/>
            <pc:sldMk cId="0" sldId="462"/>
            <ac:spMk id="460" creationId="{00000000-0000-0000-0000-000000000000}"/>
          </ac:spMkLst>
        </pc:spChg>
      </pc:sldChg>
      <pc:sldChg chg="modSp add mod ord setBg modNotes">
        <pc:chgData name="Francesco Bellotti" userId="f453232b-f87d-4756-9d8b-c09bc835cc42" providerId="ADAL" clId="{C7FEA3FA-4936-41E1-B7FA-CA082069F7F7}" dt="2026-08-21T15:24:15.450" v="4742"/>
        <pc:sldMkLst>
          <pc:docMk/>
          <pc:sldMk cId="0" sldId="463"/>
        </pc:sldMkLst>
        <pc:spChg chg="mod">
          <ac:chgData name="Francesco Bellotti" userId="f453232b-f87d-4756-9d8b-c09bc835cc42" providerId="ADAL" clId="{C7FEA3FA-4936-41E1-B7FA-CA082069F7F7}" dt="2026-08-21T15:12:53.747" v="4620" actId="27636"/>
          <ac:spMkLst>
            <pc:docMk/>
            <pc:sldMk cId="0" sldId="463"/>
            <ac:spMk id="5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50" v="4622" actId="27636"/>
          <ac:spMkLst>
            <pc:docMk/>
            <pc:sldMk cId="0" sldId="463"/>
            <ac:spMk id="5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49" v="4621" actId="27636"/>
          <ac:spMkLst>
            <pc:docMk/>
            <pc:sldMk cId="0" sldId="463"/>
            <ac:spMk id="534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21T21:26:29.360" v="5772" actId="13926"/>
        <pc:sldMkLst>
          <pc:docMk/>
          <pc:sldMk cId="0" sldId="464"/>
        </pc:sldMkLst>
        <pc:spChg chg="mod">
          <ac:chgData name="Francesco Bellotti" userId="f453232b-f87d-4756-9d8b-c09bc835cc42" providerId="ADAL" clId="{C7FEA3FA-4936-41E1-B7FA-CA082069F7F7}" dt="2026-08-21T21:26:29.360" v="5772" actId="13926"/>
          <ac:spMkLst>
            <pc:docMk/>
            <pc:sldMk cId="0" sldId="464"/>
            <ac:spMk id="53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53" v="4624" actId="27636"/>
          <ac:spMkLst>
            <pc:docMk/>
            <pc:sldMk cId="0" sldId="464"/>
            <ac:spMk id="57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53" v="4623" actId="27636"/>
          <ac:spMkLst>
            <pc:docMk/>
            <pc:sldMk cId="0" sldId="464"/>
            <ac:spMk id="576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21T15:12:53.764" v="4625" actId="27636"/>
        <pc:sldMkLst>
          <pc:docMk/>
          <pc:sldMk cId="0" sldId="465"/>
        </pc:sldMkLst>
        <pc:spChg chg="mod">
          <ac:chgData name="Francesco Bellotti" userId="f453232b-f87d-4756-9d8b-c09bc835cc42" providerId="ADAL" clId="{C7FEA3FA-4936-41E1-B7FA-CA082069F7F7}" dt="2026-08-21T15:12:53.764" v="4625" actId="27636"/>
          <ac:spMkLst>
            <pc:docMk/>
            <pc:sldMk cId="0" sldId="465"/>
            <ac:spMk id="584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21T15:12:53.775" v="4627" actId="27636"/>
        <pc:sldMkLst>
          <pc:docMk/>
          <pc:sldMk cId="0" sldId="466"/>
        </pc:sldMkLst>
        <pc:spChg chg="mod">
          <ac:chgData name="Francesco Bellotti" userId="f453232b-f87d-4756-9d8b-c09bc835cc42" providerId="ADAL" clId="{C7FEA3FA-4936-41E1-B7FA-CA082069F7F7}" dt="2026-08-21T15:12:53.773" v="4626" actId="27636"/>
          <ac:spMkLst>
            <pc:docMk/>
            <pc:sldMk cId="0" sldId="466"/>
            <ac:spMk id="65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75" v="4627" actId="27636"/>
          <ac:spMkLst>
            <pc:docMk/>
            <pc:sldMk cId="0" sldId="466"/>
            <ac:spMk id="661" creationId="{00000000-0000-0000-0000-000000000000}"/>
          </ac:spMkLst>
        </pc:spChg>
      </pc:sldChg>
      <pc:sldChg chg="addSp modSp add mod setBg modNotes">
        <pc:chgData name="Francesco Bellotti" userId="f453232b-f87d-4756-9d8b-c09bc835cc42" providerId="ADAL" clId="{C7FEA3FA-4936-41E1-B7FA-CA082069F7F7}" dt="2026-08-21T21:46:27.333" v="5876" actId="1076"/>
        <pc:sldMkLst>
          <pc:docMk/>
          <pc:sldMk cId="0" sldId="467"/>
        </pc:sldMkLst>
        <pc:spChg chg="add mod">
          <ac:chgData name="Francesco Bellotti" userId="f453232b-f87d-4756-9d8b-c09bc835cc42" providerId="ADAL" clId="{C7FEA3FA-4936-41E1-B7FA-CA082069F7F7}" dt="2026-08-21T21:46:27.333" v="5876" actId="1076"/>
          <ac:spMkLst>
            <pc:docMk/>
            <pc:sldMk cId="0" sldId="467"/>
            <ac:spMk id="3" creationId="{5E46DDEE-8722-7E69-7DE9-EE09C77FB6DD}"/>
          </ac:spMkLst>
        </pc:spChg>
        <pc:spChg chg="mod">
          <ac:chgData name="Francesco Bellotti" userId="f453232b-f87d-4756-9d8b-c09bc835cc42" providerId="ADAL" clId="{C7FEA3FA-4936-41E1-B7FA-CA082069F7F7}" dt="2026-08-21T21:45:04.200" v="5836" actId="20577"/>
          <ac:spMkLst>
            <pc:docMk/>
            <pc:sldMk cId="0" sldId="467"/>
            <ac:spMk id="67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21:46:02.715" v="5870" actId="1076"/>
          <ac:spMkLst>
            <pc:docMk/>
            <pc:sldMk cId="0" sldId="467"/>
            <ac:spMk id="691" creationId="{00000000-0000-0000-0000-000000000000}"/>
          </ac:spMkLst>
        </pc:spChg>
        <pc:cxnChg chg="add">
          <ac:chgData name="Francesco Bellotti" userId="f453232b-f87d-4756-9d8b-c09bc835cc42" providerId="ADAL" clId="{C7FEA3FA-4936-41E1-B7FA-CA082069F7F7}" dt="2026-08-21T21:46:22.696" v="5875" actId="11529"/>
          <ac:cxnSpMkLst>
            <pc:docMk/>
            <pc:sldMk cId="0" sldId="467"/>
            <ac:cxnSpMk id="5" creationId="{21613829-72BA-1107-C89D-02E992D5D65C}"/>
          </ac:cxnSpMkLst>
        </pc:cxnChg>
      </pc:sldChg>
      <pc:sldChg chg="modSp add mod setBg modNotes">
        <pc:chgData name="Francesco Bellotti" userId="f453232b-f87d-4756-9d8b-c09bc835cc42" providerId="ADAL" clId="{C7FEA3FA-4936-41E1-B7FA-CA082069F7F7}" dt="2026-08-21T21:50:14.226" v="5988" actId="1076"/>
        <pc:sldMkLst>
          <pc:docMk/>
          <pc:sldMk cId="0" sldId="468"/>
        </pc:sldMkLst>
        <pc:spChg chg="mod">
          <ac:chgData name="Francesco Bellotti" userId="f453232b-f87d-4756-9d8b-c09bc835cc42" providerId="ADAL" clId="{C7FEA3FA-4936-41E1-B7FA-CA082069F7F7}" dt="2026-08-21T15:12:53.786" v="4629" actId="27636"/>
          <ac:spMkLst>
            <pc:docMk/>
            <pc:sldMk cId="0" sldId="468"/>
            <ac:spMk id="69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21:50:14.226" v="5988" actId="1076"/>
          <ac:spMkLst>
            <pc:docMk/>
            <pc:sldMk cId="0" sldId="468"/>
            <ac:spMk id="70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86" v="4630" actId="27636"/>
          <ac:spMkLst>
            <pc:docMk/>
            <pc:sldMk cId="0" sldId="468"/>
            <ac:spMk id="70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86" v="4631" actId="27636"/>
          <ac:spMkLst>
            <pc:docMk/>
            <pc:sldMk cId="0" sldId="468"/>
            <ac:spMk id="711" creationId="{00000000-0000-0000-0000-000000000000}"/>
          </ac:spMkLst>
        </pc:spChg>
      </pc:sldChg>
      <pc:sldChg chg="modSp add mod setBg modNotes">
        <pc:chgData name="Francesco Bellotti" userId="f453232b-f87d-4756-9d8b-c09bc835cc42" providerId="ADAL" clId="{C7FEA3FA-4936-41E1-B7FA-CA082069F7F7}" dt="2026-08-21T15:12:53.786" v="4633" actId="27636"/>
        <pc:sldMkLst>
          <pc:docMk/>
          <pc:sldMk cId="0" sldId="469"/>
        </pc:sldMkLst>
        <pc:spChg chg="mod">
          <ac:chgData name="Francesco Bellotti" userId="f453232b-f87d-4756-9d8b-c09bc835cc42" providerId="ADAL" clId="{C7FEA3FA-4936-41E1-B7FA-CA082069F7F7}" dt="2026-08-21T15:12:53.786" v="4632" actId="27636"/>
          <ac:spMkLst>
            <pc:docMk/>
            <pc:sldMk cId="0" sldId="469"/>
            <ac:spMk id="7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08-21T15:12:53.786" v="4633" actId="27636"/>
          <ac:spMkLst>
            <pc:docMk/>
            <pc:sldMk cId="0" sldId="469"/>
            <ac:spMk id="736" creationId="{00000000-0000-0000-0000-000000000000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15:37:21.048" v="4897" actId="20577"/>
        <pc:sldMkLst>
          <pc:docMk/>
          <pc:sldMk cId="1725002924" sldId="470"/>
        </pc:sldMkLst>
        <pc:spChg chg="mod ord">
          <ac:chgData name="Francesco Bellotti" userId="f453232b-f87d-4756-9d8b-c09bc835cc42" providerId="ADAL" clId="{C7FEA3FA-4936-41E1-B7FA-CA082069F7F7}" dt="2026-08-21T15:28:44.094" v="4786" actId="700"/>
          <ac:spMkLst>
            <pc:docMk/>
            <pc:sldMk cId="1725002924" sldId="470"/>
            <ac:spMk id="2" creationId="{BE6990FB-E70E-57E8-F021-F3909F615BD6}"/>
          </ac:spMkLst>
        </pc:spChg>
        <pc:spChg chg="mod ord">
          <ac:chgData name="Francesco Bellotti" userId="f453232b-f87d-4756-9d8b-c09bc835cc42" providerId="ADAL" clId="{C7FEA3FA-4936-41E1-B7FA-CA082069F7F7}" dt="2026-08-21T15:37:21.048" v="4897" actId="20577"/>
          <ac:spMkLst>
            <pc:docMk/>
            <pc:sldMk cId="1725002924" sldId="470"/>
            <ac:spMk id="3" creationId="{C0A8C7E5-53E3-B25D-EFAA-0CF10EB6ECFC}"/>
          </ac:spMkLst>
        </pc:spChg>
        <pc:spChg chg="add mod ord">
          <ac:chgData name="Francesco Bellotti" userId="f453232b-f87d-4756-9d8b-c09bc835cc42" providerId="ADAL" clId="{C7FEA3FA-4936-41E1-B7FA-CA082069F7F7}" dt="2026-08-21T15:29:59.825" v="4805" actId="20577"/>
          <ac:spMkLst>
            <pc:docMk/>
            <pc:sldMk cId="1725002924" sldId="470"/>
            <ac:spMk id="4" creationId="{2C6B29FD-91E1-A31E-BAF9-CDF78C5143F0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1T15:41:23.654" v="4920" actId="27636"/>
        <pc:sldMkLst>
          <pc:docMk/>
          <pc:sldMk cId="3263474188" sldId="471"/>
        </pc:sldMkLst>
        <pc:spChg chg="mod ord">
          <ac:chgData name="Francesco Bellotti" userId="f453232b-f87d-4756-9d8b-c09bc835cc42" providerId="ADAL" clId="{C7FEA3FA-4936-41E1-B7FA-CA082069F7F7}" dt="2026-08-21T15:34:22.657" v="4813" actId="700"/>
          <ac:spMkLst>
            <pc:docMk/>
            <pc:sldMk cId="3263474188" sldId="471"/>
            <ac:spMk id="2" creationId="{BBA37214-05D8-A82B-9299-1BA510B080A1}"/>
          </ac:spMkLst>
        </pc:spChg>
        <pc:spChg chg="mod ord">
          <ac:chgData name="Francesco Bellotti" userId="f453232b-f87d-4756-9d8b-c09bc835cc42" providerId="ADAL" clId="{C7FEA3FA-4936-41E1-B7FA-CA082069F7F7}" dt="2026-08-21T15:41:23.617" v="4919" actId="27636"/>
          <ac:spMkLst>
            <pc:docMk/>
            <pc:sldMk cId="3263474188" sldId="471"/>
            <ac:spMk id="3" creationId="{9D203AF4-7D4E-1BE9-9B6B-7EFF05B9A978}"/>
          </ac:spMkLst>
        </pc:spChg>
        <pc:spChg chg="add mod ord">
          <ac:chgData name="Francesco Bellotti" userId="f453232b-f87d-4756-9d8b-c09bc835cc42" providerId="ADAL" clId="{C7FEA3FA-4936-41E1-B7FA-CA082069F7F7}" dt="2026-08-21T15:41:23.654" v="4920" actId="27636"/>
          <ac:spMkLst>
            <pc:docMk/>
            <pc:sldMk cId="3263474188" sldId="471"/>
            <ac:spMk id="4" creationId="{78C6515B-D546-9B81-01A3-9FFA58AE3E6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15:53:34.968" v="5176" actId="20577"/>
        <pc:sldMkLst>
          <pc:docMk/>
          <pc:sldMk cId="2295196963" sldId="472"/>
        </pc:sldMkLst>
        <pc:spChg chg="mod ord">
          <ac:chgData name="Francesco Bellotti" userId="f453232b-f87d-4756-9d8b-c09bc835cc42" providerId="ADAL" clId="{C7FEA3FA-4936-41E1-B7FA-CA082069F7F7}" dt="2026-08-21T15:42:59.306" v="4930" actId="700"/>
          <ac:spMkLst>
            <pc:docMk/>
            <pc:sldMk cId="2295196963" sldId="472"/>
            <ac:spMk id="2" creationId="{65C5ACFA-4820-19EE-99E3-E49BB45D3B6D}"/>
          </ac:spMkLst>
        </pc:spChg>
        <pc:spChg chg="mod ord">
          <ac:chgData name="Francesco Bellotti" userId="f453232b-f87d-4756-9d8b-c09bc835cc42" providerId="ADAL" clId="{C7FEA3FA-4936-41E1-B7FA-CA082069F7F7}" dt="2026-08-21T15:43:10.466" v="4938" actId="27636"/>
          <ac:spMkLst>
            <pc:docMk/>
            <pc:sldMk cId="2295196963" sldId="472"/>
            <ac:spMk id="3" creationId="{204E48C9-8D34-F4E1-DA8F-7CEF2389AC3B}"/>
          </ac:spMkLst>
        </pc:spChg>
        <pc:spChg chg="add mod ord">
          <ac:chgData name="Francesco Bellotti" userId="f453232b-f87d-4756-9d8b-c09bc835cc42" providerId="ADAL" clId="{C7FEA3FA-4936-41E1-B7FA-CA082069F7F7}" dt="2026-08-21T15:53:34.968" v="5176" actId="20577"/>
          <ac:spMkLst>
            <pc:docMk/>
            <pc:sldMk cId="2295196963" sldId="472"/>
            <ac:spMk id="4" creationId="{B42B7E63-241E-1DBD-467E-3EF9E3381A5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15:47:33.080" v="5167" actId="20577"/>
        <pc:sldMkLst>
          <pc:docMk/>
          <pc:sldMk cId="2676833424" sldId="473"/>
        </pc:sldMkLst>
        <pc:spChg chg="mod ord">
          <ac:chgData name="Francesco Bellotti" userId="f453232b-f87d-4756-9d8b-c09bc835cc42" providerId="ADAL" clId="{C7FEA3FA-4936-41E1-B7FA-CA082069F7F7}" dt="2026-08-21T15:43:55.729" v="4952" actId="700"/>
          <ac:spMkLst>
            <pc:docMk/>
            <pc:sldMk cId="2676833424" sldId="473"/>
            <ac:spMk id="2" creationId="{5AAEF400-07A0-7F83-45EA-8F35BEAA02DD}"/>
          </ac:spMkLst>
        </pc:spChg>
        <pc:spChg chg="mod ord">
          <ac:chgData name="Francesco Bellotti" userId="f453232b-f87d-4756-9d8b-c09bc835cc42" providerId="ADAL" clId="{C7FEA3FA-4936-41E1-B7FA-CA082069F7F7}" dt="2026-08-21T15:47:33.080" v="5167" actId="20577"/>
          <ac:spMkLst>
            <pc:docMk/>
            <pc:sldMk cId="2676833424" sldId="473"/>
            <ac:spMk id="3" creationId="{35E91759-6941-7E93-BFBF-C2CC96822995}"/>
          </ac:spMkLst>
        </pc:spChg>
        <pc:spChg chg="add mod">
          <ac:chgData name="Francesco Bellotti" userId="f453232b-f87d-4756-9d8b-c09bc835cc42" providerId="ADAL" clId="{C7FEA3FA-4936-41E1-B7FA-CA082069F7F7}" dt="2026-08-21T15:43:47.807" v="4949" actId="14100"/>
          <ac:spMkLst>
            <pc:docMk/>
            <pc:sldMk cId="2676833424" sldId="473"/>
            <ac:spMk id="5" creationId="{C400ECA2-FEBF-06A0-F04C-E708A4CCB9D3}"/>
          </ac:spMkLst>
        </pc:spChg>
        <pc:spChg chg="add mod ord">
          <ac:chgData name="Francesco Bellotti" userId="f453232b-f87d-4756-9d8b-c09bc835cc42" providerId="ADAL" clId="{C7FEA3FA-4936-41E1-B7FA-CA082069F7F7}" dt="2026-08-21T15:44:40.350" v="4971" actId="1076"/>
          <ac:spMkLst>
            <pc:docMk/>
            <pc:sldMk cId="2676833424" sldId="473"/>
            <ac:spMk id="6" creationId="{8CA2C66D-168C-DAB1-1444-8297A313C57F}"/>
          </ac:spMkLst>
        </pc:spChg>
        <pc:spChg chg="add mod">
          <ac:chgData name="Francesco Bellotti" userId="f453232b-f87d-4756-9d8b-c09bc835cc42" providerId="ADAL" clId="{C7FEA3FA-4936-41E1-B7FA-CA082069F7F7}" dt="2026-08-21T15:44:23.182" v="4966" actId="1076"/>
          <ac:spMkLst>
            <pc:docMk/>
            <pc:sldMk cId="2676833424" sldId="473"/>
            <ac:spMk id="8" creationId="{B64607ED-A556-A806-2450-39EF757704E3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0:02:44.356" v="5260" actId="27636"/>
        <pc:sldMkLst>
          <pc:docMk/>
          <pc:sldMk cId="4037213394" sldId="474"/>
        </pc:sldMkLst>
        <pc:spChg chg="mod ord">
          <ac:chgData name="Francesco Bellotti" userId="f453232b-f87d-4756-9d8b-c09bc835cc42" providerId="ADAL" clId="{C7FEA3FA-4936-41E1-B7FA-CA082069F7F7}" dt="2026-08-21T19:30:41.701" v="5250" actId="700"/>
          <ac:spMkLst>
            <pc:docMk/>
            <pc:sldMk cId="4037213394" sldId="474"/>
            <ac:spMk id="2" creationId="{6F39E1A6-CF8E-3157-B832-BFB3CED5A6B6}"/>
          </ac:spMkLst>
        </pc:spChg>
        <pc:spChg chg="mod ord">
          <ac:chgData name="Francesco Bellotti" userId="f453232b-f87d-4756-9d8b-c09bc835cc42" providerId="ADAL" clId="{C7FEA3FA-4936-41E1-B7FA-CA082069F7F7}" dt="2026-08-21T20:02:44.356" v="5259" actId="27636"/>
          <ac:spMkLst>
            <pc:docMk/>
            <pc:sldMk cId="4037213394" sldId="474"/>
            <ac:spMk id="3" creationId="{AE030905-6872-60FB-F682-E02BF80E413B}"/>
          </ac:spMkLst>
        </pc:spChg>
        <pc:spChg chg="add mod ord">
          <ac:chgData name="Francesco Bellotti" userId="f453232b-f87d-4756-9d8b-c09bc835cc42" providerId="ADAL" clId="{C7FEA3FA-4936-41E1-B7FA-CA082069F7F7}" dt="2026-08-21T20:02:44.356" v="5260" actId="27636"/>
          <ac:spMkLst>
            <pc:docMk/>
            <pc:sldMk cId="4037213394" sldId="474"/>
            <ac:spMk id="4" creationId="{43C5A26F-AF40-406C-9BE3-A0FAACE9D506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21T20:12:32.674" v="5293" actId="27636"/>
        <pc:sldMkLst>
          <pc:docMk/>
          <pc:sldMk cId="3644605433" sldId="475"/>
        </pc:sldMkLst>
        <pc:spChg chg="mod ord">
          <ac:chgData name="Francesco Bellotti" userId="f453232b-f87d-4756-9d8b-c09bc835cc42" providerId="ADAL" clId="{C7FEA3FA-4936-41E1-B7FA-CA082069F7F7}" dt="2026-08-21T20:11:30.088" v="5272" actId="700"/>
          <ac:spMkLst>
            <pc:docMk/>
            <pc:sldMk cId="3644605433" sldId="475"/>
            <ac:spMk id="2" creationId="{90FE1E55-1CF1-F8C9-5E5B-13A3C31011F2}"/>
          </ac:spMkLst>
        </pc:spChg>
        <pc:spChg chg="mod ord">
          <ac:chgData name="Francesco Bellotti" userId="f453232b-f87d-4756-9d8b-c09bc835cc42" providerId="ADAL" clId="{C7FEA3FA-4936-41E1-B7FA-CA082069F7F7}" dt="2026-08-21T20:11:48.216" v="5279" actId="14100"/>
          <ac:spMkLst>
            <pc:docMk/>
            <pc:sldMk cId="3644605433" sldId="475"/>
            <ac:spMk id="3" creationId="{16DF7FFB-8BD3-1CA8-9FF8-6F23636F9F74}"/>
          </ac:spMkLst>
        </pc:spChg>
        <pc:spChg chg="add mod ord">
          <ac:chgData name="Francesco Bellotti" userId="f453232b-f87d-4756-9d8b-c09bc835cc42" providerId="ADAL" clId="{C7FEA3FA-4936-41E1-B7FA-CA082069F7F7}" dt="2026-08-21T20:11:54.558" v="5281" actId="1076"/>
          <ac:spMkLst>
            <pc:docMk/>
            <pc:sldMk cId="3644605433" sldId="475"/>
            <ac:spMk id="4" creationId="{1681C1D2-E410-A417-D898-2B2128C654A7}"/>
          </ac:spMkLst>
        </pc:spChg>
        <pc:spChg chg="add mod">
          <ac:chgData name="Francesco Bellotti" userId="f453232b-f87d-4756-9d8b-c09bc835cc42" providerId="ADAL" clId="{C7FEA3FA-4936-41E1-B7FA-CA082069F7F7}" dt="2026-08-21T20:12:32.674" v="5293" actId="27636"/>
          <ac:spMkLst>
            <pc:docMk/>
            <pc:sldMk cId="3644605433" sldId="475"/>
            <ac:spMk id="7" creationId="{29F48CC9-F379-0147-0CB6-4D349A055F1E}"/>
          </ac:spMkLst>
        </pc:spChg>
      </pc:sldChg>
      <pc:sldChg chg="modSp new mod">
        <pc:chgData name="Francesco Bellotti" userId="f453232b-f87d-4756-9d8b-c09bc835cc42" providerId="ADAL" clId="{C7FEA3FA-4936-41E1-B7FA-CA082069F7F7}" dt="2026-08-21T20:03:53.113" v="5267" actId="27636"/>
        <pc:sldMkLst>
          <pc:docMk/>
          <pc:sldMk cId="240193466" sldId="476"/>
        </pc:sldMkLst>
        <pc:spChg chg="mod">
          <ac:chgData name="Francesco Bellotti" userId="f453232b-f87d-4756-9d8b-c09bc835cc42" providerId="ADAL" clId="{C7FEA3FA-4936-41E1-B7FA-CA082069F7F7}" dt="2026-08-21T15:17:54.046" v="4665"/>
          <ac:spMkLst>
            <pc:docMk/>
            <pc:sldMk cId="240193466" sldId="476"/>
            <ac:spMk id="2" creationId="{8782EB19-15FB-1860-8025-AC8F1D682F7B}"/>
          </ac:spMkLst>
        </pc:spChg>
        <pc:spChg chg="mod">
          <ac:chgData name="Francesco Bellotti" userId="f453232b-f87d-4756-9d8b-c09bc835cc42" providerId="ADAL" clId="{C7FEA3FA-4936-41E1-B7FA-CA082069F7F7}" dt="2026-08-21T20:03:53.113" v="5267" actId="27636"/>
          <ac:spMkLst>
            <pc:docMk/>
            <pc:sldMk cId="240193466" sldId="476"/>
            <ac:spMk id="3" creationId="{72D578F6-EDF3-2C9B-FD6A-CE36A28A5532}"/>
          </ac:spMkLst>
        </pc:spChg>
      </pc:sldChg>
      <pc:sldChg chg="modSp new">
        <pc:chgData name="Francesco Bellotti" userId="f453232b-f87d-4756-9d8b-c09bc835cc42" providerId="ADAL" clId="{C7FEA3FA-4936-41E1-B7FA-CA082069F7F7}" dt="2026-08-21T15:18:13.998" v="4669"/>
        <pc:sldMkLst>
          <pc:docMk/>
          <pc:sldMk cId="3767849034" sldId="477"/>
        </pc:sldMkLst>
        <pc:spChg chg="mod">
          <ac:chgData name="Francesco Bellotti" userId="f453232b-f87d-4756-9d8b-c09bc835cc42" providerId="ADAL" clId="{C7FEA3FA-4936-41E1-B7FA-CA082069F7F7}" dt="2026-08-21T15:18:13.998" v="4669"/>
          <ac:spMkLst>
            <pc:docMk/>
            <pc:sldMk cId="3767849034" sldId="477"/>
            <ac:spMk id="2" creationId="{BCB8447C-1D34-8A78-AA2B-A083B16DBF8B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0:56:37.348" v="5465" actId="5793"/>
        <pc:sldMkLst>
          <pc:docMk/>
          <pc:sldMk cId="812302438" sldId="478"/>
        </pc:sldMkLst>
        <pc:spChg chg="mod ord">
          <ac:chgData name="Francesco Bellotti" userId="f453232b-f87d-4756-9d8b-c09bc835cc42" providerId="ADAL" clId="{C7FEA3FA-4936-41E1-B7FA-CA082069F7F7}" dt="2026-08-21T20:55:52.048" v="5439" actId="700"/>
          <ac:spMkLst>
            <pc:docMk/>
            <pc:sldMk cId="812302438" sldId="478"/>
            <ac:spMk id="2" creationId="{76083923-ACFD-BEA2-3950-DF0FD4204E1A}"/>
          </ac:spMkLst>
        </pc:spChg>
        <pc:spChg chg="mod ord">
          <ac:chgData name="Francesco Bellotti" userId="f453232b-f87d-4756-9d8b-c09bc835cc42" providerId="ADAL" clId="{C7FEA3FA-4936-41E1-B7FA-CA082069F7F7}" dt="2026-08-21T20:56:21.940" v="5452" actId="15"/>
          <ac:spMkLst>
            <pc:docMk/>
            <pc:sldMk cId="812302438" sldId="478"/>
            <ac:spMk id="3" creationId="{BC01EA66-72C4-2258-5180-9C1F7E5CE911}"/>
          </ac:spMkLst>
        </pc:spChg>
        <pc:spChg chg="add mod ord">
          <ac:chgData name="Francesco Bellotti" userId="f453232b-f87d-4756-9d8b-c09bc835cc42" providerId="ADAL" clId="{C7FEA3FA-4936-41E1-B7FA-CA082069F7F7}" dt="2026-08-21T20:56:37.348" v="5465" actId="5793"/>
          <ac:spMkLst>
            <pc:docMk/>
            <pc:sldMk cId="812302438" sldId="478"/>
            <ac:spMk id="4" creationId="{EC0461A7-CF8B-DF23-0F29-005AF8D5892C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0:57:47.547" v="5488" actId="15"/>
        <pc:sldMkLst>
          <pc:docMk/>
          <pc:sldMk cId="3960619888" sldId="479"/>
        </pc:sldMkLst>
        <pc:spChg chg="mod ord">
          <ac:chgData name="Francesco Bellotti" userId="f453232b-f87d-4756-9d8b-c09bc835cc42" providerId="ADAL" clId="{C7FEA3FA-4936-41E1-B7FA-CA082069F7F7}" dt="2026-08-21T20:56:57.060" v="5468" actId="700"/>
          <ac:spMkLst>
            <pc:docMk/>
            <pc:sldMk cId="3960619888" sldId="479"/>
            <ac:spMk id="2" creationId="{E817A96A-3768-0DF7-5321-F4163393C0D0}"/>
          </ac:spMkLst>
        </pc:spChg>
        <pc:spChg chg="mod ord">
          <ac:chgData name="Francesco Bellotti" userId="f453232b-f87d-4756-9d8b-c09bc835cc42" providerId="ADAL" clId="{C7FEA3FA-4936-41E1-B7FA-CA082069F7F7}" dt="2026-08-21T20:57:02.534" v="5473" actId="27636"/>
          <ac:spMkLst>
            <pc:docMk/>
            <pc:sldMk cId="3960619888" sldId="479"/>
            <ac:spMk id="3" creationId="{13C414DC-876A-7B60-FAF9-28BCDDC3D8D5}"/>
          </ac:spMkLst>
        </pc:spChg>
        <pc:spChg chg="add mod ord">
          <ac:chgData name="Francesco Bellotti" userId="f453232b-f87d-4756-9d8b-c09bc835cc42" providerId="ADAL" clId="{C7FEA3FA-4936-41E1-B7FA-CA082069F7F7}" dt="2026-08-21T20:57:47.547" v="5488" actId="15"/>
          <ac:spMkLst>
            <pc:docMk/>
            <pc:sldMk cId="3960619888" sldId="479"/>
            <ac:spMk id="4" creationId="{4AE8EC8B-E3B5-F125-860D-32D07D3A3C63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21T21:02:52.976" v="5509" actId="20577"/>
        <pc:sldMkLst>
          <pc:docMk/>
          <pc:sldMk cId="3038822969" sldId="480"/>
        </pc:sldMkLst>
        <pc:spChg chg="add mod ord">
          <ac:chgData name="Francesco Bellotti" userId="f453232b-f87d-4756-9d8b-c09bc835cc42" providerId="ADAL" clId="{C7FEA3FA-4936-41E1-B7FA-CA082069F7F7}" dt="2026-08-21T21:01:36.657" v="5493" actId="700"/>
          <ac:spMkLst>
            <pc:docMk/>
            <pc:sldMk cId="3038822969" sldId="480"/>
            <ac:spMk id="4" creationId="{8FC68AE2-C2A7-5E06-69C1-AAC757C6AE65}"/>
          </ac:spMkLst>
        </pc:spChg>
        <pc:spChg chg="add mod ord">
          <ac:chgData name="Francesco Bellotti" userId="f453232b-f87d-4756-9d8b-c09bc835cc42" providerId="ADAL" clId="{C7FEA3FA-4936-41E1-B7FA-CA082069F7F7}" dt="2026-08-21T21:02:52.976" v="5509" actId="20577"/>
          <ac:spMkLst>
            <pc:docMk/>
            <pc:sldMk cId="3038822969" sldId="480"/>
            <ac:spMk id="5" creationId="{4CC89EA3-936B-2C40-7187-9AC598D6CBDB}"/>
          </ac:spMkLst>
        </pc:spChg>
        <pc:spChg chg="add mod ord">
          <ac:chgData name="Francesco Bellotti" userId="f453232b-f87d-4756-9d8b-c09bc835cc42" providerId="ADAL" clId="{C7FEA3FA-4936-41E1-B7FA-CA082069F7F7}" dt="2026-08-21T21:02:52.544" v="5507" actId="27636"/>
          <ac:spMkLst>
            <pc:docMk/>
            <pc:sldMk cId="3038822969" sldId="480"/>
            <ac:spMk id="6" creationId="{777D792C-F262-7DAB-86BB-4FDACC06B39D}"/>
          </ac:spMkLst>
        </pc:spChg>
      </pc:sldChg>
      <pc:sldChg chg="addSp delSp modSp new mod modClrScheme chgLayout">
        <pc:chgData name="Francesco Bellotti" userId="f453232b-f87d-4756-9d8b-c09bc835cc42" providerId="ADAL" clId="{C7FEA3FA-4936-41E1-B7FA-CA082069F7F7}" dt="2026-08-21T21:10:29.649" v="5553" actId="20577"/>
        <pc:sldMkLst>
          <pc:docMk/>
          <pc:sldMk cId="3493370717" sldId="481"/>
        </pc:sldMkLst>
        <pc:spChg chg="add mod ord">
          <ac:chgData name="Francesco Bellotti" userId="f453232b-f87d-4756-9d8b-c09bc835cc42" providerId="ADAL" clId="{C7FEA3FA-4936-41E1-B7FA-CA082069F7F7}" dt="2026-08-21T21:03:15.059" v="5512" actId="700"/>
          <ac:spMkLst>
            <pc:docMk/>
            <pc:sldMk cId="3493370717" sldId="481"/>
            <ac:spMk id="4" creationId="{13C7482D-B0ED-2575-086A-6238FC58E189}"/>
          </ac:spMkLst>
        </pc:spChg>
        <pc:spChg chg="add mod ord">
          <ac:chgData name="Francesco Bellotti" userId="f453232b-f87d-4756-9d8b-c09bc835cc42" providerId="ADAL" clId="{C7FEA3FA-4936-41E1-B7FA-CA082069F7F7}" dt="2026-08-21T21:03:21.448" v="5517" actId="27636"/>
          <ac:spMkLst>
            <pc:docMk/>
            <pc:sldMk cId="3493370717" sldId="481"/>
            <ac:spMk id="5" creationId="{11B955AD-AD59-97C5-431D-FAA2EA13628D}"/>
          </ac:spMkLst>
        </pc:spChg>
        <pc:spChg chg="add mod ord">
          <ac:chgData name="Francesco Bellotti" userId="f453232b-f87d-4756-9d8b-c09bc835cc42" providerId="ADAL" clId="{C7FEA3FA-4936-41E1-B7FA-CA082069F7F7}" dt="2026-08-21T21:10:29.649" v="5553" actId="20577"/>
          <ac:spMkLst>
            <pc:docMk/>
            <pc:sldMk cId="3493370717" sldId="481"/>
            <ac:spMk id="6" creationId="{21B65AB4-59C5-CDF3-4C09-52DDC2D33ABD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11:05.475" v="5566" actId="15"/>
        <pc:sldMkLst>
          <pc:docMk/>
          <pc:sldMk cId="4225101461" sldId="482"/>
        </pc:sldMkLst>
        <pc:spChg chg="mod ord">
          <ac:chgData name="Francesco Bellotti" userId="f453232b-f87d-4756-9d8b-c09bc835cc42" providerId="ADAL" clId="{C7FEA3FA-4936-41E1-B7FA-CA082069F7F7}" dt="2026-08-21T21:03:35.028" v="5521" actId="700"/>
          <ac:spMkLst>
            <pc:docMk/>
            <pc:sldMk cId="4225101461" sldId="482"/>
            <ac:spMk id="2" creationId="{FE455D15-8CA8-6F0F-D7FE-FE55B92FC42A}"/>
          </ac:spMkLst>
        </pc:spChg>
        <pc:spChg chg="mod ord">
          <ac:chgData name="Francesco Bellotti" userId="f453232b-f87d-4756-9d8b-c09bc835cc42" providerId="ADAL" clId="{C7FEA3FA-4936-41E1-B7FA-CA082069F7F7}" dt="2026-08-21T21:10:47.838" v="5563" actId="20577"/>
          <ac:spMkLst>
            <pc:docMk/>
            <pc:sldMk cId="4225101461" sldId="482"/>
            <ac:spMk id="3" creationId="{494565F2-4C1E-0BA6-A5B3-9B3C247547F6}"/>
          </ac:spMkLst>
        </pc:spChg>
        <pc:spChg chg="add mod ord">
          <ac:chgData name="Francesco Bellotti" userId="f453232b-f87d-4756-9d8b-c09bc835cc42" providerId="ADAL" clId="{C7FEA3FA-4936-41E1-B7FA-CA082069F7F7}" dt="2026-08-21T21:11:05.475" v="5566" actId="15"/>
          <ac:spMkLst>
            <pc:docMk/>
            <pc:sldMk cId="4225101461" sldId="482"/>
            <ac:spMk id="4" creationId="{D8F55F39-33BF-89BE-4B1A-71982D106798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12:12.323" v="5570" actId="20577"/>
        <pc:sldMkLst>
          <pc:docMk/>
          <pc:sldMk cId="1866504401" sldId="483"/>
        </pc:sldMkLst>
        <pc:spChg chg="mod ord">
          <ac:chgData name="Francesco Bellotti" userId="f453232b-f87d-4756-9d8b-c09bc835cc42" providerId="ADAL" clId="{C7FEA3FA-4936-41E1-B7FA-CA082069F7F7}" dt="2026-08-21T21:04:03.544" v="5531" actId="700"/>
          <ac:spMkLst>
            <pc:docMk/>
            <pc:sldMk cId="1866504401" sldId="483"/>
            <ac:spMk id="2" creationId="{205B0B86-1130-6EF8-DD33-DBFCB46FA04F}"/>
          </ac:spMkLst>
        </pc:spChg>
        <pc:spChg chg="mod ord">
          <ac:chgData name="Francesco Bellotti" userId="f453232b-f87d-4756-9d8b-c09bc835cc42" providerId="ADAL" clId="{C7FEA3FA-4936-41E1-B7FA-CA082069F7F7}" dt="2026-08-21T21:11:57.959" v="5569" actId="20577"/>
          <ac:spMkLst>
            <pc:docMk/>
            <pc:sldMk cId="1866504401" sldId="483"/>
            <ac:spMk id="3" creationId="{6117ABAD-AEE6-416A-4F35-95690C471BDD}"/>
          </ac:spMkLst>
        </pc:spChg>
        <pc:spChg chg="add mod ord">
          <ac:chgData name="Francesco Bellotti" userId="f453232b-f87d-4756-9d8b-c09bc835cc42" providerId="ADAL" clId="{C7FEA3FA-4936-41E1-B7FA-CA082069F7F7}" dt="2026-08-21T21:12:12.323" v="5570" actId="20577"/>
          <ac:spMkLst>
            <pc:docMk/>
            <pc:sldMk cId="1866504401" sldId="483"/>
            <ac:spMk id="4" creationId="{DB6A4C4E-E293-BE04-63D8-D3A7E2D53E91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13:47.706" v="5601" actId="20577"/>
        <pc:sldMkLst>
          <pc:docMk/>
          <pc:sldMk cId="1287656630" sldId="484"/>
        </pc:sldMkLst>
        <pc:spChg chg="mod ord">
          <ac:chgData name="Francesco Bellotti" userId="f453232b-f87d-4756-9d8b-c09bc835cc42" providerId="ADAL" clId="{C7FEA3FA-4936-41E1-B7FA-CA082069F7F7}" dt="2026-08-21T21:12:31.746" v="5573" actId="700"/>
          <ac:spMkLst>
            <pc:docMk/>
            <pc:sldMk cId="1287656630" sldId="484"/>
            <ac:spMk id="2" creationId="{C41EB373-180F-048A-4DC0-9D29AD3A7512}"/>
          </ac:spMkLst>
        </pc:spChg>
        <pc:spChg chg="mod ord">
          <ac:chgData name="Francesco Bellotti" userId="f453232b-f87d-4756-9d8b-c09bc835cc42" providerId="ADAL" clId="{C7FEA3FA-4936-41E1-B7FA-CA082069F7F7}" dt="2026-08-21T21:13:30.361" v="5600" actId="20577"/>
          <ac:spMkLst>
            <pc:docMk/>
            <pc:sldMk cId="1287656630" sldId="484"/>
            <ac:spMk id="3" creationId="{7BCDABC0-39F3-165C-223D-0AE8336B9F1F}"/>
          </ac:spMkLst>
        </pc:spChg>
        <pc:spChg chg="add mod ord">
          <ac:chgData name="Francesco Bellotti" userId="f453232b-f87d-4756-9d8b-c09bc835cc42" providerId="ADAL" clId="{C7FEA3FA-4936-41E1-B7FA-CA082069F7F7}" dt="2026-08-21T21:13:47.706" v="5601" actId="20577"/>
          <ac:spMkLst>
            <pc:docMk/>
            <pc:sldMk cId="1287656630" sldId="484"/>
            <ac:spMk id="4" creationId="{4A23BA87-F261-C522-1931-22A173594174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1T21:14:19.176" v="5612" actId="20577"/>
        <pc:sldMkLst>
          <pc:docMk/>
          <pc:sldMk cId="3203166196" sldId="485"/>
        </pc:sldMkLst>
        <pc:spChg chg="mod ord">
          <ac:chgData name="Francesco Bellotti" userId="f453232b-f87d-4756-9d8b-c09bc835cc42" providerId="ADAL" clId="{C7FEA3FA-4936-41E1-B7FA-CA082069F7F7}" dt="2026-08-21T21:12:53.964" v="5583" actId="700"/>
          <ac:spMkLst>
            <pc:docMk/>
            <pc:sldMk cId="3203166196" sldId="485"/>
            <ac:spMk id="2" creationId="{5886D3D6-FB31-E18C-6C64-4234380DC9F9}"/>
          </ac:spMkLst>
        </pc:spChg>
        <pc:spChg chg="mod ord">
          <ac:chgData name="Francesco Bellotti" userId="f453232b-f87d-4756-9d8b-c09bc835cc42" providerId="ADAL" clId="{C7FEA3FA-4936-41E1-B7FA-CA082069F7F7}" dt="2026-08-21T21:14:04.304" v="5611" actId="20577"/>
          <ac:spMkLst>
            <pc:docMk/>
            <pc:sldMk cId="3203166196" sldId="485"/>
            <ac:spMk id="3" creationId="{A5D728EC-55F7-6E3F-C1D4-F672332C2D0D}"/>
          </ac:spMkLst>
        </pc:spChg>
        <pc:spChg chg="add mod ord">
          <ac:chgData name="Francesco Bellotti" userId="f453232b-f87d-4756-9d8b-c09bc835cc42" providerId="ADAL" clId="{C7FEA3FA-4936-41E1-B7FA-CA082069F7F7}" dt="2026-08-21T21:14:19.176" v="5612" actId="20577"/>
          <ac:spMkLst>
            <pc:docMk/>
            <pc:sldMk cId="3203166196" sldId="485"/>
            <ac:spMk id="4" creationId="{8B438C0D-8B9D-6D9F-BD8A-4D1262D2AA1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16:36.854" v="5647" actId="113"/>
        <pc:sldMkLst>
          <pc:docMk/>
          <pc:sldMk cId="2721696616" sldId="486"/>
        </pc:sldMkLst>
        <pc:spChg chg="mod ord">
          <ac:chgData name="Francesco Bellotti" userId="f453232b-f87d-4756-9d8b-c09bc835cc42" providerId="ADAL" clId="{C7FEA3FA-4936-41E1-B7FA-CA082069F7F7}" dt="2026-08-21T21:15:17.222" v="5615" actId="700"/>
          <ac:spMkLst>
            <pc:docMk/>
            <pc:sldMk cId="2721696616" sldId="486"/>
            <ac:spMk id="2" creationId="{795CAFF4-9165-6A81-6171-7C5201B27B23}"/>
          </ac:spMkLst>
        </pc:spChg>
        <pc:spChg chg="mod ord">
          <ac:chgData name="Francesco Bellotti" userId="f453232b-f87d-4756-9d8b-c09bc835cc42" providerId="ADAL" clId="{C7FEA3FA-4936-41E1-B7FA-CA082069F7F7}" dt="2026-08-21T21:16:13.364" v="5627" actId="15"/>
          <ac:spMkLst>
            <pc:docMk/>
            <pc:sldMk cId="2721696616" sldId="486"/>
            <ac:spMk id="3" creationId="{C9BD7439-04C1-644C-9A4F-A8E2CE14DDBE}"/>
          </ac:spMkLst>
        </pc:spChg>
        <pc:spChg chg="add mod ord">
          <ac:chgData name="Francesco Bellotti" userId="f453232b-f87d-4756-9d8b-c09bc835cc42" providerId="ADAL" clId="{C7FEA3FA-4936-41E1-B7FA-CA082069F7F7}" dt="2026-08-21T21:16:36.854" v="5647" actId="113"/>
          <ac:spMkLst>
            <pc:docMk/>
            <pc:sldMk cId="2721696616" sldId="486"/>
            <ac:spMk id="4" creationId="{7336C995-770F-CC43-1019-A719CC730DA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18:04.356" v="5680" actId="5793"/>
        <pc:sldMkLst>
          <pc:docMk/>
          <pc:sldMk cId="1644574023" sldId="487"/>
        </pc:sldMkLst>
        <pc:spChg chg="mod ord">
          <ac:chgData name="Francesco Bellotti" userId="f453232b-f87d-4756-9d8b-c09bc835cc42" providerId="ADAL" clId="{C7FEA3FA-4936-41E1-B7FA-CA082069F7F7}" dt="2026-08-21T21:16:48.050" v="5650" actId="700"/>
          <ac:spMkLst>
            <pc:docMk/>
            <pc:sldMk cId="1644574023" sldId="487"/>
            <ac:spMk id="2" creationId="{8EC7F93B-C763-EAA6-9815-41D8BD01F5C2}"/>
          </ac:spMkLst>
        </pc:spChg>
        <pc:spChg chg="mod ord">
          <ac:chgData name="Francesco Bellotti" userId="f453232b-f87d-4756-9d8b-c09bc835cc42" providerId="ADAL" clId="{C7FEA3FA-4936-41E1-B7FA-CA082069F7F7}" dt="2026-08-21T21:17:47.258" v="5664" actId="15"/>
          <ac:spMkLst>
            <pc:docMk/>
            <pc:sldMk cId="1644574023" sldId="487"/>
            <ac:spMk id="3" creationId="{A2529435-F452-4B35-27F3-B42DACF9E24A}"/>
          </ac:spMkLst>
        </pc:spChg>
        <pc:spChg chg="add mod ord">
          <ac:chgData name="Francesco Bellotti" userId="f453232b-f87d-4756-9d8b-c09bc835cc42" providerId="ADAL" clId="{C7FEA3FA-4936-41E1-B7FA-CA082069F7F7}" dt="2026-08-21T21:18:04.356" v="5680" actId="5793"/>
          <ac:spMkLst>
            <pc:docMk/>
            <pc:sldMk cId="1644574023" sldId="487"/>
            <ac:spMk id="4" creationId="{DFA6BE33-81D6-7192-EC7F-DB52D9142F3C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21T21:17:14.590" v="5662" actId="1076"/>
        <pc:sldMkLst>
          <pc:docMk/>
          <pc:sldMk cId="2364954952" sldId="488"/>
        </pc:sldMkLst>
        <pc:spChg chg="mod">
          <ac:chgData name="Francesco Bellotti" userId="f453232b-f87d-4756-9d8b-c09bc835cc42" providerId="ADAL" clId="{C7FEA3FA-4936-41E1-B7FA-CA082069F7F7}" dt="2026-08-21T15:22:38.398" v="4723"/>
          <ac:spMkLst>
            <pc:docMk/>
            <pc:sldMk cId="2364954952" sldId="488"/>
            <ac:spMk id="2" creationId="{8BF3D24E-E61E-FD66-8C67-3460E901A800}"/>
          </ac:spMkLst>
        </pc:spChg>
        <pc:spChg chg="add mod">
          <ac:chgData name="Francesco Bellotti" userId="f453232b-f87d-4756-9d8b-c09bc835cc42" providerId="ADAL" clId="{C7FEA3FA-4936-41E1-B7FA-CA082069F7F7}" dt="2026-08-21T15:23:05.742" v="4727" actId="1076"/>
          <ac:spMkLst>
            <pc:docMk/>
            <pc:sldMk cId="2364954952" sldId="488"/>
            <ac:spMk id="7" creationId="{B0F1BFBA-14BC-B088-EB4A-F22CF463D891}"/>
          </ac:spMkLst>
        </pc:spChg>
        <pc:picChg chg="add mod ord">
          <ac:chgData name="Francesco Bellotti" userId="f453232b-f87d-4756-9d8b-c09bc835cc42" providerId="ADAL" clId="{C7FEA3FA-4936-41E1-B7FA-CA082069F7F7}" dt="2026-08-21T21:17:14.590" v="5662" actId="1076"/>
          <ac:picMkLst>
            <pc:docMk/>
            <pc:sldMk cId="2364954952" sldId="488"/>
            <ac:picMk id="5" creationId="{B21E8DFF-6D70-CB45-357D-93418B0466D9}"/>
          </ac:picMkLst>
        </pc:picChg>
      </pc:sldChg>
      <pc:sldChg chg="modSp new">
        <pc:chgData name="Francesco Bellotti" userId="f453232b-f87d-4756-9d8b-c09bc835cc42" providerId="ADAL" clId="{C7FEA3FA-4936-41E1-B7FA-CA082069F7F7}" dt="2026-08-21T15:23:13.673" v="4729"/>
        <pc:sldMkLst>
          <pc:docMk/>
          <pc:sldMk cId="2156691825" sldId="489"/>
        </pc:sldMkLst>
        <pc:spChg chg="mod">
          <ac:chgData name="Francesco Bellotti" userId="f453232b-f87d-4756-9d8b-c09bc835cc42" providerId="ADAL" clId="{C7FEA3FA-4936-41E1-B7FA-CA082069F7F7}" dt="2026-08-21T15:23:13.673" v="4729"/>
          <ac:spMkLst>
            <pc:docMk/>
            <pc:sldMk cId="2156691825" sldId="489"/>
            <ac:spMk id="2" creationId="{857778EE-5901-031A-7F8A-E1E0D2AE9447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1T21:22:43.870" v="5756" actId="113"/>
        <pc:sldMkLst>
          <pc:docMk/>
          <pc:sldMk cId="3977574308" sldId="490"/>
        </pc:sldMkLst>
        <pc:spChg chg="mod ord">
          <ac:chgData name="Francesco Bellotti" userId="f453232b-f87d-4756-9d8b-c09bc835cc42" providerId="ADAL" clId="{C7FEA3FA-4936-41E1-B7FA-CA082069F7F7}" dt="2026-08-21T21:19:03.680" v="5683" actId="700"/>
          <ac:spMkLst>
            <pc:docMk/>
            <pc:sldMk cId="3977574308" sldId="490"/>
            <ac:spMk id="2" creationId="{2F290077-8737-DC6C-798D-E93C222C1854}"/>
          </ac:spMkLst>
        </pc:spChg>
        <pc:spChg chg="mod ord">
          <ac:chgData name="Francesco Bellotti" userId="f453232b-f87d-4756-9d8b-c09bc835cc42" providerId="ADAL" clId="{C7FEA3FA-4936-41E1-B7FA-CA082069F7F7}" dt="2026-08-21T21:22:25.536" v="5746" actId="27636"/>
          <ac:spMkLst>
            <pc:docMk/>
            <pc:sldMk cId="3977574308" sldId="490"/>
            <ac:spMk id="3" creationId="{39122542-D421-E4BA-5313-913EF5A1FCE7}"/>
          </ac:spMkLst>
        </pc:spChg>
        <pc:spChg chg="add mod ord">
          <ac:chgData name="Francesco Bellotti" userId="f453232b-f87d-4756-9d8b-c09bc835cc42" providerId="ADAL" clId="{C7FEA3FA-4936-41E1-B7FA-CA082069F7F7}" dt="2026-08-21T21:22:43.870" v="5756" actId="113"/>
          <ac:spMkLst>
            <pc:docMk/>
            <pc:sldMk cId="3977574308" sldId="490"/>
            <ac:spMk id="4" creationId="{1CEDD2A7-E7BF-79F8-C061-CC501D30B0F2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26:20.378" v="5771" actId="13926"/>
        <pc:sldMkLst>
          <pc:docMk/>
          <pc:sldMk cId="3220761257" sldId="491"/>
        </pc:sldMkLst>
        <pc:spChg chg="mod ord">
          <ac:chgData name="Francesco Bellotti" userId="f453232b-f87d-4756-9d8b-c09bc835cc42" providerId="ADAL" clId="{C7FEA3FA-4936-41E1-B7FA-CA082069F7F7}" dt="2026-08-21T21:26:20.378" v="5771" actId="13926"/>
          <ac:spMkLst>
            <pc:docMk/>
            <pc:sldMk cId="3220761257" sldId="491"/>
            <ac:spMk id="2" creationId="{A2CFF58C-C988-68A2-478A-74B1AA07BA2F}"/>
          </ac:spMkLst>
        </pc:spChg>
        <pc:spChg chg="mod ord">
          <ac:chgData name="Francesco Bellotti" userId="f453232b-f87d-4756-9d8b-c09bc835cc42" providerId="ADAL" clId="{C7FEA3FA-4936-41E1-B7FA-CA082069F7F7}" dt="2026-08-21T21:25:09.166" v="5767" actId="15"/>
          <ac:spMkLst>
            <pc:docMk/>
            <pc:sldMk cId="3220761257" sldId="491"/>
            <ac:spMk id="3" creationId="{6F63EE50-48F5-B6C8-E5E0-CC325FC9D274}"/>
          </ac:spMkLst>
        </pc:spChg>
        <pc:spChg chg="add mod ord">
          <ac:chgData name="Francesco Bellotti" userId="f453232b-f87d-4756-9d8b-c09bc835cc42" providerId="ADAL" clId="{C7FEA3FA-4936-41E1-B7FA-CA082069F7F7}" dt="2026-08-21T21:25:23.838" v="5769" actId="20577"/>
          <ac:spMkLst>
            <pc:docMk/>
            <pc:sldMk cId="3220761257" sldId="491"/>
            <ac:spMk id="4" creationId="{61A52CD2-D3D9-7DEC-269A-D8707E158B04}"/>
          </ac:spMkLst>
        </pc:spChg>
      </pc:sldChg>
      <pc:sldChg chg="addSp modSp new mod ord modClrScheme chgLayout">
        <pc:chgData name="Francesco Bellotti" userId="f453232b-f87d-4756-9d8b-c09bc835cc42" providerId="ADAL" clId="{C7FEA3FA-4936-41E1-B7FA-CA082069F7F7}" dt="2026-08-21T21:36:41.991" v="5790" actId="113"/>
        <pc:sldMkLst>
          <pc:docMk/>
          <pc:sldMk cId="3939160686" sldId="492"/>
        </pc:sldMkLst>
        <pc:spChg chg="mod ord">
          <ac:chgData name="Francesco Bellotti" userId="f453232b-f87d-4756-9d8b-c09bc835cc42" providerId="ADAL" clId="{C7FEA3FA-4936-41E1-B7FA-CA082069F7F7}" dt="2026-08-21T21:20:07.012" v="5708" actId="700"/>
          <ac:spMkLst>
            <pc:docMk/>
            <pc:sldMk cId="3939160686" sldId="492"/>
            <ac:spMk id="2" creationId="{3DDDB6C1-496E-BD19-E8DF-B93DE9F7FA57}"/>
          </ac:spMkLst>
        </pc:spChg>
        <pc:spChg chg="mod ord">
          <ac:chgData name="Francesco Bellotti" userId="f453232b-f87d-4756-9d8b-c09bc835cc42" providerId="ADAL" clId="{C7FEA3FA-4936-41E1-B7FA-CA082069F7F7}" dt="2026-08-21T21:27:12.520" v="5776" actId="15"/>
          <ac:spMkLst>
            <pc:docMk/>
            <pc:sldMk cId="3939160686" sldId="492"/>
            <ac:spMk id="3" creationId="{F365CFE3-824C-E7BE-1D65-C3F917C142EC}"/>
          </ac:spMkLst>
        </pc:spChg>
        <pc:spChg chg="add mod ord">
          <ac:chgData name="Francesco Bellotti" userId="f453232b-f87d-4756-9d8b-c09bc835cc42" providerId="ADAL" clId="{C7FEA3FA-4936-41E1-B7FA-CA082069F7F7}" dt="2026-08-21T21:36:41.991" v="5790" actId="113"/>
          <ac:spMkLst>
            <pc:docMk/>
            <pc:sldMk cId="3939160686" sldId="492"/>
            <ac:spMk id="4" creationId="{3343B72D-D304-A08B-AC6A-B8B535E5E3BA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38:53.935" v="5810" actId="15"/>
        <pc:sldMkLst>
          <pc:docMk/>
          <pc:sldMk cId="1013271233" sldId="493"/>
        </pc:sldMkLst>
        <pc:spChg chg="mod ord">
          <ac:chgData name="Francesco Bellotti" userId="f453232b-f87d-4756-9d8b-c09bc835cc42" providerId="ADAL" clId="{C7FEA3FA-4936-41E1-B7FA-CA082069F7F7}" dt="2026-08-21T21:20:41.541" v="5722" actId="700"/>
          <ac:spMkLst>
            <pc:docMk/>
            <pc:sldMk cId="1013271233" sldId="493"/>
            <ac:spMk id="2" creationId="{A6F03E2B-808B-8CB5-1C06-D7243BF4E939}"/>
          </ac:spMkLst>
        </pc:spChg>
        <pc:spChg chg="mod ord">
          <ac:chgData name="Francesco Bellotti" userId="f453232b-f87d-4756-9d8b-c09bc835cc42" providerId="ADAL" clId="{C7FEA3FA-4936-41E1-B7FA-CA082069F7F7}" dt="2026-08-21T21:38:38.199" v="5803" actId="27636"/>
          <ac:spMkLst>
            <pc:docMk/>
            <pc:sldMk cId="1013271233" sldId="493"/>
            <ac:spMk id="3" creationId="{CBB5C851-834B-A744-8402-EC5B0967AA6E}"/>
          </ac:spMkLst>
        </pc:spChg>
        <pc:spChg chg="add mod ord">
          <ac:chgData name="Francesco Bellotti" userId="f453232b-f87d-4756-9d8b-c09bc835cc42" providerId="ADAL" clId="{C7FEA3FA-4936-41E1-B7FA-CA082069F7F7}" dt="2026-08-21T21:38:53.935" v="5810" actId="15"/>
          <ac:spMkLst>
            <pc:docMk/>
            <pc:sldMk cId="1013271233" sldId="493"/>
            <ac:spMk id="4" creationId="{3A92D5BC-C372-3018-6AD0-E601F85C5111}"/>
          </ac:spMkLst>
        </pc:spChg>
      </pc:sldChg>
      <pc:sldChg chg="modSp new mod">
        <pc:chgData name="Francesco Bellotti" userId="f453232b-f87d-4756-9d8b-c09bc835cc42" providerId="ADAL" clId="{C7FEA3FA-4936-41E1-B7FA-CA082069F7F7}" dt="2026-08-21T21:39:27.480" v="5811" actId="15"/>
        <pc:sldMkLst>
          <pc:docMk/>
          <pc:sldMk cId="141386819" sldId="494"/>
        </pc:sldMkLst>
        <pc:spChg chg="mod">
          <ac:chgData name="Francesco Bellotti" userId="f453232b-f87d-4756-9d8b-c09bc835cc42" providerId="ADAL" clId="{C7FEA3FA-4936-41E1-B7FA-CA082069F7F7}" dt="2026-08-21T15:25:28.684" v="4756"/>
          <ac:spMkLst>
            <pc:docMk/>
            <pc:sldMk cId="141386819" sldId="494"/>
            <ac:spMk id="2" creationId="{FF3CC61D-1F67-D459-2272-96A6C3B39DD9}"/>
          </ac:spMkLst>
        </pc:spChg>
        <pc:spChg chg="mod">
          <ac:chgData name="Francesco Bellotti" userId="f453232b-f87d-4756-9d8b-c09bc835cc42" providerId="ADAL" clId="{C7FEA3FA-4936-41E1-B7FA-CA082069F7F7}" dt="2026-08-21T21:39:27.480" v="5811" actId="15"/>
          <ac:spMkLst>
            <pc:docMk/>
            <pc:sldMk cId="141386819" sldId="494"/>
            <ac:spMk id="3" creationId="{EE6BD6DB-536A-BE1E-C3A1-5C1C3DD5392F}"/>
          </ac:spMkLst>
        </pc:spChg>
      </pc:sldChg>
      <pc:sldChg chg="modSp new mod">
        <pc:chgData name="Francesco Bellotti" userId="f453232b-f87d-4756-9d8b-c09bc835cc42" providerId="ADAL" clId="{C7FEA3FA-4936-41E1-B7FA-CA082069F7F7}" dt="2026-08-21T21:42:00.961" v="5818" actId="113"/>
        <pc:sldMkLst>
          <pc:docMk/>
          <pc:sldMk cId="2180139813" sldId="495"/>
        </pc:sldMkLst>
        <pc:spChg chg="mod">
          <ac:chgData name="Francesco Bellotti" userId="f453232b-f87d-4756-9d8b-c09bc835cc42" providerId="ADAL" clId="{C7FEA3FA-4936-41E1-B7FA-CA082069F7F7}" dt="2026-08-21T15:25:51.082" v="4760"/>
          <ac:spMkLst>
            <pc:docMk/>
            <pc:sldMk cId="2180139813" sldId="495"/>
            <ac:spMk id="2" creationId="{35E35639-031C-CB1F-E887-9F1B296C47F7}"/>
          </ac:spMkLst>
        </pc:spChg>
        <pc:spChg chg="mod">
          <ac:chgData name="Francesco Bellotti" userId="f453232b-f87d-4756-9d8b-c09bc835cc42" providerId="ADAL" clId="{C7FEA3FA-4936-41E1-B7FA-CA082069F7F7}" dt="2026-08-21T21:42:00.961" v="5818" actId="113"/>
          <ac:spMkLst>
            <pc:docMk/>
            <pc:sldMk cId="2180139813" sldId="495"/>
            <ac:spMk id="3" creationId="{D8A31AD5-70A4-B6E5-94AF-5E0292300616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48:27.951" v="5952" actId="13926"/>
        <pc:sldMkLst>
          <pc:docMk/>
          <pc:sldMk cId="2174971331" sldId="496"/>
        </pc:sldMkLst>
        <pc:spChg chg="mod ord">
          <ac:chgData name="Francesco Bellotti" userId="f453232b-f87d-4756-9d8b-c09bc835cc42" providerId="ADAL" clId="{C7FEA3FA-4936-41E1-B7FA-CA082069F7F7}" dt="2026-08-21T21:48:27.951" v="5952" actId="13926"/>
          <ac:spMkLst>
            <pc:docMk/>
            <pc:sldMk cId="2174971331" sldId="496"/>
            <ac:spMk id="2" creationId="{0E75A99E-C10A-4A94-4B80-9CCF00FF3159}"/>
          </ac:spMkLst>
        </pc:spChg>
        <pc:spChg chg="mod ord">
          <ac:chgData name="Francesco Bellotti" userId="f453232b-f87d-4756-9d8b-c09bc835cc42" providerId="ADAL" clId="{C7FEA3FA-4936-41E1-B7FA-CA082069F7F7}" dt="2026-08-21T21:48:11.823" v="5937" actId="15"/>
          <ac:spMkLst>
            <pc:docMk/>
            <pc:sldMk cId="2174971331" sldId="496"/>
            <ac:spMk id="3" creationId="{24E2E8F6-ABDF-19E8-C6F6-F533BCA75CD0}"/>
          </ac:spMkLst>
        </pc:spChg>
        <pc:spChg chg="add mod ord">
          <ac:chgData name="Francesco Bellotti" userId="f453232b-f87d-4756-9d8b-c09bc835cc42" providerId="ADAL" clId="{C7FEA3FA-4936-41E1-B7FA-CA082069F7F7}" dt="2026-08-21T21:48:21.903" v="5951" actId="13926"/>
          <ac:spMkLst>
            <pc:docMk/>
            <pc:sldMk cId="2174971331" sldId="496"/>
            <ac:spMk id="4" creationId="{3D8DAA93-216E-DABB-7527-6F0193FC360C}"/>
          </ac:spMkLst>
        </pc:spChg>
      </pc:sldChg>
      <pc:sldChg chg="modSp new mod">
        <pc:chgData name="Francesco Bellotti" userId="f453232b-f87d-4756-9d8b-c09bc835cc42" providerId="ADAL" clId="{C7FEA3FA-4936-41E1-B7FA-CA082069F7F7}" dt="2026-08-21T21:48:57.138" v="5956" actId="27636"/>
        <pc:sldMkLst>
          <pc:docMk/>
          <pc:sldMk cId="3210242575" sldId="497"/>
        </pc:sldMkLst>
        <pc:spChg chg="mod">
          <ac:chgData name="Francesco Bellotti" userId="f453232b-f87d-4756-9d8b-c09bc835cc42" providerId="ADAL" clId="{C7FEA3FA-4936-41E1-B7FA-CA082069F7F7}" dt="2026-08-21T15:26:35.052" v="4768"/>
          <ac:spMkLst>
            <pc:docMk/>
            <pc:sldMk cId="3210242575" sldId="497"/>
            <ac:spMk id="2" creationId="{9C171DC7-D139-8332-1673-35CD6A314BE3}"/>
          </ac:spMkLst>
        </pc:spChg>
        <pc:spChg chg="mod">
          <ac:chgData name="Francesco Bellotti" userId="f453232b-f87d-4756-9d8b-c09bc835cc42" providerId="ADAL" clId="{C7FEA3FA-4936-41E1-B7FA-CA082069F7F7}" dt="2026-08-21T21:48:57.138" v="5956" actId="27636"/>
          <ac:spMkLst>
            <pc:docMk/>
            <pc:sldMk cId="3210242575" sldId="497"/>
            <ac:spMk id="3" creationId="{B540595C-D055-B4BD-D8CB-1D6309458807}"/>
          </ac:spMkLst>
        </pc:spChg>
      </pc:sldChg>
      <pc:sldChg chg="modSp new mod">
        <pc:chgData name="Francesco Bellotti" userId="f453232b-f87d-4756-9d8b-c09bc835cc42" providerId="ADAL" clId="{C7FEA3FA-4936-41E1-B7FA-CA082069F7F7}" dt="2026-08-21T21:49:58.113" v="5987" actId="27636"/>
        <pc:sldMkLst>
          <pc:docMk/>
          <pc:sldMk cId="2685610392" sldId="498"/>
        </pc:sldMkLst>
        <pc:spChg chg="mod">
          <ac:chgData name="Francesco Bellotti" userId="f453232b-f87d-4756-9d8b-c09bc835cc42" providerId="ADAL" clId="{C7FEA3FA-4936-41E1-B7FA-CA082069F7F7}" dt="2026-08-21T15:26:49.872" v="4772"/>
          <ac:spMkLst>
            <pc:docMk/>
            <pc:sldMk cId="2685610392" sldId="498"/>
            <ac:spMk id="2" creationId="{12CAAE89-678F-04C9-434B-13E703732CCF}"/>
          </ac:spMkLst>
        </pc:spChg>
        <pc:spChg chg="mod">
          <ac:chgData name="Francesco Bellotti" userId="f453232b-f87d-4756-9d8b-c09bc835cc42" providerId="ADAL" clId="{C7FEA3FA-4936-41E1-B7FA-CA082069F7F7}" dt="2026-08-21T21:49:58.113" v="5987" actId="27636"/>
          <ac:spMkLst>
            <pc:docMk/>
            <pc:sldMk cId="2685610392" sldId="498"/>
            <ac:spMk id="3" creationId="{4A510C7E-07D0-1AA6-2761-67BA7F4C5B67}"/>
          </ac:spMkLst>
        </pc:spChg>
      </pc:sldChg>
      <pc:sldChg chg="addSp modSp new mod modClrScheme chgLayout">
        <pc:chgData name="Francesco Bellotti" userId="f453232b-f87d-4756-9d8b-c09bc835cc42" providerId="ADAL" clId="{C7FEA3FA-4936-41E1-B7FA-CA082069F7F7}" dt="2026-08-21T21:24:29.442" v="5765" actId="15"/>
        <pc:sldMkLst>
          <pc:docMk/>
          <pc:sldMk cId="923409667" sldId="499"/>
        </pc:sldMkLst>
        <pc:spChg chg="mod ord">
          <ac:chgData name="Francesco Bellotti" userId="f453232b-f87d-4756-9d8b-c09bc835cc42" providerId="ADAL" clId="{C7FEA3FA-4936-41E1-B7FA-CA082069F7F7}" dt="2026-08-21T21:23:35.885" v="5759" actId="700"/>
          <ac:spMkLst>
            <pc:docMk/>
            <pc:sldMk cId="923409667" sldId="499"/>
            <ac:spMk id="2" creationId="{6FA795F9-2222-667F-2D53-99C59748A714}"/>
          </ac:spMkLst>
        </pc:spChg>
        <pc:spChg chg="mod ord">
          <ac:chgData name="Francesco Bellotti" userId="f453232b-f87d-4756-9d8b-c09bc835cc42" providerId="ADAL" clId="{C7FEA3FA-4936-41E1-B7FA-CA082069F7F7}" dt="2026-08-21T21:23:46.642" v="5764" actId="27636"/>
          <ac:spMkLst>
            <pc:docMk/>
            <pc:sldMk cId="923409667" sldId="499"/>
            <ac:spMk id="3" creationId="{89C9ADC2-F3D4-C97B-A67B-D88D46607E15}"/>
          </ac:spMkLst>
        </pc:spChg>
        <pc:spChg chg="add mod ord">
          <ac:chgData name="Francesco Bellotti" userId="f453232b-f87d-4756-9d8b-c09bc835cc42" providerId="ADAL" clId="{C7FEA3FA-4936-41E1-B7FA-CA082069F7F7}" dt="2026-08-21T21:24:29.442" v="5765" actId="15"/>
          <ac:spMkLst>
            <pc:docMk/>
            <pc:sldMk cId="923409667" sldId="499"/>
            <ac:spMk id="4" creationId="{6658EEFD-4E5A-E359-0AF6-2DA7AE45179D}"/>
          </ac:spMkLst>
        </pc:spChg>
      </pc:sldChg>
      <pc:sldChg chg="modSp new mod">
        <pc:chgData name="Francesco Bellotti" userId="f453232b-f87d-4756-9d8b-c09bc835cc42" providerId="ADAL" clId="{C7FEA3FA-4936-41E1-B7FA-CA082069F7F7}" dt="2026-08-21T15:28:19.597" v="4783" actId="27636"/>
        <pc:sldMkLst>
          <pc:docMk/>
          <pc:sldMk cId="667976896" sldId="500"/>
        </pc:sldMkLst>
        <pc:spChg chg="mod">
          <ac:chgData name="Francesco Bellotti" userId="f453232b-f87d-4756-9d8b-c09bc835cc42" providerId="ADAL" clId="{C7FEA3FA-4936-41E1-B7FA-CA082069F7F7}" dt="2026-08-21T15:28:19.597" v="4783" actId="27636"/>
          <ac:spMkLst>
            <pc:docMk/>
            <pc:sldMk cId="667976896" sldId="500"/>
            <ac:spMk id="2" creationId="{FBA6BF59-44D2-A6AA-C53F-84B60554C90A}"/>
          </ac:spMkLst>
        </pc:spChg>
      </pc:sldChg>
      <pc:sldChg chg="addSp delSp modSp new mod">
        <pc:chgData name="Francesco Bellotti" userId="f453232b-f87d-4756-9d8b-c09bc835cc42" providerId="ADAL" clId="{C7FEA3FA-4936-41E1-B7FA-CA082069F7F7}" dt="2026-08-21T15:52:09.370" v="5174" actId="22"/>
        <pc:sldMkLst>
          <pc:docMk/>
          <pc:sldMk cId="4066008060" sldId="501"/>
        </pc:sldMkLst>
        <pc:picChg chg="add mod">
          <ac:chgData name="Francesco Bellotti" userId="f453232b-f87d-4756-9d8b-c09bc835cc42" providerId="ADAL" clId="{C7FEA3FA-4936-41E1-B7FA-CA082069F7F7}" dt="2026-08-21T15:52:09.370" v="5174" actId="22"/>
          <ac:picMkLst>
            <pc:docMk/>
            <pc:sldMk cId="4066008060" sldId="501"/>
            <ac:picMk id="9" creationId="{D58EC6B1-825E-666E-96C7-85FA8A237F12}"/>
          </ac:picMkLst>
        </pc:picChg>
      </pc:sldChg>
      <pc:sldChg chg="add setBg">
        <pc:chgData name="Francesco Bellotti" userId="f453232b-f87d-4756-9d8b-c09bc835cc42" providerId="ADAL" clId="{C7FEA3FA-4936-41E1-B7FA-CA082069F7F7}" dt="2026-08-21T19:23:21.565" v="5212"/>
        <pc:sldMkLst>
          <pc:docMk/>
          <pc:sldMk cId="0" sldId="503"/>
        </pc:sldMkLst>
      </pc:sldChg>
      <pc:sldChg chg="modSp new mod">
        <pc:chgData name="Francesco Bellotti" userId="f453232b-f87d-4756-9d8b-c09bc835cc42" providerId="ADAL" clId="{C7FEA3FA-4936-41E1-B7FA-CA082069F7F7}" dt="2026-08-21T20:24:44.809" v="5401" actId="20577"/>
        <pc:sldMkLst>
          <pc:docMk/>
          <pc:sldMk cId="12471223" sldId="504"/>
        </pc:sldMkLst>
        <pc:spChg chg="mod">
          <ac:chgData name="Francesco Bellotti" userId="f453232b-f87d-4756-9d8b-c09bc835cc42" providerId="ADAL" clId="{C7FEA3FA-4936-41E1-B7FA-CA082069F7F7}" dt="2026-08-21T20:24:44.809" v="5401" actId="20577"/>
          <ac:spMkLst>
            <pc:docMk/>
            <pc:sldMk cId="12471223" sldId="504"/>
            <ac:spMk id="2" creationId="{423C08E0-2B22-1D4D-905E-EFC879F07852}"/>
          </ac:spMkLst>
        </pc:spChg>
        <pc:spChg chg="mod">
          <ac:chgData name="Francesco Bellotti" userId="f453232b-f87d-4756-9d8b-c09bc835cc42" providerId="ADAL" clId="{C7FEA3FA-4936-41E1-B7FA-CA082069F7F7}" dt="2026-08-21T20:24:25.790" v="5399" actId="20577"/>
          <ac:spMkLst>
            <pc:docMk/>
            <pc:sldMk cId="12471223" sldId="504"/>
            <ac:spMk id="3" creationId="{246099E4-10F2-CF8D-4A26-89D762A43ED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80C684-3966-410E-B1C0-E1474164119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F9CD2F-782C-42AC-B06E-49F8C591122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745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63B75F-EEA0-4EA4-A0F8-948715B492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84F240-EEA7-4584-8253-0C592447F6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ADDCFF-5593-4BFA-9788-560867A811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2E2584-F789-4AEC-8BB6-4D3AC9BAF6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D301BC-63EF-4761-9F14-671BE69792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B0C987-430C-48A8-9025-891CF3B705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448561-6EEC-4E05-8A88-8302FD804F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DDDEEC-92D4-4823-8041-25A1D6C7B1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C03081-972E-4770-B683-AA59441FCE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3B0858-1D02-4B2E-9848-4CB94749DD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77BADA-D93F-46D8-AF33-6DA5DD8E9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40A9A0-E301-478F-9B84-289868005C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562F18-CE66-456D-8B16-CF95B573AD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2E6842-D1FE-42CA-87E0-4A9400B0D1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63A00B-C794-412E-98E9-358A6284E2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2D2AA3-9333-4E79-84C1-B4401A187F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5EAAB5-C41F-442D-9324-7A49F8E202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FA3C86-D727-4424-AE50-880523A98F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DA9820-953F-4681-80D4-E35A501931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490880-7D01-4772-9E6A-C36C7E1EEB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A660A8-BACB-47F0-8C2C-3714BFF05C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C53B9FCC-2B9F-4A8A-A0C9-8A20A3F0873B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608D7C5F-963B-4107-8188-0FB48FD42570}" type="slidenum">
              <a:rPr lang="it-IT" altLang="en-US"/>
              <a:pPr/>
              <a:t>202</a:t>
            </a:fld>
            <a:endParaRPr lang="it-IT" altLang="en-US"/>
          </a:p>
        </p:txBody>
      </p:sp>
      <p:sp>
        <p:nvSpPr>
          <p:cNvPr id="4097" name="Rectangle 1">
            <a:extLst>
              <a:ext uri="{FF2B5EF4-FFF2-40B4-BE49-F238E27FC236}">
                <a16:creationId xmlns:a16="http://schemas.microsoft.com/office/drawing/2014/main" id="{A59CF56E-3B0E-3E1E-2042-6C2C9598C588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8" name="Text Box 2">
            <a:extLst>
              <a:ext uri="{FF2B5EF4-FFF2-40B4-BE49-F238E27FC236}">
                <a16:creationId xmlns:a16="http://schemas.microsoft.com/office/drawing/2014/main" id="{7F884A50-70BC-9CD3-4D30-5DD186DDC8F5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pPr eaLnBrk="1">
              <a:spcBef>
                <a:spcPts val="13"/>
              </a:spcBef>
              <a:spcAft>
                <a:spcPts val="13"/>
              </a:spcAft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</a:tabLst>
            </a:pPr>
            <a:r>
              <a:rPr lang="en-US" altLang="en-US" sz="2000">
                <a:latin typeface="Arial" panose="020B0604020202020204" pitchFamily="34" charset="0"/>
                <a:ea typeface="Microsoft YaHei" panose="020B0503020204020204" pitchFamily="34" charset="-122"/>
              </a:rPr>
              <a:t>All diagrams are original editable PowerPoint shapes.</a:t>
            </a: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D8357F7C-94EB-9AD9-A74D-211E2D7FE8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914400" algn="l"/>
                <a:tab pos="18288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fld id="{A6074EE3-090B-4101-A20C-2DC5F4B9BC7B}" type="slidenum">
              <a:rPr lang="en-US" altLang="en-US" sz="1200">
                <a:latin typeface="+mn-lt" charset="0"/>
                <a:cs typeface="+mn-ea" charset="0"/>
              </a:rPr>
              <a:pPr algn="r" hangingPunct="1">
                <a:lnSpc>
                  <a:spcPct val="100000"/>
                </a:lnSpc>
              </a:pPr>
              <a:t>202</a:t>
            </a:fld>
            <a:endParaRPr lang="en-US" altLang="en-US" sz="1200">
              <a:latin typeface="+mn-lt" charset="0"/>
              <a:cs typeface="+mn-ea" charset="0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9907C1-D017-4A7D-8F91-19195FE0E7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15F17D-45C6-48AB-9800-5EAFFFC643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A2B609-D1DB-49F6-A221-537466EFA5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2D393B-C19A-4A80-B789-BD8698F407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AB9023-5311-4311-999A-CAD1362EAD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136A62-EB98-47D0-B97D-DE9D555DFD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04DE01-4B9E-40AB-A14A-82234DA70B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B4EE75-F905-4EAA-8B3F-5208ABC45A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E856C3-0C44-4191-B08E-F32BCDCECB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93AE85-8867-4A70-B13B-426DDE4106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80BDA8-24A9-46C2-ABD2-4F730B0BFE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85F21B-AF60-4179-A10D-6DD53FB39D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CD652F-A8E3-475F-B331-B7C0146A55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308BAE-3E71-4A02-B4C3-4A34D48A58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84A0AF-E532-4F19-B07B-B453D0C292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124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2680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8316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097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9088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158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579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380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625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5830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19013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09205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7147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8746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7109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6001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872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FIG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11109960" y="0"/>
            <a:ext cx="1078560" cy="6857640"/>
          </a:xfrm>
          <a:prstGeom prst="rect">
            <a:avLst/>
          </a:prstGeom>
          <a:solidFill>
            <a:srgbClr val="8BBF31"/>
          </a:solidFill>
          <a:ln w="12700">
            <a:solidFill>
              <a:srgbClr val="8BBF3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10927080" y="0"/>
            <a:ext cx="640080" cy="6858000"/>
          </a:xfrm>
          <a:prstGeom prst="line">
            <a:avLst/>
          </a:prstGeom>
          <a:ln w="7620">
            <a:solidFill>
              <a:srgbClr val="C8D1D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F3C4E17-B4E1-4640-928D-209246404250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‹N›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it-IT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Fai clic per modificare il formato del testo del titolo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Fai clic per modificare il formato del testo della struttura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Secondo livello struttura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Terzo livello struttura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livello struttura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livello struttura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Sesto livello struttura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it-IT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Settimo livello struttura</a:t>
            </a:r>
          </a:p>
        </p:txBody>
      </p:sp>
    </p:spTree>
    <p:extLst>
      <p:ext uri="{BB962C8B-B14F-4D97-AF65-F5344CB8AC3E}">
        <p14:creationId xmlns:p14="http://schemas.microsoft.com/office/powerpoint/2010/main" val="444694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7DDAC-BC6D-4C79-9097-957B5282C400}" type="datetimeFigureOut">
              <a:rPr lang="en-GB" smtClean="0"/>
              <a:t>17/08/2026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57229C9-AB0F-4527-ABBE-B2E70E6BC4A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74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7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7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7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7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7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7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7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7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7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7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7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7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7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7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8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8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8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8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8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8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8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8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8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8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831838-57B7-AE67-BA9E-3B0B7A9312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30CCA44-2BC9-4454-F8D7-D7FC5338B0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246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F37F91-6C0F-5F8B-4D3E-ABFBA41E3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r>
              <a:rPr lang="it-IT" dirty="0"/>
              <a:t> of the </a:t>
            </a:r>
            <a:r>
              <a:rPr lang="it-IT" dirty="0" err="1"/>
              <a:t>lecture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84D4A5-3E7C-B1F0-7017-26077ABFC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Block 5.A — From Recurrence to Temporal Convolution</a:t>
            </a:r>
          </a:p>
          <a:p>
            <a:r>
              <a:rPr lang="en-GB" dirty="0"/>
              <a:t>Block 5.B — One-Dimensional Temporal Convolution</a:t>
            </a:r>
          </a:p>
          <a:p>
            <a:r>
              <a:rPr lang="en-GB" dirty="0"/>
              <a:t>Block 5.C — Kernel Size, Stride and Padding</a:t>
            </a:r>
          </a:p>
          <a:p>
            <a:r>
              <a:rPr lang="en-GB" dirty="0"/>
              <a:t>Block 5.D — Temporal Pooling and </a:t>
            </a:r>
            <a:r>
              <a:rPr lang="en-GB" dirty="0" err="1"/>
              <a:t>Downsampling</a:t>
            </a:r>
            <a:endParaRPr lang="en-GB" dirty="0"/>
          </a:p>
          <a:p>
            <a:r>
              <a:rPr lang="en-GB" dirty="0"/>
              <a:t>Block 5.E — Receptive Field</a:t>
            </a:r>
          </a:p>
          <a:p>
            <a:r>
              <a:rPr lang="en-GB" dirty="0"/>
              <a:t>Block 5.F — Causal Convolution</a:t>
            </a:r>
          </a:p>
          <a:p>
            <a:r>
              <a:rPr lang="en-GB" b="1" dirty="0"/>
              <a:t>Block 5.G — Dilated Convolution</a:t>
            </a:r>
          </a:p>
          <a:p>
            <a:r>
              <a:rPr lang="en-GB" dirty="0"/>
              <a:t>Block 5.H — Temporal Convolutional Networks</a:t>
            </a:r>
          </a:p>
          <a:p>
            <a:r>
              <a:rPr lang="en-GB" dirty="0"/>
              <a:t>Block 5.I — </a:t>
            </a:r>
            <a:r>
              <a:rPr lang="en-GB" dirty="0" err="1"/>
              <a:t>WaveNet</a:t>
            </a:r>
            <a:r>
              <a:rPr lang="en-GB" dirty="0"/>
              <a:t> as an Influential Temporal Architecture</a:t>
            </a:r>
          </a:p>
          <a:p>
            <a:r>
              <a:rPr lang="en-GB" dirty="0"/>
              <a:t>Block 5.J — Temporal CNNs for Different Prediction Tasks</a:t>
            </a:r>
          </a:p>
          <a:p>
            <a:r>
              <a:rPr lang="en-GB" dirty="0"/>
              <a:t>Block 5.K — Multiscale Temporal Patterns</a:t>
            </a:r>
            <a:endParaRPr lang="en-GB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7814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BA0FD2-A8BC-6F88-5C41-E0053A042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different way to process temporal information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09E53A-0A97-321A-9F04-636041CEF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In Lecture 4, recurrent networks processed a sequence through a state that evolves over time.</a:t>
            </a:r>
          </a:p>
          <a:p>
            <a:r>
              <a:rPr lang="en-GB" dirty="0"/>
              <a:t>At each step: h[t] = f(x[t], h[t−1])</a:t>
            </a:r>
          </a:p>
          <a:p>
            <a:r>
              <a:rPr lang="en-GB" dirty="0"/>
              <a:t>Therefore: h[t] depends on h[t−1]; </a:t>
            </a:r>
          </a:p>
          <a:p>
            <a:pPr lvl="0"/>
            <a:r>
              <a:rPr lang="en-GB" dirty="0"/>
              <a:t>information is propagated sequentially through the hidden state; </a:t>
            </a:r>
          </a:p>
          <a:p>
            <a:pPr lvl="0"/>
            <a:r>
              <a:rPr lang="en-GB" dirty="0"/>
              <a:t>temporal steps cannot be processed completely independently. </a:t>
            </a:r>
          </a:p>
          <a:p>
            <a:r>
              <a:rPr lang="en-GB" b="1" dirty="0"/>
              <a:t>Recurrent view</a:t>
            </a:r>
          </a:p>
          <a:p>
            <a:r>
              <a:rPr lang="en-GB" dirty="0"/>
              <a:t>x[1] → h[1] → h[2] → h[3] → ... → h[T]</a:t>
            </a:r>
          </a:p>
          <a:p>
            <a:r>
              <a:rPr lang="en-GB" dirty="0"/>
              <a:t>          ↑         ↑         ↑</a:t>
            </a:r>
          </a:p>
          <a:p>
            <a:r>
              <a:rPr lang="en-GB" dirty="0"/>
              <a:t>         x[2]     x[3]      x[4]</a:t>
            </a:r>
          </a:p>
          <a:p>
            <a:r>
              <a:rPr lang="en-GB" b="1" dirty="0"/>
              <a:t>New question</a:t>
            </a:r>
          </a:p>
          <a:p>
            <a:r>
              <a:rPr lang="en-GB" dirty="0"/>
              <a:t>Can we learn useful temporal patterns without </a:t>
            </a:r>
            <a:r>
              <a:rPr lang="en-GB" b="1" dirty="0"/>
              <a:t>propagating one hidden state </a:t>
            </a:r>
            <a:r>
              <a:rPr lang="en-GB" dirty="0"/>
              <a:t>through the whole sequence?</a:t>
            </a:r>
          </a:p>
          <a:p>
            <a:r>
              <a:rPr lang="en-GB" b="1" dirty="0"/>
              <a:t>An alternative </a:t>
            </a:r>
            <a:r>
              <a:rPr lang="en-GB" dirty="0"/>
              <a:t>is to learn </a:t>
            </a:r>
            <a:r>
              <a:rPr lang="en-GB" b="1" dirty="0"/>
              <a:t>local pattern detectors</a:t>
            </a:r>
            <a:r>
              <a:rPr lang="en-GB" dirty="0"/>
              <a:t> that scan across time.</a:t>
            </a:r>
          </a:p>
          <a:p>
            <a:r>
              <a:rPr lang="en-GB" dirty="0"/>
              <a:t>This is the basic idea of temporal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951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recurrence to temporal convolution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Two ways to learn representations from sequential data.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Recurrent view: information moves through a 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875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h[1]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966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x[1]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795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288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9019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h[2]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4447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9110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x[2]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939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163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h[3]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3591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254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x[3]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083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576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7307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h[4]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735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7398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x[4]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9227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572000" y="2331720"/>
            <a:ext cx="530352" cy="438912"/>
          </a:xfrm>
          <a:prstGeom prst="roundRect">
            <a:avLst>
              <a:gd name="adj" fmla="val 1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4645152" y="24414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h[5]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87952" y="2551176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54296" y="1901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x[5]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37176" y="2121408"/>
            <a:ext cx="0" cy="210312"/>
          </a:xfrm>
          <a:prstGeom prst="line">
            <a:avLst/>
          </a:prstGeom>
          <a:noFill/>
          <a:ln w="1397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77240" y="36118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Convolutional view: local filters scan temporal regions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4108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50392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x1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248156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234440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x2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632204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618488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x3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2016252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002536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x4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2400300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2386584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x5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2784348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770632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x6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3168396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154680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x7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3552444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538728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x8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3936492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3922776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x9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4320540" y="4539996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4306824" y="4773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475569"/>
                </a:solidFill>
              </a:rPr>
              <a:t>x10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841248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609344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377440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145536" y="4370832"/>
            <a:ext cx="914400" cy="393192"/>
          </a:xfrm>
          <a:prstGeom prst="roundRect">
            <a:avLst>
              <a:gd name="adj" fmla="val 9302"/>
            </a:avLst>
          </a:prstGeom>
          <a:solidFill>
            <a:srgbClr val="EAF6D6">
              <a:alpha val="65000"/>
            </a:srgbClr>
          </a:solidFill>
          <a:ln w="1778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1417320" y="4069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F7F2B"/>
                </a:solidFill>
              </a:rPr>
              <a:t>same learned local detector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Lecture 5 starts from the RNN limitation: </a:t>
            </a:r>
            <a:r>
              <a:rPr lang="en-US" sz="1020" b="1" dirty="0">
                <a:solidFill>
                  <a:srgbClr val="111827"/>
                </a:solidFill>
              </a:rPr>
              <a:t>recurrence is sequential; convolution searches for learned local patterns.</a:t>
            </a:r>
            <a:endParaRPr lang="en-US" sz="102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3213A7-4314-21E3-914E-AB55A111E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patterns often appear locally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F82879-60BE-0C1B-4DB6-91CAECE5D9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Many useful temporal phenomena can be recognized from a limited local interval.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sharp increase followed by decay; </a:t>
            </a:r>
          </a:p>
          <a:p>
            <a:pPr lvl="1"/>
            <a:r>
              <a:rPr lang="en-GB" dirty="0"/>
              <a:t>repeated vibration burst; </a:t>
            </a:r>
          </a:p>
          <a:p>
            <a:pPr lvl="1"/>
            <a:r>
              <a:rPr lang="en-GB" dirty="0"/>
              <a:t>short oscillation; </a:t>
            </a:r>
          </a:p>
          <a:p>
            <a:pPr lvl="1"/>
            <a:r>
              <a:rPr lang="en-GB" dirty="0"/>
              <a:t>sudden pressure drop; </a:t>
            </a:r>
          </a:p>
          <a:p>
            <a:pPr lvl="1"/>
            <a:r>
              <a:rPr lang="en-GB" dirty="0"/>
              <a:t>local change in slope; </a:t>
            </a:r>
          </a:p>
          <a:p>
            <a:pPr lvl="1"/>
            <a:r>
              <a:rPr lang="en-GB" dirty="0"/>
              <a:t>characteristic transition between operating states. </a:t>
            </a:r>
          </a:p>
          <a:p>
            <a:r>
              <a:rPr lang="en-GB" dirty="0"/>
              <a:t>A pattern might look conceptually like:</a:t>
            </a:r>
          </a:p>
          <a:p>
            <a:pPr lvl="1"/>
            <a:r>
              <a:rPr lang="en-GB" dirty="0"/>
              <a:t>small rise → sharp peak → decay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F6F4B99-5CDB-6818-559F-C35CAC56C14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exact time at which the pattern occurs may not matter.</a:t>
            </a:r>
          </a:p>
          <a:p>
            <a:r>
              <a:rPr lang="en-GB" dirty="0"/>
              <a:t>For example, the same fault signature might appear at:</a:t>
            </a:r>
          </a:p>
          <a:p>
            <a:pPr lvl="1"/>
            <a:r>
              <a:rPr lang="en-GB" dirty="0"/>
              <a:t>time step 150; </a:t>
            </a:r>
          </a:p>
          <a:p>
            <a:pPr lvl="1"/>
            <a:r>
              <a:rPr lang="en-GB" dirty="0"/>
              <a:t>time step 630; </a:t>
            </a:r>
          </a:p>
          <a:p>
            <a:pPr lvl="1"/>
            <a:r>
              <a:rPr lang="en-GB" dirty="0"/>
              <a:t>time step 1200. </a:t>
            </a:r>
          </a:p>
          <a:p>
            <a:r>
              <a:rPr lang="en-GB" b="1" dirty="0"/>
              <a:t>Desired property</a:t>
            </a:r>
          </a:p>
          <a:p>
            <a:pPr lvl="1"/>
            <a:r>
              <a:rPr lang="en-GB" dirty="0"/>
              <a:t>We would like to learn one detector and apply it at every temporal position.</a:t>
            </a:r>
          </a:p>
          <a:p>
            <a:pPr lvl="1"/>
            <a:r>
              <a:rPr lang="en-GB" dirty="0"/>
              <a:t>This is achieved by a </a:t>
            </a:r>
            <a:r>
              <a:rPr lang="en-GB" b="1" dirty="0"/>
              <a:t>convolutional filter</a:t>
            </a:r>
            <a:r>
              <a:rPr lang="en-GB" dirty="0"/>
              <a:t>.</a:t>
            </a:r>
          </a:p>
          <a:p>
            <a:r>
              <a:rPr lang="en-GB" b="1" dirty="0"/>
              <a:t>Temporal convolution searches for the same learned local pattern at many positions in a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1767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patterns often appear locally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The same local motif may occur at many/different positions in a long sequence.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731520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22960" y="3337560"/>
            <a:ext cx="49095" cy="2686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72055" y="3364424"/>
            <a:ext cx="49095" cy="261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21151" y="3390525"/>
            <a:ext cx="49095" cy="2459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70246" y="3415123"/>
            <a:ext cx="49095" cy="2239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19341" y="3437519"/>
            <a:ext cx="49095" cy="1955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68437" y="3457078"/>
            <a:ext cx="49095" cy="161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117532" y="3473245"/>
            <a:ext cx="49095" cy="1231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166627" y="3485560"/>
            <a:ext cx="49095" cy="811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215722" y="3493675"/>
            <a:ext cx="49095" cy="36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264818" y="349735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313913" y="349650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63008" y="349114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12104" y="34814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461199" y="346761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10294" y="345011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559390" y="342942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608485" y="340612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657580" y="338087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06675" y="335439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755771" y="332744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804866" y="330077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853961" y="327515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903057" y="325130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952152" y="322990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001247" y="321155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050343" y="319678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099438" y="318601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148533" y="317953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197628" y="3177549"/>
            <a:ext cx="49095" cy="25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246724" y="3180102"/>
            <a:ext cx="49095" cy="70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295819" y="3187125"/>
            <a:ext cx="49095" cy="1129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344914" y="3198418"/>
            <a:ext cx="49095" cy="1524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2394010" y="3213659"/>
            <a:ext cx="49095" cy="1875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443105" y="3232417"/>
            <a:ext cx="49095" cy="2174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492200" y="3254157"/>
            <a:ext cx="49095" cy="2410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541296" y="3278261"/>
            <a:ext cx="49095" cy="257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590391" y="3304045"/>
            <a:ext cx="49095" cy="2672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639486" y="3330772"/>
            <a:ext cx="49095" cy="2691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688581" y="3357682"/>
            <a:ext cx="49095" cy="263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737677" y="3384005"/>
            <a:ext cx="49095" cy="2498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786772" y="3408985"/>
            <a:ext cx="49095" cy="2291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835867" y="3431902"/>
            <a:ext cx="49095" cy="2018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2884963" y="3452089"/>
            <a:ext cx="49095" cy="1686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934058" y="3468951"/>
            <a:ext cx="49095" cy="130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983153" y="3481978"/>
            <a:ext cx="49095" cy="878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3032249" y="3490759"/>
            <a:ext cx="49095" cy="423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081344" y="349499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130439" y="3494487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179534" y="348917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228630" y="347909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3277725" y="346440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3326820" y="344536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3375916" y="342234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3425011" y="339579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474106" y="336624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523202" y="333430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3572297" y="33006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3621392" y="326590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3670488" y="323090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3719583" y="319638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3768678" y="316312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3817773" y="313189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3866869" y="310347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3915964" y="307858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3965059" y="305790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4014155" y="304202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4063250" y="303145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4112345" y="3026573"/>
            <a:ext cx="49095" cy="103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4161441" y="3027604"/>
            <a:ext cx="49095" cy="701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4210536" y="3034617"/>
            <a:ext cx="49095" cy="128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4259631" y="3047500"/>
            <a:ext cx="49095" cy="1845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4308726" y="3065950"/>
            <a:ext cx="49095" cy="2353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357822" y="3089480"/>
            <a:ext cx="49095" cy="2794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8"/>
          <p:cNvSpPr/>
          <p:nvPr/>
        </p:nvSpPr>
        <p:spPr>
          <a:xfrm>
            <a:off x="4406917" y="3117421"/>
            <a:ext cx="49095" cy="315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4456012" y="3148948"/>
            <a:ext cx="49095" cy="341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4505108" y="3183101"/>
            <a:ext cx="49095" cy="357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4554203" y="3218828"/>
            <a:ext cx="49095" cy="3619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2"/>
          <p:cNvSpPr/>
          <p:nvPr/>
        </p:nvSpPr>
        <p:spPr>
          <a:xfrm>
            <a:off x="4603298" y="3255018"/>
            <a:ext cx="49095" cy="3553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4652394" y="3290549"/>
            <a:ext cx="49095" cy="3378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4"/>
          <p:cNvSpPr/>
          <p:nvPr/>
        </p:nvSpPr>
        <p:spPr>
          <a:xfrm>
            <a:off x="4701489" y="3324337"/>
            <a:ext cx="49095" cy="3103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5"/>
          <p:cNvSpPr/>
          <p:nvPr/>
        </p:nvSpPr>
        <p:spPr>
          <a:xfrm>
            <a:off x="4750584" y="3355369"/>
            <a:ext cx="49095" cy="2738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6"/>
          <p:cNvSpPr/>
          <p:nvPr/>
        </p:nvSpPr>
        <p:spPr>
          <a:xfrm>
            <a:off x="4799679" y="3382752"/>
            <a:ext cx="49095" cy="2298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7"/>
          <p:cNvSpPr/>
          <p:nvPr/>
        </p:nvSpPr>
        <p:spPr>
          <a:xfrm>
            <a:off x="4848775" y="3405736"/>
            <a:ext cx="49095" cy="1801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8"/>
          <p:cNvSpPr/>
          <p:nvPr/>
        </p:nvSpPr>
        <p:spPr>
          <a:xfrm>
            <a:off x="4897870" y="3423746"/>
            <a:ext cx="49095" cy="1264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9"/>
          <p:cNvSpPr/>
          <p:nvPr/>
        </p:nvSpPr>
        <p:spPr>
          <a:xfrm>
            <a:off x="4946965" y="3436391"/>
            <a:ext cx="49095" cy="708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90"/>
          <p:cNvSpPr/>
          <p:nvPr/>
        </p:nvSpPr>
        <p:spPr>
          <a:xfrm>
            <a:off x="4996061" y="3443476"/>
            <a:ext cx="49095" cy="15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1"/>
          <p:cNvSpPr/>
          <p:nvPr/>
        </p:nvSpPr>
        <p:spPr>
          <a:xfrm>
            <a:off x="5045156" y="344499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2"/>
          <p:cNvSpPr/>
          <p:nvPr/>
        </p:nvSpPr>
        <p:spPr>
          <a:xfrm>
            <a:off x="5094251" y="344114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3"/>
          <p:cNvSpPr/>
          <p:nvPr/>
        </p:nvSpPr>
        <p:spPr>
          <a:xfrm>
            <a:off x="5143347" y="343225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4"/>
          <p:cNvSpPr/>
          <p:nvPr/>
        </p:nvSpPr>
        <p:spPr>
          <a:xfrm>
            <a:off x="5192442" y="341883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5"/>
          <p:cNvSpPr/>
          <p:nvPr/>
        </p:nvSpPr>
        <p:spPr>
          <a:xfrm>
            <a:off x="5241537" y="340152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6"/>
          <p:cNvSpPr/>
          <p:nvPr/>
        </p:nvSpPr>
        <p:spPr>
          <a:xfrm>
            <a:off x="5290632" y="338104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7"/>
          <p:cNvSpPr/>
          <p:nvPr/>
        </p:nvSpPr>
        <p:spPr>
          <a:xfrm>
            <a:off x="5339728" y="335819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8"/>
          <p:cNvSpPr/>
          <p:nvPr/>
        </p:nvSpPr>
        <p:spPr>
          <a:xfrm>
            <a:off x="5388823" y="333382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9"/>
          <p:cNvSpPr/>
          <p:nvPr/>
        </p:nvSpPr>
        <p:spPr>
          <a:xfrm>
            <a:off x="5437918" y="330881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100"/>
          <p:cNvSpPr/>
          <p:nvPr/>
        </p:nvSpPr>
        <p:spPr>
          <a:xfrm>
            <a:off x="5487014" y="328401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1"/>
          <p:cNvSpPr/>
          <p:nvPr/>
        </p:nvSpPr>
        <p:spPr>
          <a:xfrm>
            <a:off x="5536109" y="326027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2"/>
          <p:cNvSpPr/>
          <p:nvPr/>
        </p:nvSpPr>
        <p:spPr>
          <a:xfrm>
            <a:off x="5585204" y="323836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3"/>
          <p:cNvSpPr/>
          <p:nvPr/>
        </p:nvSpPr>
        <p:spPr>
          <a:xfrm>
            <a:off x="5634300" y="3218997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4"/>
          <p:cNvSpPr/>
          <p:nvPr/>
        </p:nvSpPr>
        <p:spPr>
          <a:xfrm>
            <a:off x="5683395" y="320279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5"/>
          <p:cNvSpPr/>
          <p:nvPr/>
        </p:nvSpPr>
        <p:spPr>
          <a:xfrm>
            <a:off x="5732490" y="319026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6"/>
          <p:cNvSpPr/>
          <p:nvPr/>
        </p:nvSpPr>
        <p:spPr>
          <a:xfrm>
            <a:off x="5781586" y="31818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7"/>
          <p:cNvSpPr/>
          <p:nvPr/>
        </p:nvSpPr>
        <p:spPr>
          <a:xfrm>
            <a:off x="5830681" y="3177711"/>
            <a:ext cx="49095" cy="37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8"/>
          <p:cNvSpPr/>
          <p:nvPr/>
        </p:nvSpPr>
        <p:spPr>
          <a:xfrm>
            <a:off x="5879776" y="3178089"/>
            <a:ext cx="49095" cy="486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9"/>
          <p:cNvSpPr/>
          <p:nvPr/>
        </p:nvSpPr>
        <p:spPr>
          <a:xfrm>
            <a:off x="5928871" y="3182957"/>
            <a:ext cx="49095" cy="923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10"/>
          <p:cNvSpPr/>
          <p:nvPr/>
        </p:nvSpPr>
        <p:spPr>
          <a:xfrm>
            <a:off x="5977967" y="3192188"/>
            <a:ext cx="49095" cy="1334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1"/>
          <p:cNvSpPr/>
          <p:nvPr/>
        </p:nvSpPr>
        <p:spPr>
          <a:xfrm>
            <a:off x="6027062" y="3205529"/>
            <a:ext cx="49095" cy="1707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2"/>
          <p:cNvSpPr/>
          <p:nvPr/>
        </p:nvSpPr>
        <p:spPr>
          <a:xfrm>
            <a:off x="6076157" y="3222608"/>
            <a:ext cx="49095" cy="2033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3"/>
          <p:cNvSpPr/>
          <p:nvPr/>
        </p:nvSpPr>
        <p:spPr>
          <a:xfrm>
            <a:off x="6125253" y="3242942"/>
            <a:ext cx="49095" cy="2301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4"/>
          <p:cNvSpPr/>
          <p:nvPr/>
        </p:nvSpPr>
        <p:spPr>
          <a:xfrm>
            <a:off x="6174348" y="3265957"/>
            <a:ext cx="49095" cy="2504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5"/>
          <p:cNvSpPr/>
          <p:nvPr/>
        </p:nvSpPr>
        <p:spPr>
          <a:xfrm>
            <a:off x="6223443" y="3291002"/>
            <a:ext cx="49095" cy="2636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6"/>
          <p:cNvSpPr/>
          <p:nvPr/>
        </p:nvSpPr>
        <p:spPr>
          <a:xfrm>
            <a:off x="6272539" y="3317367"/>
            <a:ext cx="49095" cy="2693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7"/>
          <p:cNvSpPr/>
          <p:nvPr/>
        </p:nvSpPr>
        <p:spPr>
          <a:xfrm>
            <a:off x="6321634" y="3344304"/>
            <a:ext cx="49095" cy="2674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8"/>
          <p:cNvSpPr/>
          <p:nvPr/>
        </p:nvSpPr>
        <p:spPr>
          <a:xfrm>
            <a:off x="6370729" y="3371049"/>
            <a:ext cx="49095" cy="2579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9"/>
          <p:cNvSpPr/>
          <p:nvPr/>
        </p:nvSpPr>
        <p:spPr>
          <a:xfrm>
            <a:off x="6419824" y="3396843"/>
            <a:ext cx="49095" cy="2411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20"/>
          <p:cNvSpPr/>
          <p:nvPr/>
        </p:nvSpPr>
        <p:spPr>
          <a:xfrm>
            <a:off x="6468920" y="3420954"/>
            <a:ext cx="49095" cy="2174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1"/>
          <p:cNvSpPr/>
          <p:nvPr/>
        </p:nvSpPr>
        <p:spPr>
          <a:xfrm>
            <a:off x="6518015" y="3442698"/>
            <a:ext cx="49095" cy="1876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2"/>
          <p:cNvSpPr/>
          <p:nvPr/>
        </p:nvSpPr>
        <p:spPr>
          <a:xfrm>
            <a:off x="6567110" y="3461457"/>
            <a:ext cx="49095" cy="1524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3"/>
          <p:cNvSpPr/>
          <p:nvPr/>
        </p:nvSpPr>
        <p:spPr>
          <a:xfrm>
            <a:off x="6616206" y="3476700"/>
            <a:ext cx="49095" cy="1129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4"/>
          <p:cNvSpPr/>
          <p:nvPr/>
        </p:nvSpPr>
        <p:spPr>
          <a:xfrm>
            <a:off x="6665301" y="3487994"/>
            <a:ext cx="49095" cy="702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Shape 125"/>
          <p:cNvSpPr/>
          <p:nvPr/>
        </p:nvSpPr>
        <p:spPr>
          <a:xfrm>
            <a:off x="6714396" y="3495017"/>
            <a:ext cx="49095" cy="25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8" name="Shape 126"/>
          <p:cNvSpPr/>
          <p:nvPr/>
        </p:nvSpPr>
        <p:spPr>
          <a:xfrm>
            <a:off x="6763492" y="3497571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9" name="Shape 127"/>
          <p:cNvSpPr/>
          <p:nvPr/>
        </p:nvSpPr>
        <p:spPr>
          <a:xfrm>
            <a:off x="6812587" y="3495583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8"/>
          <p:cNvSpPr/>
          <p:nvPr/>
        </p:nvSpPr>
        <p:spPr>
          <a:xfrm>
            <a:off x="6861682" y="348911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Shape 129"/>
          <p:cNvSpPr/>
          <p:nvPr/>
        </p:nvSpPr>
        <p:spPr>
          <a:xfrm>
            <a:off x="6910777" y="347833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2" name="Shape 130"/>
          <p:cNvSpPr/>
          <p:nvPr/>
        </p:nvSpPr>
        <p:spPr>
          <a:xfrm>
            <a:off x="6959873" y="346356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3" name="Shape 131"/>
          <p:cNvSpPr/>
          <p:nvPr/>
        </p:nvSpPr>
        <p:spPr>
          <a:xfrm>
            <a:off x="7008968" y="3445218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Shape 132"/>
          <p:cNvSpPr/>
          <p:nvPr/>
        </p:nvSpPr>
        <p:spPr>
          <a:xfrm>
            <a:off x="7058063" y="342381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5" name="Shape 133"/>
          <p:cNvSpPr/>
          <p:nvPr/>
        </p:nvSpPr>
        <p:spPr>
          <a:xfrm>
            <a:off x="7107159" y="3399964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Shape 134"/>
          <p:cNvSpPr/>
          <p:nvPr/>
        </p:nvSpPr>
        <p:spPr>
          <a:xfrm>
            <a:off x="7156254" y="337434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7" name="Shape 135"/>
          <p:cNvSpPr/>
          <p:nvPr/>
        </p:nvSpPr>
        <p:spPr>
          <a:xfrm>
            <a:off x="7205349" y="334767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8" name="Shape 136"/>
          <p:cNvSpPr/>
          <p:nvPr/>
        </p:nvSpPr>
        <p:spPr>
          <a:xfrm>
            <a:off x="7254445" y="332072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Shape 137"/>
          <p:cNvSpPr/>
          <p:nvPr/>
        </p:nvSpPr>
        <p:spPr>
          <a:xfrm>
            <a:off x="7303540" y="3294246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0" name="Shape 138"/>
          <p:cNvSpPr/>
          <p:nvPr/>
        </p:nvSpPr>
        <p:spPr>
          <a:xfrm>
            <a:off x="7352635" y="326900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Shape 139"/>
          <p:cNvSpPr/>
          <p:nvPr/>
        </p:nvSpPr>
        <p:spPr>
          <a:xfrm>
            <a:off x="7401730" y="3245700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2" name="Shape 140"/>
          <p:cNvSpPr/>
          <p:nvPr/>
        </p:nvSpPr>
        <p:spPr>
          <a:xfrm>
            <a:off x="7450826" y="3225007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3" name="Shape 141"/>
          <p:cNvSpPr/>
          <p:nvPr/>
        </p:nvSpPr>
        <p:spPr>
          <a:xfrm>
            <a:off x="7499921" y="320750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4" name="Shape 142"/>
          <p:cNvSpPr/>
          <p:nvPr/>
        </p:nvSpPr>
        <p:spPr>
          <a:xfrm>
            <a:off x="7549016" y="3193702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5" name="Shape 143"/>
          <p:cNvSpPr/>
          <p:nvPr/>
        </p:nvSpPr>
        <p:spPr>
          <a:xfrm>
            <a:off x="7598112" y="3183979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6" name="Shape 144"/>
          <p:cNvSpPr/>
          <p:nvPr/>
        </p:nvSpPr>
        <p:spPr>
          <a:xfrm>
            <a:off x="7647207" y="3178615"/>
            <a:ext cx="49095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7" name="Shape 145"/>
          <p:cNvSpPr/>
          <p:nvPr/>
        </p:nvSpPr>
        <p:spPr>
          <a:xfrm>
            <a:off x="7696302" y="3177762"/>
            <a:ext cx="49095" cy="36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8" name="Shape 146"/>
          <p:cNvSpPr/>
          <p:nvPr/>
        </p:nvSpPr>
        <p:spPr>
          <a:xfrm>
            <a:off x="7745398" y="3181445"/>
            <a:ext cx="49095" cy="811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9" name="Shape 147"/>
          <p:cNvSpPr/>
          <p:nvPr/>
        </p:nvSpPr>
        <p:spPr>
          <a:xfrm>
            <a:off x="7794493" y="3189560"/>
            <a:ext cx="49095" cy="1231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0" name="Shape 148"/>
          <p:cNvSpPr/>
          <p:nvPr/>
        </p:nvSpPr>
        <p:spPr>
          <a:xfrm>
            <a:off x="7843588" y="3201875"/>
            <a:ext cx="49095" cy="161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1" name="Shape 149"/>
          <p:cNvSpPr/>
          <p:nvPr/>
        </p:nvSpPr>
        <p:spPr>
          <a:xfrm>
            <a:off x="7892683" y="3218042"/>
            <a:ext cx="49095" cy="1955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2" name="Shape 150"/>
          <p:cNvSpPr/>
          <p:nvPr/>
        </p:nvSpPr>
        <p:spPr>
          <a:xfrm>
            <a:off x="7941779" y="3237601"/>
            <a:ext cx="49095" cy="2239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3" name="Shape 151"/>
          <p:cNvSpPr/>
          <p:nvPr/>
        </p:nvSpPr>
        <p:spPr>
          <a:xfrm>
            <a:off x="7990874" y="3259997"/>
            <a:ext cx="49095" cy="2459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4" name="Shape 152"/>
          <p:cNvSpPr/>
          <p:nvPr/>
        </p:nvSpPr>
        <p:spPr>
          <a:xfrm>
            <a:off x="8039969" y="3284595"/>
            <a:ext cx="49095" cy="261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5" name="Shape 153"/>
          <p:cNvSpPr/>
          <p:nvPr/>
        </p:nvSpPr>
        <p:spPr>
          <a:xfrm>
            <a:off x="8089065" y="3310696"/>
            <a:ext cx="49095" cy="2686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6" name="Shape 154"/>
          <p:cNvSpPr/>
          <p:nvPr/>
        </p:nvSpPr>
        <p:spPr>
          <a:xfrm>
            <a:off x="1600200" y="2788920"/>
            <a:ext cx="1143000" cy="1097280"/>
          </a:xfrm>
          <a:prstGeom prst="roundRect">
            <a:avLst>
              <a:gd name="adj" fmla="val 3333"/>
            </a:avLst>
          </a:prstGeom>
          <a:solidFill>
            <a:srgbClr val="EAF6D6">
              <a:alpha val="62000"/>
            </a:srgbClr>
          </a:solidFill>
          <a:ln w="2286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7" name="Text 155"/>
          <p:cNvSpPr/>
          <p:nvPr/>
        </p:nvSpPr>
        <p:spPr>
          <a:xfrm>
            <a:off x="1600200" y="400507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F7F2B"/>
                </a:solidFill>
              </a:rPr>
              <a:t>position 1</a:t>
            </a:r>
            <a:endParaRPr lang="en-US" sz="900" dirty="0"/>
          </a:p>
        </p:txBody>
      </p:sp>
      <p:sp>
        <p:nvSpPr>
          <p:cNvPr id="158" name="Shape 156"/>
          <p:cNvSpPr/>
          <p:nvPr/>
        </p:nvSpPr>
        <p:spPr>
          <a:xfrm>
            <a:off x="4069080" y="2788920"/>
            <a:ext cx="1143000" cy="1097280"/>
          </a:xfrm>
          <a:prstGeom prst="roundRect">
            <a:avLst>
              <a:gd name="adj" fmla="val 3333"/>
            </a:avLst>
          </a:prstGeom>
          <a:solidFill>
            <a:srgbClr val="EAF6D6">
              <a:alpha val="62000"/>
            </a:srgbClr>
          </a:solidFill>
          <a:ln w="2286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9" name="Text 157"/>
          <p:cNvSpPr/>
          <p:nvPr/>
        </p:nvSpPr>
        <p:spPr>
          <a:xfrm>
            <a:off x="4069080" y="400507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F7F2B"/>
                </a:solidFill>
              </a:rPr>
              <a:t>position 2</a:t>
            </a:r>
            <a:endParaRPr lang="en-US" sz="900" dirty="0"/>
          </a:p>
        </p:txBody>
      </p:sp>
      <p:sp>
        <p:nvSpPr>
          <p:cNvPr id="160" name="Shape 158"/>
          <p:cNvSpPr/>
          <p:nvPr/>
        </p:nvSpPr>
        <p:spPr>
          <a:xfrm>
            <a:off x="6355080" y="2788920"/>
            <a:ext cx="1143000" cy="1097280"/>
          </a:xfrm>
          <a:prstGeom prst="roundRect">
            <a:avLst>
              <a:gd name="adj" fmla="val 3333"/>
            </a:avLst>
          </a:prstGeom>
          <a:solidFill>
            <a:srgbClr val="EAF6D6">
              <a:alpha val="62000"/>
            </a:srgbClr>
          </a:solidFill>
          <a:ln w="2286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1" name="Text 159"/>
          <p:cNvSpPr/>
          <p:nvPr/>
        </p:nvSpPr>
        <p:spPr>
          <a:xfrm>
            <a:off x="6355080" y="400507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F7F2B"/>
                </a:solidFill>
              </a:rPr>
              <a:t>position 3</a:t>
            </a:r>
            <a:endParaRPr lang="en-US" sz="900" dirty="0"/>
          </a:p>
        </p:txBody>
      </p:sp>
      <p:sp>
        <p:nvSpPr>
          <p:cNvPr id="162" name="Shape 160"/>
          <p:cNvSpPr/>
          <p:nvPr/>
        </p:nvSpPr>
        <p:spPr>
          <a:xfrm>
            <a:off x="868680" y="484632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3" name="Text 161"/>
          <p:cNvSpPr/>
          <p:nvPr/>
        </p:nvSpPr>
        <p:spPr>
          <a:xfrm>
            <a:off x="941832" y="5125212"/>
            <a:ext cx="2596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local motif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small rise → peak → decay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3611880" y="5239512"/>
            <a:ext cx="777240" cy="0"/>
          </a:xfrm>
          <a:prstGeom prst="line">
            <a:avLst/>
          </a:prstGeom>
          <a:noFill/>
          <a:ln w="1778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5" name="Text 163"/>
          <p:cNvSpPr/>
          <p:nvPr/>
        </p:nvSpPr>
        <p:spPr>
          <a:xfrm>
            <a:off x="4297680" y="4983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Goal: learn one detector and apply it everywhere.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7" name="Text 165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Temporal convolution is useful when the occurrence of a local pattern matters more than its absolute position.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C1307-6471-BABF-920D-5157E97D0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local region to learned activation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9E44AE-D500-C92E-219D-FF69C95EA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Consider a local region of a signal: x[t], x[t+1], ..., x[t+K−1]</a:t>
            </a:r>
          </a:p>
          <a:p>
            <a:r>
              <a:rPr lang="en-GB" dirty="0"/>
              <a:t>A learned transformation is applied to this region.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local temporal region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learned filter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activation</a:t>
            </a:r>
          </a:p>
          <a:p>
            <a:r>
              <a:rPr lang="en-GB" b="1" dirty="0"/>
              <a:t>The activation indicates how strongly the local region matches the pattern represented by the filter.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3559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38955-3A11-62E5-59EA-02743F31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D6BBC1-0914-1D16-187E-3B20F0291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local region to learned activation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E6E3625-16D8-DE90-D15F-2317F5370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Then the filter moves</a:t>
            </a:r>
          </a:p>
          <a:p>
            <a:pPr lvl="1"/>
            <a:r>
              <a:rPr lang="en-GB" dirty="0"/>
              <a:t>The same filter is applied to:</a:t>
            </a:r>
          </a:p>
          <a:p>
            <a:pPr lvl="1"/>
            <a:r>
              <a:rPr lang="en-GB" dirty="0"/>
              <a:t>x[t+1], ..., x[</a:t>
            </a:r>
            <a:r>
              <a:rPr lang="en-GB" dirty="0" err="1"/>
              <a:t>t+K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x[t+2], ..., x[t+K+1]</a:t>
            </a:r>
          </a:p>
          <a:p>
            <a:pPr lvl="1"/>
            <a:r>
              <a:rPr lang="en-GB" dirty="0"/>
              <a:t>and so on.</a:t>
            </a:r>
          </a:p>
          <a:p>
            <a:endParaRPr lang="en-GB" b="1" dirty="0"/>
          </a:p>
          <a:p>
            <a:endParaRPr lang="en-GB" b="1" dirty="0"/>
          </a:p>
          <a:p>
            <a:r>
              <a:rPr lang="en-GB" dirty="0"/>
              <a:t>The same filter parameters are reused across time.</a:t>
            </a:r>
          </a:p>
          <a:p>
            <a:r>
              <a:rPr lang="en-GB" dirty="0"/>
              <a:t>This is analogous to parameter sharing in an RNN, but the computation is organized differently.</a:t>
            </a:r>
          </a:p>
          <a:p>
            <a:pPr lvl="1"/>
            <a:r>
              <a:rPr lang="en-GB" b="1" dirty="0"/>
              <a:t>RNN</a:t>
            </a:r>
          </a:p>
          <a:p>
            <a:pPr lvl="1"/>
            <a:r>
              <a:rPr lang="en-GB" dirty="0"/>
              <a:t>Shared transformation across recurrent state updates.</a:t>
            </a:r>
          </a:p>
          <a:p>
            <a:pPr lvl="1"/>
            <a:r>
              <a:rPr lang="en-GB" b="1" dirty="0"/>
              <a:t>CNN</a:t>
            </a:r>
          </a:p>
          <a:p>
            <a:pPr lvl="1"/>
            <a:r>
              <a:rPr lang="en-GB" dirty="0"/>
              <a:t>Shared local detector across temporal positions.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002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local region to learned activation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temporal filter converts a short subsequence into one response value.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5039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x[t+0]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28016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35331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x[t+1]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5623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8600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35915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x[t+3]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78892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86207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x[t+4]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9184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6499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x[t+5]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94760" y="2011680"/>
            <a:ext cx="429768" cy="384048"/>
          </a:xfrm>
          <a:prstGeom prst="roundRect">
            <a:avLst>
              <a:gd name="adj" fmla="val 1904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867912" y="2093976"/>
            <a:ext cx="283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x[t+6]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216152" y="1874520"/>
            <a:ext cx="1508760" cy="658368"/>
          </a:xfrm>
          <a:prstGeom prst="roundRect">
            <a:avLst>
              <a:gd name="adj" fmla="val 6944"/>
            </a:avLst>
          </a:prstGeom>
          <a:solidFill>
            <a:srgbClr val="EAF6D6">
              <a:alpha val="70000"/>
            </a:srgbClr>
          </a:solidFill>
          <a:ln w="254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353312" y="15087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local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K = 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2203704"/>
            <a:ext cx="68580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749040" y="178308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822192" y="2084832"/>
            <a:ext cx="996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learned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filter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74920" y="2203704"/>
            <a:ext cx="68580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833872" y="184708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907024" y="208026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activation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2.8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77240" y="37033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The same filter then moves to the next local region.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9828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239012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568196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897380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226564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555748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884932" y="438454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14400" y="4297680"/>
            <a:ext cx="932688" cy="274320"/>
          </a:xfrm>
          <a:prstGeom prst="roundRect">
            <a:avLst>
              <a:gd name="adj" fmla="val 10000"/>
            </a:avLst>
          </a:prstGeom>
          <a:solidFill>
            <a:srgbClr val="EAF6D6">
              <a:alpha val="55000"/>
            </a:srgbClr>
          </a:solidFill>
          <a:ln w="1524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09828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1239012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1568196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897380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226564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555748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884932" y="4786884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243584" y="4700016"/>
            <a:ext cx="932688" cy="274320"/>
          </a:xfrm>
          <a:prstGeom prst="roundRect">
            <a:avLst>
              <a:gd name="adj" fmla="val 10000"/>
            </a:avLst>
          </a:prstGeom>
          <a:solidFill>
            <a:srgbClr val="EAF6D6">
              <a:alpha val="55000"/>
            </a:srgbClr>
          </a:solidFill>
          <a:ln w="1524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909828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239012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568196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897380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2226564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555748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884932" y="5189220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572768" y="5102352"/>
            <a:ext cx="932688" cy="274320"/>
          </a:xfrm>
          <a:prstGeom prst="roundRect">
            <a:avLst>
              <a:gd name="adj" fmla="val 10000"/>
            </a:avLst>
          </a:prstGeom>
          <a:solidFill>
            <a:srgbClr val="EAF6D6">
              <a:alpha val="55000"/>
            </a:srgbClr>
          </a:solidFill>
          <a:ln w="1524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The activation is high when the local region matches the learned pattern represented by the filter.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ACC3DA-0219-BFC6-0AA5-7029103DD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convolution produces a feature map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31DEF20-B204-97B0-CD1F-EDC48FDC1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Suppose a filter is applied across the full input sequence.</a:t>
            </a:r>
          </a:p>
          <a:p>
            <a:r>
              <a:rPr lang="en-GB" dirty="0"/>
              <a:t>At every valid temporal position it produces one activation.</a:t>
            </a:r>
          </a:p>
          <a:p>
            <a:r>
              <a:rPr lang="en-GB" dirty="0"/>
              <a:t>The resulting sequence of activations is called a </a:t>
            </a:r>
            <a:r>
              <a:rPr lang="en-GB" b="1" dirty="0"/>
              <a:t>feature map</a:t>
            </a:r>
            <a:r>
              <a:rPr lang="en-GB" dirty="0"/>
              <a:t>.</a:t>
            </a:r>
          </a:p>
          <a:p>
            <a:r>
              <a:rPr lang="en-GB" dirty="0"/>
              <a:t>Large activations indicate locations where the learned pattern is strongly present.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A filter may become sensitive to:</a:t>
            </a:r>
          </a:p>
          <a:p>
            <a:pPr lvl="0"/>
            <a:r>
              <a:rPr lang="en-GB" dirty="0"/>
              <a:t>a sharp vibration peak followed by a decrease. </a:t>
            </a:r>
          </a:p>
          <a:p>
            <a:r>
              <a:rPr lang="en-GB" dirty="0"/>
              <a:t>Then the corresponding feature map will contain high values near occurrences of that pattern.</a:t>
            </a:r>
          </a:p>
          <a:p>
            <a:r>
              <a:rPr lang="en-GB" b="1" dirty="0"/>
              <a:t>Important point</a:t>
            </a:r>
          </a:p>
          <a:p>
            <a:r>
              <a:rPr lang="en-GB" dirty="0"/>
              <a:t>The model does not require us to specify the filter pattern manually.</a:t>
            </a:r>
          </a:p>
          <a:p>
            <a:r>
              <a:rPr lang="en-GB" dirty="0"/>
              <a:t>The filter weights are learned from the training objective.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8543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filter produces a temporal feature map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High values indicate positions where the learned pattern is present.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53943" cy="1841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85463" y="2212977"/>
            <a:ext cx="53943" cy="1781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39406" y="2230793"/>
            <a:ext cx="53943" cy="1663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93349" y="2247428"/>
            <a:ext cx="53943" cy="1491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47292" y="2262339"/>
            <a:ext cx="53943" cy="127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01235" y="2275040"/>
            <a:ext cx="53943" cy="1007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55178" y="2285118"/>
            <a:ext cx="53943" cy="712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109121" y="2292242"/>
            <a:ext cx="53943" cy="394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163064" y="2296183"/>
            <a:ext cx="53943" cy="6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217007" y="229680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270950" y="229410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324893" y="228815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78836" y="227914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32779" y="226738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486722" y="225324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40665" y="223719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594608" y="221976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648551" y="220149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702494" y="218301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56437" y="216490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810380" y="214775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864323" y="213213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918266" y="211855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972209" y="210745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026153" y="209918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080096" y="209403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134039" y="2092154"/>
            <a:ext cx="53943" cy="146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187982" y="2093615"/>
            <a:ext cx="53943" cy="475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241925" y="2098367"/>
            <a:ext cx="53943" cy="788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295868" y="2106255"/>
            <a:ext cx="53943" cy="107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349811" y="2117022"/>
            <a:ext cx="53943" cy="1329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403754" y="2130316"/>
            <a:ext cx="53943" cy="1538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457697" y="2145703"/>
            <a:ext cx="53943" cy="1697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2511640" y="2162681"/>
            <a:ext cx="53943" cy="1801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565583" y="2180694"/>
            <a:ext cx="53943" cy="1845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619526" y="2199154"/>
            <a:ext cx="53943" cy="1830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673469" y="2217453"/>
            <a:ext cx="53943" cy="1753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727412" y="2234992"/>
            <a:ext cx="53943" cy="1619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781355" y="2251189"/>
            <a:ext cx="53943" cy="1431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835298" y="2265505"/>
            <a:ext cx="53943" cy="1195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889241" y="2277456"/>
            <a:ext cx="53943" cy="917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943184" y="2286631"/>
            <a:ext cx="53943" cy="606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997127" y="2292697"/>
            <a:ext cx="53943" cy="271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3051070" y="229541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105013" y="229464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3158956" y="229033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3212899" y="228254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266842" y="227141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320785" y="2257177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374728" y="224015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428671" y="222074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3482614" y="219938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3536557" y="217658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3590500" y="215288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3644443" y="212887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698386" y="2105147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752329" y="208232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3806272" y="206101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3860215" y="204182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3914158" y="202531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3968101" y="201201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4022044" y="200237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4075987" y="199675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4129930" y="1995403"/>
            <a:ext cx="53943" cy="304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4183873" y="1998445"/>
            <a:ext cx="53943" cy="740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4237816" y="2005850"/>
            <a:ext cx="53943" cy="1158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4291759" y="2017436"/>
            <a:ext cx="53943" cy="1542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4345702" y="2032858"/>
            <a:ext cx="53943" cy="1876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4399645" y="2051621"/>
            <a:ext cx="53943" cy="2146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4453588" y="2073089"/>
            <a:ext cx="53943" cy="2342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4507532" y="2096516"/>
            <a:ext cx="53943" cy="2455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4561475" y="2121069"/>
            <a:ext cx="53943" cy="2480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4615418" y="2145874"/>
            <a:ext cx="53943" cy="2417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669361" y="2170050"/>
            <a:ext cx="53943" cy="2270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8"/>
          <p:cNvSpPr/>
          <p:nvPr/>
        </p:nvSpPr>
        <p:spPr>
          <a:xfrm>
            <a:off x="4723304" y="2192749"/>
            <a:ext cx="53943" cy="2045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4777247" y="2213200"/>
            <a:ext cx="53943" cy="1753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4831190" y="2230737"/>
            <a:ext cx="53943" cy="1408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4885133" y="2244826"/>
            <a:ext cx="53943" cy="1026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2"/>
          <p:cNvSpPr/>
          <p:nvPr/>
        </p:nvSpPr>
        <p:spPr>
          <a:xfrm>
            <a:off x="4939076" y="2255086"/>
            <a:ext cx="53943" cy="621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4993019" y="2261298"/>
            <a:ext cx="53943" cy="210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4"/>
          <p:cNvSpPr/>
          <p:nvPr/>
        </p:nvSpPr>
        <p:spPr>
          <a:xfrm>
            <a:off x="5046962" y="2263407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5"/>
          <p:cNvSpPr/>
          <p:nvPr/>
        </p:nvSpPr>
        <p:spPr>
          <a:xfrm>
            <a:off x="5100905" y="226151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6"/>
          <p:cNvSpPr/>
          <p:nvPr/>
        </p:nvSpPr>
        <p:spPr>
          <a:xfrm>
            <a:off x="5154848" y="225587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7"/>
          <p:cNvSpPr/>
          <p:nvPr/>
        </p:nvSpPr>
        <p:spPr>
          <a:xfrm>
            <a:off x="5208791" y="224686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8"/>
          <p:cNvSpPr/>
          <p:nvPr/>
        </p:nvSpPr>
        <p:spPr>
          <a:xfrm>
            <a:off x="5262734" y="223497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9"/>
          <p:cNvSpPr/>
          <p:nvPr/>
        </p:nvSpPr>
        <p:spPr>
          <a:xfrm>
            <a:off x="5316677" y="222077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90"/>
          <p:cNvSpPr/>
          <p:nvPr/>
        </p:nvSpPr>
        <p:spPr>
          <a:xfrm>
            <a:off x="5370620" y="220490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1"/>
          <p:cNvSpPr/>
          <p:nvPr/>
        </p:nvSpPr>
        <p:spPr>
          <a:xfrm>
            <a:off x="5424563" y="218804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2"/>
          <p:cNvSpPr/>
          <p:nvPr/>
        </p:nvSpPr>
        <p:spPr>
          <a:xfrm>
            <a:off x="5478506" y="217086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3"/>
          <p:cNvSpPr/>
          <p:nvPr/>
        </p:nvSpPr>
        <p:spPr>
          <a:xfrm>
            <a:off x="5532449" y="215405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4"/>
          <p:cNvSpPr/>
          <p:nvPr/>
        </p:nvSpPr>
        <p:spPr>
          <a:xfrm>
            <a:off x="5586392" y="213826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5"/>
          <p:cNvSpPr/>
          <p:nvPr/>
        </p:nvSpPr>
        <p:spPr>
          <a:xfrm>
            <a:off x="5640335" y="2124068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6"/>
          <p:cNvSpPr/>
          <p:nvPr/>
        </p:nvSpPr>
        <p:spPr>
          <a:xfrm>
            <a:off x="5694278" y="2112003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7"/>
          <p:cNvSpPr/>
          <p:nvPr/>
        </p:nvSpPr>
        <p:spPr>
          <a:xfrm>
            <a:off x="5748221" y="210250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8"/>
          <p:cNvSpPr/>
          <p:nvPr/>
        </p:nvSpPr>
        <p:spPr>
          <a:xfrm>
            <a:off x="5802164" y="2095922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9"/>
          <p:cNvSpPr/>
          <p:nvPr/>
        </p:nvSpPr>
        <p:spPr>
          <a:xfrm>
            <a:off x="5856107" y="209249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100"/>
          <p:cNvSpPr/>
          <p:nvPr/>
        </p:nvSpPr>
        <p:spPr>
          <a:xfrm>
            <a:off x="5910050" y="2092353"/>
            <a:ext cx="53943" cy="316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1"/>
          <p:cNvSpPr/>
          <p:nvPr/>
        </p:nvSpPr>
        <p:spPr>
          <a:xfrm>
            <a:off x="5963993" y="2095517"/>
            <a:ext cx="53943" cy="637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2"/>
          <p:cNvSpPr/>
          <p:nvPr/>
        </p:nvSpPr>
        <p:spPr>
          <a:xfrm>
            <a:off x="6017936" y="2101891"/>
            <a:ext cx="53943" cy="938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3"/>
          <p:cNvSpPr/>
          <p:nvPr/>
        </p:nvSpPr>
        <p:spPr>
          <a:xfrm>
            <a:off x="6071879" y="2111274"/>
            <a:ext cx="53943" cy="1209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4"/>
          <p:cNvSpPr/>
          <p:nvPr/>
        </p:nvSpPr>
        <p:spPr>
          <a:xfrm>
            <a:off x="6125822" y="2123366"/>
            <a:ext cx="53943" cy="1440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5"/>
          <p:cNvSpPr/>
          <p:nvPr/>
        </p:nvSpPr>
        <p:spPr>
          <a:xfrm>
            <a:off x="6179765" y="2137774"/>
            <a:ext cx="53943" cy="1625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6"/>
          <p:cNvSpPr/>
          <p:nvPr/>
        </p:nvSpPr>
        <p:spPr>
          <a:xfrm>
            <a:off x="6233708" y="2154031"/>
            <a:ext cx="53943" cy="1757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7"/>
          <p:cNvSpPr/>
          <p:nvPr/>
        </p:nvSpPr>
        <p:spPr>
          <a:xfrm>
            <a:off x="6287651" y="2171607"/>
            <a:ext cx="53943" cy="1832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8"/>
          <p:cNvSpPr/>
          <p:nvPr/>
        </p:nvSpPr>
        <p:spPr>
          <a:xfrm>
            <a:off x="6341594" y="2189931"/>
            <a:ext cx="53943" cy="18474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9"/>
          <p:cNvSpPr/>
          <p:nvPr/>
        </p:nvSpPr>
        <p:spPr>
          <a:xfrm>
            <a:off x="6395537" y="2208405"/>
            <a:ext cx="53943" cy="1802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10"/>
          <p:cNvSpPr/>
          <p:nvPr/>
        </p:nvSpPr>
        <p:spPr>
          <a:xfrm>
            <a:off x="6449480" y="2226427"/>
            <a:ext cx="53943" cy="16983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1"/>
          <p:cNvSpPr/>
          <p:nvPr/>
        </p:nvSpPr>
        <p:spPr>
          <a:xfrm>
            <a:off x="6503423" y="2243410"/>
            <a:ext cx="53943" cy="1539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2"/>
          <p:cNvSpPr/>
          <p:nvPr/>
        </p:nvSpPr>
        <p:spPr>
          <a:xfrm>
            <a:off x="6557366" y="2258800"/>
            <a:ext cx="53943" cy="1329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3"/>
          <p:cNvSpPr/>
          <p:nvPr/>
        </p:nvSpPr>
        <p:spPr>
          <a:xfrm>
            <a:off x="6611309" y="2272096"/>
            <a:ext cx="53943" cy="10768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4"/>
          <p:cNvSpPr/>
          <p:nvPr/>
        </p:nvSpPr>
        <p:spPr>
          <a:xfrm>
            <a:off x="6665252" y="2282864"/>
            <a:ext cx="53943" cy="7889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5"/>
          <p:cNvSpPr/>
          <p:nvPr/>
        </p:nvSpPr>
        <p:spPr>
          <a:xfrm>
            <a:off x="6719195" y="2290752"/>
            <a:ext cx="53943" cy="4752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6"/>
          <p:cNvSpPr/>
          <p:nvPr/>
        </p:nvSpPr>
        <p:spPr>
          <a:xfrm>
            <a:off x="6773138" y="2295505"/>
            <a:ext cx="53943" cy="146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7"/>
          <p:cNvSpPr/>
          <p:nvPr/>
        </p:nvSpPr>
        <p:spPr>
          <a:xfrm>
            <a:off x="6827081" y="2296966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8"/>
          <p:cNvSpPr/>
          <p:nvPr/>
        </p:nvSpPr>
        <p:spPr>
          <a:xfrm>
            <a:off x="6881024" y="229508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9"/>
          <p:cNvSpPr/>
          <p:nvPr/>
        </p:nvSpPr>
        <p:spPr>
          <a:xfrm>
            <a:off x="6934967" y="228993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20"/>
          <p:cNvSpPr/>
          <p:nvPr/>
        </p:nvSpPr>
        <p:spPr>
          <a:xfrm>
            <a:off x="6988911" y="228166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1"/>
          <p:cNvSpPr/>
          <p:nvPr/>
        </p:nvSpPr>
        <p:spPr>
          <a:xfrm>
            <a:off x="7042854" y="227056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2"/>
          <p:cNvSpPr/>
          <p:nvPr/>
        </p:nvSpPr>
        <p:spPr>
          <a:xfrm>
            <a:off x="7096797" y="225698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3"/>
          <p:cNvSpPr/>
          <p:nvPr/>
        </p:nvSpPr>
        <p:spPr>
          <a:xfrm>
            <a:off x="7150740" y="224136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4"/>
          <p:cNvSpPr/>
          <p:nvPr/>
        </p:nvSpPr>
        <p:spPr>
          <a:xfrm>
            <a:off x="7204683" y="222422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Shape 125"/>
          <p:cNvSpPr/>
          <p:nvPr/>
        </p:nvSpPr>
        <p:spPr>
          <a:xfrm>
            <a:off x="7258626" y="2206109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8" name="Shape 126"/>
          <p:cNvSpPr/>
          <p:nvPr/>
        </p:nvSpPr>
        <p:spPr>
          <a:xfrm>
            <a:off x="7312569" y="218762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9" name="Shape 127"/>
          <p:cNvSpPr/>
          <p:nvPr/>
        </p:nvSpPr>
        <p:spPr>
          <a:xfrm>
            <a:off x="7366512" y="216936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8"/>
          <p:cNvSpPr/>
          <p:nvPr/>
        </p:nvSpPr>
        <p:spPr>
          <a:xfrm>
            <a:off x="7420455" y="215192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Shape 129"/>
          <p:cNvSpPr/>
          <p:nvPr/>
        </p:nvSpPr>
        <p:spPr>
          <a:xfrm>
            <a:off x="7474398" y="2135871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2" name="Shape 130"/>
          <p:cNvSpPr/>
          <p:nvPr/>
        </p:nvSpPr>
        <p:spPr>
          <a:xfrm>
            <a:off x="7528341" y="2121735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3" name="Shape 131"/>
          <p:cNvSpPr/>
          <p:nvPr/>
        </p:nvSpPr>
        <p:spPr>
          <a:xfrm>
            <a:off x="7582284" y="2109974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Shape 132"/>
          <p:cNvSpPr/>
          <p:nvPr/>
        </p:nvSpPr>
        <p:spPr>
          <a:xfrm>
            <a:off x="7636227" y="2100970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5" name="Shape 133"/>
          <p:cNvSpPr/>
          <p:nvPr/>
        </p:nvSpPr>
        <p:spPr>
          <a:xfrm>
            <a:off x="7690170" y="2095018"/>
            <a:ext cx="53943" cy="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Shape 134"/>
          <p:cNvSpPr/>
          <p:nvPr/>
        </p:nvSpPr>
        <p:spPr>
          <a:xfrm>
            <a:off x="7744113" y="2092311"/>
            <a:ext cx="53943" cy="62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7" name="Shape 135"/>
          <p:cNvSpPr/>
          <p:nvPr/>
        </p:nvSpPr>
        <p:spPr>
          <a:xfrm>
            <a:off x="7798056" y="2092937"/>
            <a:ext cx="53943" cy="3940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8" name="Shape 136"/>
          <p:cNvSpPr/>
          <p:nvPr/>
        </p:nvSpPr>
        <p:spPr>
          <a:xfrm>
            <a:off x="7851999" y="2096878"/>
            <a:ext cx="53943" cy="712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Shape 137"/>
          <p:cNvSpPr/>
          <p:nvPr/>
        </p:nvSpPr>
        <p:spPr>
          <a:xfrm>
            <a:off x="7905942" y="2104002"/>
            <a:ext cx="53943" cy="1007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0" name="Shape 138"/>
          <p:cNvSpPr/>
          <p:nvPr/>
        </p:nvSpPr>
        <p:spPr>
          <a:xfrm>
            <a:off x="7959885" y="2114080"/>
            <a:ext cx="53943" cy="1270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Shape 139"/>
          <p:cNvSpPr/>
          <p:nvPr/>
        </p:nvSpPr>
        <p:spPr>
          <a:xfrm>
            <a:off x="8013828" y="2126781"/>
            <a:ext cx="53943" cy="14911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2" name="Shape 140"/>
          <p:cNvSpPr/>
          <p:nvPr/>
        </p:nvSpPr>
        <p:spPr>
          <a:xfrm>
            <a:off x="8067771" y="2141692"/>
            <a:ext cx="53943" cy="16635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3" name="Shape 141"/>
          <p:cNvSpPr/>
          <p:nvPr/>
        </p:nvSpPr>
        <p:spPr>
          <a:xfrm>
            <a:off x="8121714" y="2158327"/>
            <a:ext cx="53943" cy="17816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4" name="Shape 142"/>
          <p:cNvSpPr/>
          <p:nvPr/>
        </p:nvSpPr>
        <p:spPr>
          <a:xfrm>
            <a:off x="8175657" y="2176143"/>
            <a:ext cx="53943" cy="18417"/>
          </a:xfrm>
          <a:prstGeom prst="line">
            <a:avLst/>
          </a:prstGeom>
          <a:noFill/>
          <a:ln w="2159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5" name="Shape 143"/>
          <p:cNvSpPr/>
          <p:nvPr/>
        </p:nvSpPr>
        <p:spPr>
          <a:xfrm>
            <a:off x="3474720" y="1874520"/>
            <a:ext cx="777240" cy="457200"/>
          </a:xfrm>
          <a:prstGeom prst="roundRect">
            <a:avLst>
              <a:gd name="adj" fmla="val 6000"/>
            </a:avLst>
          </a:prstGeom>
          <a:solidFill>
            <a:srgbClr val="EAF6D6">
              <a:alpha val="70000"/>
            </a:srgbClr>
          </a:solidFill>
          <a:ln w="1905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6" name="Shape 144"/>
          <p:cNvSpPr/>
          <p:nvPr/>
        </p:nvSpPr>
        <p:spPr>
          <a:xfrm>
            <a:off x="3886200" y="1874520"/>
            <a:ext cx="777240" cy="457200"/>
          </a:xfrm>
          <a:prstGeom prst="roundRect">
            <a:avLst>
              <a:gd name="adj" fmla="val 6000"/>
            </a:avLst>
          </a:prstGeom>
          <a:solidFill>
            <a:srgbClr val="EAF6D6">
              <a:alpha val="70000"/>
            </a:srgbClr>
          </a:solidFill>
          <a:ln w="1905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7" name="Shape 145"/>
          <p:cNvSpPr/>
          <p:nvPr/>
        </p:nvSpPr>
        <p:spPr>
          <a:xfrm>
            <a:off x="6446520" y="1874520"/>
            <a:ext cx="777240" cy="457200"/>
          </a:xfrm>
          <a:prstGeom prst="roundRect">
            <a:avLst>
              <a:gd name="adj" fmla="val 6000"/>
            </a:avLst>
          </a:prstGeom>
          <a:solidFill>
            <a:srgbClr val="EAF6D6">
              <a:alpha val="70000"/>
            </a:srgbClr>
          </a:solidFill>
          <a:ln w="1905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8" name="Text 146"/>
          <p:cNvSpPr/>
          <p:nvPr/>
        </p:nvSpPr>
        <p:spPr>
          <a:xfrm>
            <a:off x="461804" y="2477643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filter scanning on input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4206240" y="2788920"/>
            <a:ext cx="0" cy="50292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0" name="Text 148"/>
          <p:cNvSpPr/>
          <p:nvPr/>
        </p:nvSpPr>
        <p:spPr>
          <a:xfrm>
            <a:off x="3779834" y="3429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</a:rPr>
              <a:t>feature map</a:t>
            </a:r>
            <a:endParaRPr lang="en-US" sz="1200" dirty="0"/>
          </a:p>
        </p:txBody>
      </p:sp>
      <p:sp>
        <p:nvSpPr>
          <p:cNvPr id="151" name="Shape 149"/>
          <p:cNvSpPr/>
          <p:nvPr/>
        </p:nvSpPr>
        <p:spPr>
          <a:xfrm>
            <a:off x="914400" y="4722434"/>
            <a:ext cx="320040" cy="3244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2" name="Text 150"/>
          <p:cNvSpPr/>
          <p:nvPr/>
        </p:nvSpPr>
        <p:spPr>
          <a:xfrm>
            <a:off x="822960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0.1</a:t>
            </a:r>
            <a:endParaRPr lang="en-US" sz="700" dirty="0"/>
          </a:p>
        </p:txBody>
      </p:sp>
      <p:sp>
        <p:nvSpPr>
          <p:cNvPr id="153" name="Shape 151"/>
          <p:cNvSpPr/>
          <p:nvPr/>
        </p:nvSpPr>
        <p:spPr>
          <a:xfrm>
            <a:off x="1481328" y="4689987"/>
            <a:ext cx="320040" cy="64893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4" name="Text 152"/>
          <p:cNvSpPr/>
          <p:nvPr/>
        </p:nvSpPr>
        <p:spPr>
          <a:xfrm>
            <a:off x="1389888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0.2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2048256" y="4722434"/>
            <a:ext cx="320040" cy="3244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6" name="Text 154"/>
          <p:cNvSpPr/>
          <p:nvPr/>
        </p:nvSpPr>
        <p:spPr>
          <a:xfrm>
            <a:off x="1956816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0.1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2615184" y="4625094"/>
            <a:ext cx="320040" cy="12978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8" name="Text 156"/>
          <p:cNvSpPr/>
          <p:nvPr/>
        </p:nvSpPr>
        <p:spPr>
          <a:xfrm>
            <a:off x="2523744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0.4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3182112" y="3846379"/>
            <a:ext cx="320040" cy="908501"/>
          </a:xfrm>
          <a:prstGeom prst="rect">
            <a:avLst/>
          </a:prstGeom>
          <a:solidFill>
            <a:srgbClr val="84B927"/>
          </a:solidFill>
          <a:ln w="6350">
            <a:solidFill>
              <a:srgbClr val="4F7F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0" name="Text 158"/>
          <p:cNvSpPr/>
          <p:nvPr/>
        </p:nvSpPr>
        <p:spPr>
          <a:xfrm>
            <a:off x="3090672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2.8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3749040" y="3749040"/>
            <a:ext cx="320040" cy="1005840"/>
          </a:xfrm>
          <a:prstGeom prst="rect">
            <a:avLst/>
          </a:prstGeom>
          <a:solidFill>
            <a:srgbClr val="84B927"/>
          </a:solidFill>
          <a:ln w="6350">
            <a:solidFill>
              <a:srgbClr val="4F7F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2" name="Text 160"/>
          <p:cNvSpPr/>
          <p:nvPr/>
        </p:nvSpPr>
        <p:spPr>
          <a:xfrm>
            <a:off x="3657600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3.1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4315968" y="4625094"/>
            <a:ext cx="320040" cy="12978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4" name="Text 162"/>
          <p:cNvSpPr/>
          <p:nvPr/>
        </p:nvSpPr>
        <p:spPr>
          <a:xfrm>
            <a:off x="4224528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0.4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4882896" y="4689987"/>
            <a:ext cx="320040" cy="64893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6" name="Text 164"/>
          <p:cNvSpPr/>
          <p:nvPr/>
        </p:nvSpPr>
        <p:spPr>
          <a:xfrm>
            <a:off x="4791456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0.2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5449824" y="3976165"/>
            <a:ext cx="320040" cy="778715"/>
          </a:xfrm>
          <a:prstGeom prst="rect">
            <a:avLst/>
          </a:prstGeom>
          <a:solidFill>
            <a:srgbClr val="84B927"/>
          </a:solidFill>
          <a:ln w="6350">
            <a:solidFill>
              <a:srgbClr val="4F7F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8" name="Text 166"/>
          <p:cNvSpPr/>
          <p:nvPr/>
        </p:nvSpPr>
        <p:spPr>
          <a:xfrm>
            <a:off x="5358384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2.4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6016752" y="4722434"/>
            <a:ext cx="320040" cy="32446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0" name="Text 168"/>
          <p:cNvSpPr/>
          <p:nvPr/>
        </p:nvSpPr>
        <p:spPr>
          <a:xfrm>
            <a:off x="5925312" y="486460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0.1</a:t>
            </a:r>
            <a:endParaRPr lang="en-US" sz="700" dirty="0"/>
          </a:p>
        </p:txBody>
      </p:sp>
      <p:sp>
        <p:nvSpPr>
          <p:cNvPr id="171" name="Text 169"/>
          <p:cNvSpPr/>
          <p:nvPr/>
        </p:nvSpPr>
        <p:spPr>
          <a:xfrm>
            <a:off x="6364224" y="451485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large activations near detected pattern occurrences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3" name="Text 171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One filter generates one feature map; a Conv1D layer usually learns many filters and many feature maps.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D1E90E-B390-FAB0-40E8-C34A0E47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Recurrence and convolution represent time differently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8E06A2-B9DE-61F4-244F-3E7801FCE8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Recurrent model</a:t>
            </a:r>
          </a:p>
          <a:p>
            <a:r>
              <a:rPr lang="en-GB" dirty="0"/>
              <a:t>Temporal information is carried through an evolving state.</a:t>
            </a:r>
          </a:p>
          <a:p>
            <a:r>
              <a:rPr lang="en-GB" dirty="0"/>
              <a:t>x[1] → h[1] → h[2] → h[3] → h[4]</a:t>
            </a:r>
          </a:p>
          <a:p>
            <a:r>
              <a:rPr lang="en-GB" dirty="0"/>
              <a:t>          ↑        ↑         ↑</a:t>
            </a:r>
          </a:p>
          <a:p>
            <a:r>
              <a:rPr lang="en-GB" dirty="0"/>
              <a:t>         x[2]     x[3]     x[4]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3AAE7E6-090C-FA9D-1EF4-6657436A3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065339"/>
            <a:ext cx="4184034" cy="3880773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Convolutional model</a:t>
            </a:r>
          </a:p>
          <a:p>
            <a:r>
              <a:rPr lang="en-GB" dirty="0"/>
              <a:t>Temporal information is detected through overlapping local regions.</a:t>
            </a:r>
          </a:p>
          <a:p>
            <a:r>
              <a:rPr lang="en-GB" dirty="0"/>
              <a:t>input:</a:t>
            </a:r>
          </a:p>
          <a:p>
            <a:r>
              <a:rPr lang="en-GB" dirty="0"/>
              <a:t>x[1] x[2] x[3] x[4] x[5] x[6]</a:t>
            </a:r>
          </a:p>
          <a:p>
            <a:endParaRPr lang="en-GB" dirty="0"/>
          </a:p>
          <a:p>
            <a:r>
              <a:rPr lang="en-GB" dirty="0"/>
              <a:t>filter position 1:</a:t>
            </a:r>
          </a:p>
          <a:p>
            <a:pPr lvl="1"/>
            <a:r>
              <a:rPr lang="en-GB" dirty="0"/>
              <a:t>[ x[1] x[2] x[3] ]</a:t>
            </a:r>
            <a:br>
              <a:rPr lang="en-GB" dirty="0"/>
            </a:br>
            <a:endParaRPr lang="en-GB" dirty="0"/>
          </a:p>
          <a:p>
            <a:r>
              <a:rPr lang="en-GB" dirty="0"/>
              <a:t>filter position 2:</a:t>
            </a:r>
          </a:p>
          <a:p>
            <a:pPr lvl="1"/>
            <a:r>
              <a:rPr lang="en-GB" dirty="0"/>
              <a:t>[ x[2] x[3] x[4] ]</a:t>
            </a:r>
            <a:br>
              <a:rPr lang="en-GB" dirty="0"/>
            </a:br>
            <a:endParaRPr lang="en-GB" dirty="0"/>
          </a:p>
          <a:p>
            <a:r>
              <a:rPr lang="en-GB" dirty="0"/>
              <a:t>filter position 3:</a:t>
            </a:r>
          </a:p>
          <a:p>
            <a:pPr lvl="1"/>
            <a:r>
              <a:rPr lang="en-GB" dirty="0"/>
              <a:t>[ x[3] x[4] x[5] ]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4E08D43-C142-5009-8651-E47E94D3BB8F}"/>
              </a:ext>
            </a:extLst>
          </p:cNvPr>
          <p:cNvSpPr txBox="1"/>
          <p:nvPr/>
        </p:nvSpPr>
        <p:spPr>
          <a:xfrm>
            <a:off x="466683" y="4618375"/>
            <a:ext cx="583996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Fundamental difference</a:t>
            </a:r>
          </a:p>
          <a:p>
            <a:r>
              <a:rPr lang="en-GB" sz="1600" dirty="0"/>
              <a:t>RNN:</a:t>
            </a:r>
          </a:p>
          <a:p>
            <a:r>
              <a:rPr lang="en-GB" sz="1600" dirty="0"/>
              <a:t>What information should the state carry forward?</a:t>
            </a:r>
          </a:p>
          <a:p>
            <a:r>
              <a:rPr lang="en-GB" sz="1600" dirty="0"/>
              <a:t>CNN:</a:t>
            </a:r>
          </a:p>
          <a:p>
            <a:r>
              <a:rPr lang="en-GB" sz="1600" dirty="0"/>
              <a:t>What local patterns are present at each position?</a:t>
            </a:r>
          </a:p>
          <a:p>
            <a:r>
              <a:rPr lang="en-GB" sz="1600" b="1" dirty="0"/>
              <a:t>Later convolutional layers can combine local patterns into progressively larger temporal structures.</a:t>
            </a:r>
          </a:p>
        </p:txBody>
      </p:sp>
    </p:spTree>
    <p:extLst>
      <p:ext uri="{BB962C8B-B14F-4D97-AF65-F5344CB8AC3E}">
        <p14:creationId xmlns:p14="http://schemas.microsoft.com/office/powerpoint/2010/main" val="2378045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Recurrence and convolution represent time differently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State propagation versus local-region detection.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04672" y="1421892"/>
            <a:ext cx="768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RNN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135331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563EB"/>
                </a:solidFill>
              </a:rPr>
              <a:t>What information should the state carry forward?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875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h[1]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424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x1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338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8288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9019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h[2]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533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9568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0482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7432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163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h[3]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677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8712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9626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6576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7307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h[4]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821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7856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770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451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h[5]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0965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7000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x5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914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86400" y="2331720"/>
            <a:ext cx="438912" cy="365760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559552" y="2404872"/>
            <a:ext cx="292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h[6]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10912" y="2514600"/>
            <a:ext cx="475488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614416" y="199339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x6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705856" y="2148840"/>
            <a:ext cx="0" cy="182880"/>
          </a:xfrm>
          <a:prstGeom prst="line">
            <a:avLst/>
          </a:prstGeom>
          <a:noFill/>
          <a:ln w="1143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31520" y="379476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04672" y="3890772"/>
            <a:ext cx="768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CNN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828800" y="38221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4F7F2B"/>
                </a:solidFill>
              </a:rPr>
              <a:t>What local patterns are present at each position?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098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3670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8242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2814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7386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31958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36530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1102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567428" y="4658868"/>
            <a:ext cx="100584" cy="100584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9144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3716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8288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2860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743200" y="4517136"/>
            <a:ext cx="1051560" cy="393192"/>
          </a:xfrm>
          <a:prstGeom prst="roundRect">
            <a:avLst>
              <a:gd name="adj" fmla="val 6977"/>
            </a:avLst>
          </a:prstGeom>
          <a:solidFill>
            <a:srgbClr val="EAF6D6">
              <a:alpha val="55000"/>
            </a:srgbClr>
          </a:solidFill>
          <a:ln w="1397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Later convolutional layers combine local pattern detections into broader temporal structures.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643FF7-FE7D-D7C6-998C-61F495421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5.B — One-Dimensional Temporal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44AC78-8B4E-8710-8B4F-48BEF77F4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4719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4D1E81-C74D-7AB3-8B07-F9BCA5DCC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representation for Conv1D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49B969-9CBC-AF58-F033-50245EFD17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161491" cy="4344986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temporal sequence with d variables can be represented as:</a:t>
            </a:r>
          </a:p>
          <a:p>
            <a:r>
              <a:rPr lang="en-GB" dirty="0"/>
              <a:t>[L,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input channels or variables. </a:t>
            </a:r>
          </a:p>
          <a:p>
            <a:r>
              <a:rPr lang="en-GB" dirty="0"/>
              <a:t>For a batch of N sequences: [N, L, d]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Suppose each sample contains:</a:t>
            </a:r>
          </a:p>
          <a:p>
            <a:pPr lvl="1"/>
            <a:r>
              <a:rPr lang="en-GB" dirty="0"/>
              <a:t>200 time steps; </a:t>
            </a:r>
          </a:p>
          <a:p>
            <a:pPr lvl="1"/>
            <a:r>
              <a:rPr lang="en-GB" dirty="0"/>
              <a:t>4 sensor variables. </a:t>
            </a:r>
          </a:p>
          <a:p>
            <a:r>
              <a:rPr lang="en-GB" dirty="0"/>
              <a:t>One sample: [200, 4]</a:t>
            </a:r>
          </a:p>
          <a:p>
            <a:r>
              <a:rPr lang="en-GB" dirty="0"/>
              <a:t>A batch of 64 samples: [64, 200, 4]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9980AA-D55B-88A0-E72F-1CCAC9EF0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61187" y="2160588"/>
            <a:ext cx="5425630" cy="4344987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At one temporal position</a:t>
            </a:r>
          </a:p>
          <a:p>
            <a:r>
              <a:rPr lang="en-GB" dirty="0"/>
              <a:t>x[t] =</a:t>
            </a:r>
          </a:p>
          <a:p>
            <a:pPr lvl="1"/>
            <a:r>
              <a:rPr lang="en-GB" dirty="0"/>
              <a:t>[</a:t>
            </a:r>
          </a:p>
          <a:p>
            <a:pPr lvl="1"/>
            <a:r>
              <a:rPr lang="en-GB" dirty="0"/>
              <a:t>temperature[t],</a:t>
            </a:r>
          </a:p>
          <a:p>
            <a:pPr lvl="1"/>
            <a:r>
              <a:rPr lang="en-GB" dirty="0"/>
              <a:t>pressure[t],</a:t>
            </a:r>
          </a:p>
          <a:p>
            <a:pPr lvl="1"/>
            <a:r>
              <a:rPr lang="en-GB" dirty="0"/>
              <a:t>flow[t],</a:t>
            </a:r>
          </a:p>
          <a:p>
            <a:pPr lvl="1"/>
            <a:r>
              <a:rPr lang="en-GB" dirty="0"/>
              <a:t>vibration[t]</a:t>
            </a:r>
          </a:p>
          <a:p>
            <a:pPr lvl="1"/>
            <a:r>
              <a:rPr lang="en-GB" dirty="0"/>
              <a:t>]</a:t>
            </a:r>
          </a:p>
          <a:p>
            <a:r>
              <a:rPr lang="en-GB" dirty="0"/>
              <a:t>So:</a:t>
            </a:r>
          </a:p>
          <a:p>
            <a:r>
              <a:rPr lang="en-GB" dirty="0"/>
              <a:t>x[t] has dimension d = 4.</a:t>
            </a:r>
          </a:p>
          <a:p>
            <a:endParaRPr lang="en-GB" dirty="0"/>
          </a:p>
          <a:p>
            <a:r>
              <a:rPr lang="en-GB" b="1" dirty="0"/>
              <a:t>Conv1D operates along the temporal dimension, while simultaneously considering the available input channels.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8265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Conv1D input representation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The convolution operates along time and uses all channels in the local region.</a:t>
            </a:r>
            <a:endParaRPr lang="en-US" sz="1150" b="1" dirty="0"/>
          </a:p>
        </p:txBody>
      </p:sp>
      <p:sp>
        <p:nvSpPr>
          <p:cNvPr id="6" name="Text 4"/>
          <p:cNvSpPr/>
          <p:nvPr/>
        </p:nvSpPr>
        <p:spPr>
          <a:xfrm>
            <a:off x="77724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one sample: [L, d]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691640"/>
            <a:ext cx="2852928" cy="234086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89888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865376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340864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816352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91840" y="1691640"/>
            <a:ext cx="0" cy="234086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914400" y="1984248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14400" y="2276856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4400" y="2569464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14400" y="2862072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14400" y="3154680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914400" y="3447288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14400" y="3739896"/>
            <a:ext cx="2852928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554480" y="41605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time steps 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3977640"/>
            <a:ext cx="283464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023360" y="1737360"/>
            <a:ext cx="320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features / channels 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977640" y="1691640"/>
            <a:ext cx="0" cy="233172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212080" y="12344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batch: [N, L, d]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257800" y="1874520"/>
            <a:ext cx="2084832" cy="1609344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605272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952744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300216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647688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995160" y="1874520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257800" y="207568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257800" y="227685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257800" y="247802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257800" y="267919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257800" y="2880360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257800" y="308152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257800" y="328269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458968" y="2075688"/>
            <a:ext cx="2084832" cy="1609344"/>
          </a:xfrm>
          <a:prstGeom prst="rect">
            <a:avLst/>
          </a:prstGeom>
          <a:solidFill>
            <a:srgbClr val="EEF2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5806440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153912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501384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848856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7196328" y="2075688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5458968" y="227685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5458968" y="247802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5458968" y="267919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458968" y="2880360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458968" y="308152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458968" y="328269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458968" y="348386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5660136" y="2276856"/>
            <a:ext cx="2084832" cy="16093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6007608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6355080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6702552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050024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397496" y="2276856"/>
            <a:ext cx="0" cy="1609344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5660136" y="247802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5660136" y="267919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5660136" y="2880360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660136" y="3081528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5660136" y="3282696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5660136" y="3483864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5660136" y="3685032"/>
            <a:ext cx="2084832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5669280" y="48006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N stacked samples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4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Conv1D convention used here: samples × time × features, i.e. [N, L, d].</a:t>
            </a:r>
            <a:endParaRPr lang="en-US" sz="1020" dirty="0"/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F483DCC1-EA1C-7D2F-AA63-CA318E5A9454}"/>
              </a:ext>
            </a:extLst>
          </p:cNvPr>
          <p:cNvSpPr txBox="1"/>
          <p:nvPr/>
        </p:nvSpPr>
        <p:spPr>
          <a:xfrm>
            <a:off x="1389888" y="4722792"/>
            <a:ext cx="29908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/>
              <a:t>N.B. </a:t>
            </a:r>
            <a:r>
              <a:rPr lang="it-IT" sz="1400" dirty="0" err="1"/>
              <a:t>dim</a:t>
            </a:r>
            <a:r>
              <a:rPr lang="it-IT" sz="1400" dirty="0"/>
              <a:t> 1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along</a:t>
            </a:r>
            <a:r>
              <a:rPr lang="it-IT" sz="1400" dirty="0"/>
              <a:t> </a:t>
            </a:r>
            <a:r>
              <a:rPr lang="it-IT" sz="1400" dirty="0" err="1"/>
              <a:t>rows</a:t>
            </a:r>
            <a:r>
              <a:rPr lang="it-IT" sz="1400" dirty="0"/>
              <a:t>, </a:t>
            </a:r>
            <a:r>
              <a:rPr lang="it-IT" sz="1400" dirty="0" err="1"/>
              <a:t>dim</a:t>
            </a:r>
            <a:r>
              <a:rPr lang="it-IT" sz="1400" dirty="0"/>
              <a:t> 2 </a:t>
            </a:r>
            <a:r>
              <a:rPr lang="it-IT" sz="1400" dirty="0" err="1"/>
              <a:t>along</a:t>
            </a:r>
            <a:r>
              <a:rPr lang="it-IT" sz="1400" dirty="0"/>
              <a:t> </a:t>
            </a:r>
            <a:r>
              <a:rPr lang="it-IT" sz="1400" dirty="0" err="1"/>
              <a:t>columns</a:t>
            </a:r>
            <a:r>
              <a:rPr lang="it-IT" sz="1400" dirty="0"/>
              <a:t>.</a:t>
            </a:r>
          </a:p>
          <a:p>
            <a:r>
              <a:rPr lang="it-IT" sz="1400" dirty="0"/>
              <a:t>Here </a:t>
            </a:r>
            <a:r>
              <a:rPr lang="it-IT" sz="1400" dirty="0" err="1"/>
              <a:t>we</a:t>
            </a:r>
            <a:r>
              <a:rPr lang="it-IT" sz="1400" dirty="0"/>
              <a:t> swap </a:t>
            </a:r>
            <a:r>
              <a:rPr lang="it-IT" sz="1400" dirty="0" err="1"/>
              <a:t>dimensions</a:t>
            </a:r>
            <a:r>
              <a:rPr lang="it-IT" sz="1400" dirty="0"/>
              <a:t> for </a:t>
            </a:r>
            <a:r>
              <a:rPr lang="it-IT" sz="1400" dirty="0" err="1"/>
              <a:t>visualization</a:t>
            </a:r>
            <a:r>
              <a:rPr lang="it-IT" sz="1400" dirty="0"/>
              <a:t> </a:t>
            </a:r>
            <a:r>
              <a:rPr lang="it-IT" sz="1400" dirty="0" err="1"/>
              <a:t>purposes</a:t>
            </a:r>
            <a:r>
              <a:rPr lang="it-IT" sz="1400" dirty="0"/>
              <a:t> </a:t>
            </a:r>
            <a:r>
              <a:rPr lang="it-IT" sz="1400" dirty="0" err="1"/>
              <a:t>only</a:t>
            </a:r>
            <a:endParaRPr lang="en-GB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62D763-9AE9-933F-7B86-B2DBB27CD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kernel?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2546D6-2783-E9C9-E52F-AE423C8A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convolutional kernel is a small set of learned weights that spans a local temporal region.</a:t>
            </a:r>
          </a:p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input dimension d = 4. </a:t>
            </a:r>
          </a:p>
          <a:p>
            <a:r>
              <a:rPr lang="en-GB" dirty="0"/>
              <a:t>The kernel examines three consecutive time steps:</a:t>
            </a:r>
          </a:p>
          <a:p>
            <a:pPr lvl="1"/>
            <a:r>
              <a:rPr lang="en-GB" dirty="0"/>
              <a:t>x[t]</a:t>
            </a:r>
          </a:p>
          <a:p>
            <a:pPr lvl="1"/>
            <a:r>
              <a:rPr lang="en-GB" dirty="0"/>
              <a:t>x[t+1]</a:t>
            </a:r>
          </a:p>
          <a:p>
            <a:pPr lvl="1"/>
            <a:r>
              <a:rPr lang="en-GB" dirty="0"/>
              <a:t>x[t+2]</a:t>
            </a:r>
          </a:p>
          <a:p>
            <a:pPr lvl="1"/>
            <a:r>
              <a:rPr lang="en-GB" dirty="0"/>
              <a:t>and all four input channels.</a:t>
            </a:r>
          </a:p>
          <a:p>
            <a:r>
              <a:rPr lang="en-GB" dirty="0"/>
              <a:t>Conceptually, its local input region has shape:</a:t>
            </a:r>
          </a:p>
          <a:p>
            <a:pPr lvl="1"/>
            <a:r>
              <a:rPr lang="en-GB" dirty="0"/>
              <a:t>[K, d] = [3, 4]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37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B3D641-5B10-E281-4BB8-ED60C312A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kernel?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C54E94-8136-1A1F-CE03-8ED81B8D4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Kernel parameters</a:t>
            </a:r>
          </a:p>
          <a:p>
            <a:r>
              <a:rPr lang="en-GB" dirty="0"/>
              <a:t>A single filter contains learned weights associated with:</a:t>
            </a:r>
          </a:p>
          <a:p>
            <a:pPr lvl="1"/>
            <a:r>
              <a:rPr lang="en-GB" dirty="0"/>
              <a:t>each temporal offset; </a:t>
            </a:r>
          </a:p>
          <a:p>
            <a:pPr lvl="1"/>
            <a:r>
              <a:rPr lang="en-GB" dirty="0"/>
              <a:t>each input channel. </a:t>
            </a:r>
          </a:p>
          <a:p>
            <a:r>
              <a:rPr lang="en-GB" dirty="0"/>
              <a:t>The filter therefore learns a local multivariate temporal pattern.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One filter could potentially respond to a combination such as:</a:t>
            </a:r>
          </a:p>
          <a:p>
            <a:pPr lvl="1"/>
            <a:r>
              <a:rPr lang="en-GB" dirty="0"/>
              <a:t>vibration increasing; </a:t>
            </a:r>
          </a:p>
          <a:p>
            <a:pPr lvl="1"/>
            <a:r>
              <a:rPr lang="en-GB" dirty="0"/>
              <a:t>current increasing; </a:t>
            </a:r>
          </a:p>
          <a:p>
            <a:pPr lvl="1"/>
            <a:r>
              <a:rPr lang="en-GB" dirty="0"/>
              <a:t>pressure decreasing; </a:t>
            </a:r>
          </a:p>
          <a:p>
            <a:pPr lvl="1"/>
            <a:r>
              <a:rPr lang="en-GB" dirty="0"/>
              <a:t>over three consecutive time steps.</a:t>
            </a:r>
          </a:p>
          <a:p>
            <a:endParaRPr lang="en-GB" b="1" dirty="0"/>
          </a:p>
          <a:p>
            <a:r>
              <a:rPr lang="en-GB" b="1" dirty="0"/>
              <a:t>A temporal kernel can learn relationships both across time and across input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6628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temporal kernel spans K time steps and d channels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For one filter, the local input region has shape [K, d].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1417320"/>
            <a:ext cx="45262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7160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87452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37744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88036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38328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88620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38912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892040" y="1417320"/>
            <a:ext cx="0" cy="205740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68680" y="182880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868680" y="224028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68680" y="265176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68680" y="3063240"/>
            <a:ext cx="4526280" cy="0"/>
          </a:xfrm>
          <a:prstGeom prst="line">
            <a:avLst/>
          </a:prstGeom>
          <a:noFill/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194560" y="3703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time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4048" y="2011680"/>
            <a:ext cx="320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channels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74520" y="1417320"/>
            <a:ext cx="1508760" cy="2057400"/>
          </a:xfrm>
          <a:prstGeom prst="roundRect">
            <a:avLst>
              <a:gd name="adj" fmla="val 1818"/>
            </a:avLst>
          </a:prstGeom>
          <a:solidFill>
            <a:srgbClr val="EAF6D6">
              <a:alpha val="62000"/>
            </a:srgbClr>
          </a:solidFill>
          <a:ln w="254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920240" y="36118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kernel region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4F7F2B"/>
                </a:solidFill>
              </a:rPr>
              <a:t>K = 3, d = 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51960" y="2423160"/>
            <a:ext cx="91440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257800" y="1783080"/>
            <a:ext cx="1097280" cy="118872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330952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learned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weights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[K,d]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37960" y="2423160"/>
            <a:ext cx="8686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498080" y="1965960"/>
            <a:ext cx="1097280" cy="822960"/>
          </a:xfrm>
          <a:prstGeom prst="roundRect">
            <a:avLst>
              <a:gd name="adj" fmla="val 8889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571232" y="2267712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one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activation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The filter can learn multivariate temporal patterns, combining time offsets and input variables.</a:t>
            </a:r>
            <a:endParaRPr lang="en-US" sz="10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FAF888-2E7D-34A2-D3C3-F7EFA31CC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convolution operation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E9FDD9-3177-497E-2121-D6530F0C1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At one temporal position, the kernel is combined with the corresponding local input region.</a:t>
            </a:r>
          </a:p>
          <a:p>
            <a:pPr lvl="1"/>
            <a:r>
              <a:rPr lang="en-GB" dirty="0"/>
              <a:t>input region</a:t>
            </a:r>
          </a:p>
          <a:p>
            <a:pPr lvl="1"/>
            <a:r>
              <a:rPr lang="en-GB" dirty="0"/>
              <a:t>[x[t], x[t+1], ..., x[t+K−1]]</a:t>
            </a:r>
          </a:p>
          <a:p>
            <a:pPr lvl="1"/>
            <a:r>
              <a:rPr lang="en-GB" dirty="0"/>
              <a:t>               ×</a:t>
            </a:r>
          </a:p>
          <a:p>
            <a:pPr lvl="1"/>
            <a:r>
              <a:rPr lang="en-GB" dirty="0"/>
              <a:t>         kernel weights (incl. bias)</a:t>
            </a:r>
          </a:p>
          <a:p>
            <a:pPr lvl="1"/>
            <a:r>
              <a:rPr lang="en-GB" dirty="0"/>
              <a:t>               ↓</a:t>
            </a:r>
          </a:p>
          <a:p>
            <a:pPr lvl="1"/>
            <a:r>
              <a:rPr lang="en-GB" dirty="0"/>
              <a:t>      weighted combination</a:t>
            </a:r>
          </a:p>
          <a:p>
            <a:pPr lvl="1"/>
            <a:r>
              <a:rPr lang="en-GB" dirty="0"/>
              <a:t>               ↓</a:t>
            </a:r>
          </a:p>
          <a:p>
            <a:pPr lvl="1"/>
            <a:r>
              <a:rPr lang="en-GB" dirty="0"/>
              <a:t>          activation</a:t>
            </a:r>
          </a:p>
          <a:p>
            <a:r>
              <a:rPr lang="en-GB" dirty="0"/>
              <a:t>For one filter, the result is one scalar activation at that temporal position.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7978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61ED1-8892-DD30-9579-4F89B1EAC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AFA5F6-75C1-93FB-9342-C6A419B31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convolution operation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2AFC7B-D72A-DBE5-65E9-051FFBD1F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Simplified conceptual expression</a:t>
            </a:r>
          </a:p>
          <a:p>
            <a:r>
              <a:rPr lang="en-GB" dirty="0"/>
              <a:t>activation = </a:t>
            </a:r>
            <a:r>
              <a:rPr lang="en-GB" dirty="0" err="1"/>
              <a:t>nonlinear_function</a:t>
            </a:r>
            <a:r>
              <a:rPr lang="en-GB" dirty="0"/>
              <a:t>(weighted local input + bias)</a:t>
            </a:r>
          </a:p>
          <a:p>
            <a:r>
              <a:rPr lang="en-GB" b="1" dirty="0"/>
              <a:t>Then the same kernel moves to the next position</a:t>
            </a:r>
          </a:p>
          <a:p>
            <a:pPr lvl="1"/>
            <a:r>
              <a:rPr lang="en-GB" dirty="0"/>
              <a:t>position 1: x[1] ... x[K]</a:t>
            </a:r>
          </a:p>
          <a:p>
            <a:pPr lvl="1"/>
            <a:r>
              <a:rPr lang="en-GB" dirty="0"/>
              <a:t>position 2: x[2] ... x[K+1]</a:t>
            </a:r>
          </a:p>
          <a:p>
            <a:pPr lvl="1"/>
            <a:r>
              <a:rPr lang="en-GB" dirty="0"/>
              <a:t>position 3: x[3] ... x[K+2]</a:t>
            </a:r>
          </a:p>
          <a:p>
            <a:endParaRPr lang="en-GB" b="1" dirty="0"/>
          </a:p>
          <a:p>
            <a:r>
              <a:rPr lang="en-GB" b="1" dirty="0"/>
              <a:t>Parameter sharing</a:t>
            </a:r>
          </a:p>
          <a:p>
            <a:r>
              <a:rPr lang="en-GB" dirty="0"/>
              <a:t>The same learned pattern detector is applied throughout the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43919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5B7E1D-45D6-E74E-B0D3-5D7486BF4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numerical example with one channel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C0EC01-206A-7884-56ED-88C8404645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019300"/>
            <a:ext cx="5752041" cy="4562475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Consider a univariate sequence:</a:t>
            </a:r>
          </a:p>
          <a:p>
            <a:r>
              <a:rPr lang="en-GB" dirty="0"/>
              <a:t>x = [2, 3, 5, 4, 1]</a:t>
            </a:r>
          </a:p>
          <a:p>
            <a:r>
              <a:rPr lang="en-GB" dirty="0"/>
              <a:t>and a kernel of size 3:</a:t>
            </a:r>
          </a:p>
          <a:p>
            <a:r>
              <a:rPr lang="en-GB" dirty="0"/>
              <a:t>w = [−1, 0, 1]</a:t>
            </a:r>
          </a:p>
          <a:p>
            <a:r>
              <a:rPr lang="en-GB" dirty="0"/>
              <a:t>At the first position:</a:t>
            </a:r>
          </a:p>
          <a:p>
            <a:r>
              <a:rPr lang="en-GB" dirty="0"/>
              <a:t>[2, 3, 5]</a:t>
            </a:r>
          </a:p>
          <a:p>
            <a:r>
              <a:rPr lang="en-GB" dirty="0"/>
              <a:t>the filter computes:</a:t>
            </a:r>
          </a:p>
          <a:p>
            <a:r>
              <a:rPr lang="en-GB" dirty="0"/>
              <a:t>−1×2 + 0×3 + 1×5 = 3</a:t>
            </a:r>
          </a:p>
          <a:p>
            <a:r>
              <a:rPr lang="en-GB" dirty="0"/>
              <a:t>At the second position:</a:t>
            </a:r>
          </a:p>
          <a:p>
            <a:r>
              <a:rPr lang="en-GB" dirty="0"/>
              <a:t>[3, 5, 4]</a:t>
            </a:r>
          </a:p>
          <a:p>
            <a:r>
              <a:rPr lang="en-GB" dirty="0"/>
              <a:t>the result is:</a:t>
            </a:r>
          </a:p>
          <a:p>
            <a:r>
              <a:rPr lang="en-GB" dirty="0"/>
              <a:t>−1×3 + 0×5 + 1×4 = 1</a:t>
            </a:r>
          </a:p>
          <a:p>
            <a:r>
              <a:rPr lang="en-GB" dirty="0"/>
              <a:t>At the third position:</a:t>
            </a:r>
          </a:p>
          <a:p>
            <a:r>
              <a:rPr lang="en-GB" dirty="0"/>
              <a:t>[5, 4, 1]</a:t>
            </a:r>
          </a:p>
          <a:p>
            <a:r>
              <a:rPr lang="en-GB" dirty="0"/>
              <a:t>the result is:</a:t>
            </a:r>
          </a:p>
          <a:p>
            <a:r>
              <a:rPr lang="en-GB" dirty="0"/>
              <a:t>−1×5 + 0×4 + 1×1 = −4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177E793-48EE-D5DF-BB80-BCDD350D1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1930400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This particular kernel responds to local change.</a:t>
            </a:r>
          </a:p>
          <a:p>
            <a:r>
              <a:rPr lang="en-GB" dirty="0"/>
              <a:t>Positive activation:</a:t>
            </a:r>
          </a:p>
          <a:p>
            <a:pPr lvl="1"/>
            <a:r>
              <a:rPr lang="en-GB" dirty="0"/>
              <a:t>later value is larger than earlier value. </a:t>
            </a:r>
          </a:p>
          <a:p>
            <a:r>
              <a:rPr lang="en-GB" dirty="0"/>
              <a:t>Negative activation:</a:t>
            </a:r>
          </a:p>
          <a:p>
            <a:pPr lvl="1"/>
            <a:r>
              <a:rPr lang="en-GB" dirty="0"/>
              <a:t>later value is smaller. </a:t>
            </a:r>
          </a:p>
          <a:p>
            <a:endParaRPr lang="en-GB" dirty="0"/>
          </a:p>
          <a:p>
            <a:r>
              <a:rPr lang="en-GB" dirty="0"/>
              <a:t>In a neural network, these kernel values are </a:t>
            </a:r>
            <a:r>
              <a:rPr lang="en-GB" b="1" dirty="0"/>
              <a:t>learned</a:t>
            </a:r>
            <a:r>
              <a:rPr lang="en-GB" dirty="0"/>
              <a:t>, not manually specified.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7282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Convolution: a simple numerical example (one channel)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hand-written kernel illustrates what a learned temporal filter does.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sequence x = [2, 3, 5, 4, 1]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0" y="12344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kernel w = [−1, 0, 1]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8755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0876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8191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0312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17627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9748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77063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19659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64992" y="20848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8680" y="1874520"/>
            <a:ext cx="1691640" cy="640080"/>
          </a:xfrm>
          <a:prstGeom prst="roundRect">
            <a:avLst>
              <a:gd name="adj" fmla="val 4286"/>
            </a:avLst>
          </a:prstGeom>
          <a:solidFill>
            <a:srgbClr val="EAF6D6">
              <a:alpha val="50000"/>
            </a:srgbClr>
          </a:solidFill>
          <a:ln w="2032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297680" y="208483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position 1: −1×2 + 0×3 + 1×5 = 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8755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50876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58191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0312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17627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9748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77063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364992" y="29992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463040" y="2788920"/>
            <a:ext cx="1691640" cy="640080"/>
          </a:xfrm>
          <a:prstGeom prst="roundRect">
            <a:avLst>
              <a:gd name="adj" fmla="val 4286"/>
            </a:avLst>
          </a:prstGeom>
          <a:solidFill>
            <a:srgbClr val="EAF6D6">
              <a:alpha val="50000"/>
            </a:srgbClr>
          </a:solidFill>
          <a:ln w="2032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297680" y="299923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position 2: −1×3 + 0×5 + 1×4 = 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440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98755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0876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58191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10312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217627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69748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77063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91840" y="3794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3364992" y="3913632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057400" y="3703320"/>
            <a:ext cx="1691640" cy="640080"/>
          </a:xfrm>
          <a:prstGeom prst="roundRect">
            <a:avLst>
              <a:gd name="adj" fmla="val 4286"/>
            </a:avLst>
          </a:prstGeom>
          <a:solidFill>
            <a:srgbClr val="EAF6D6">
              <a:alpha val="50000"/>
            </a:srgbClr>
          </a:solidFill>
          <a:ln w="2032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4297680" y="391363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position 3: −1×5 + 0×4 + 1×1 = −4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874520" y="5074920"/>
            <a:ext cx="2331720" cy="594360"/>
          </a:xfrm>
          <a:prstGeom prst="roundRect">
            <a:avLst>
              <a:gd name="adj" fmla="val 12308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1947672" y="526237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output feature map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[3, 1, −4]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This kernel responds to local change; in a Conv1D layer, kernel values are learned from the prediction task.</a:t>
            </a:r>
            <a:endParaRPr lang="en-US" sz="10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0C4C8B-AC29-B370-B1AC-144F06616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Multiple filters learn different temporal patterns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2BDD6A-A3FC-4425-BB50-E9DDAF9AD2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275916" cy="4468811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Conv1D layer normally contains many filters.</a:t>
            </a:r>
          </a:p>
          <a:p>
            <a:r>
              <a:rPr lang="en-GB" dirty="0"/>
              <a:t>Suppose:</a:t>
            </a:r>
          </a:p>
          <a:p>
            <a:r>
              <a:rPr lang="en-GB" dirty="0"/>
              <a:t>F = 32</a:t>
            </a:r>
          </a:p>
          <a:p>
            <a:r>
              <a:rPr lang="en-GB" dirty="0"/>
              <a:t>The layer learns 32 different temporal detectors.</a:t>
            </a:r>
          </a:p>
          <a:p>
            <a:r>
              <a:rPr lang="en-GB" dirty="0"/>
              <a:t>Each filter produces its own feature map.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┌───────── filter 1 → feature map 1</a:t>
            </a:r>
          </a:p>
          <a:p>
            <a:r>
              <a:rPr lang="en-GB" dirty="0"/>
              <a:t> ├───────── filter 2 → feature map 2</a:t>
            </a:r>
          </a:p>
          <a:p>
            <a:r>
              <a:rPr lang="en-GB" dirty="0"/>
              <a:t> ├───────── filter 3 → feature map 3</a:t>
            </a:r>
          </a:p>
          <a:p>
            <a:r>
              <a:rPr lang="en-GB" dirty="0"/>
              <a:t> │</a:t>
            </a:r>
          </a:p>
          <a:p>
            <a:r>
              <a:rPr lang="en-GB" dirty="0"/>
              <a:t> └───────── filter 32 → feature map 32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DCDEED-15E5-D749-5425-1291C0096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4" y="1609725"/>
            <a:ext cx="4590915" cy="5019675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Different filters may become sensitive to different patterns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increasing trend; </a:t>
            </a:r>
          </a:p>
          <a:p>
            <a:pPr lvl="1"/>
            <a:r>
              <a:rPr lang="en-GB" dirty="0"/>
              <a:t>sudden drop; </a:t>
            </a:r>
          </a:p>
          <a:p>
            <a:pPr lvl="1"/>
            <a:r>
              <a:rPr lang="en-GB" dirty="0"/>
              <a:t>narrow peak; </a:t>
            </a:r>
          </a:p>
          <a:p>
            <a:pPr lvl="1"/>
            <a:r>
              <a:rPr lang="en-GB" dirty="0"/>
              <a:t>oscillatory burst; </a:t>
            </a:r>
          </a:p>
          <a:p>
            <a:pPr lvl="1"/>
            <a:r>
              <a:rPr lang="en-GB" dirty="0"/>
              <a:t>simultaneous changes across several channels. </a:t>
            </a:r>
          </a:p>
          <a:p>
            <a:r>
              <a:rPr lang="en-GB" b="1" dirty="0"/>
              <a:t>Output channels</a:t>
            </a:r>
          </a:p>
          <a:p>
            <a:r>
              <a:rPr lang="en-GB" dirty="0"/>
              <a:t>The number of filters determines the number of output channels.</a:t>
            </a:r>
          </a:p>
          <a:p>
            <a:r>
              <a:rPr lang="en-GB" dirty="0"/>
              <a:t>If:</a:t>
            </a:r>
          </a:p>
          <a:p>
            <a:r>
              <a:rPr lang="en-GB" dirty="0"/>
              <a:t>F = 32</a:t>
            </a:r>
          </a:p>
          <a:p>
            <a:r>
              <a:rPr lang="en-GB" dirty="0"/>
              <a:t>then each temporal position is represented by 32 learned activations.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90601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Multiple filters learn different temporal patterns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Each filter produces one output channel / feature map.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278892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41832" y="302209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input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sequence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319272" y="16002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rising edge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1709928"/>
            <a:ext cx="914400" cy="0"/>
          </a:xfrm>
          <a:prstGeom prst="line">
            <a:avLst/>
          </a:prstGeom>
          <a:noFill/>
          <a:ln w="16510">
            <a:solidFill>
              <a:srgbClr val="84B927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623560" y="13716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96712" y="16002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2103120" y="2606040"/>
            <a:ext cx="1069848" cy="521208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246120" y="22860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319272" y="25146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sharp drop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2624328"/>
            <a:ext cx="91440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623560" y="22860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696712" y="25146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03120" y="3127248"/>
            <a:ext cx="1097280" cy="41148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46120" y="32004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319272" y="34290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oscillation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3538728"/>
            <a:ext cx="914400" cy="0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623560" y="32004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696712" y="34290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03120" y="3127248"/>
            <a:ext cx="1097280" cy="132588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246120" y="4114800"/>
            <a:ext cx="132588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319272" y="43434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filter F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transition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17720" y="4453128"/>
            <a:ext cx="914400" cy="0"/>
          </a:xfrm>
          <a:prstGeom prst="line">
            <a:avLst/>
          </a:prstGeom>
          <a:noFill/>
          <a:ln w="1651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623560" y="411480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F8FAFC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696712" y="4343400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feature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map F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5349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F filters → F output channels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The number of filters controls the number of learned temporal feature maps produced by the layer.</a:t>
            </a:r>
            <a:endParaRPr lang="en-US" sz="102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AD70B016-B408-CD91-FF72-3345F561FBF5}"/>
              </a:ext>
            </a:extLst>
          </p:cNvPr>
          <p:cNvSpPr/>
          <p:nvPr/>
        </p:nvSpPr>
        <p:spPr>
          <a:xfrm flipV="1">
            <a:off x="2121408" y="1612772"/>
            <a:ext cx="1078992" cy="1514469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0C7EB8-57C9-6D85-13E0-3781E69D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output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157CE6-1BD1-0877-B2CE-478D5E591E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Input batch:</a:t>
            </a:r>
          </a:p>
          <a:p>
            <a:r>
              <a:rPr lang="en-GB" dirty="0"/>
              <a:t>[N, L, d]</a:t>
            </a:r>
          </a:p>
          <a:p>
            <a:r>
              <a:rPr lang="en-GB" dirty="0"/>
              <a:t>Suppose the Conv1D layer uses:</a:t>
            </a:r>
          </a:p>
          <a:p>
            <a:pPr lvl="1"/>
            <a:r>
              <a:rPr lang="en-GB" dirty="0"/>
              <a:t>F filters; </a:t>
            </a:r>
          </a:p>
          <a:p>
            <a:pPr lvl="1"/>
            <a:r>
              <a:rPr lang="en-GB" dirty="0"/>
              <a:t>kernel size K; </a:t>
            </a:r>
          </a:p>
          <a:p>
            <a:pPr lvl="1"/>
            <a:r>
              <a:rPr lang="en-GB" dirty="0"/>
              <a:t>stride 1; </a:t>
            </a:r>
          </a:p>
          <a:p>
            <a:pPr lvl="1"/>
            <a:r>
              <a:rPr lang="en-GB" dirty="0"/>
              <a:t>no padding. </a:t>
            </a:r>
          </a:p>
          <a:p>
            <a:r>
              <a:rPr lang="en-GB" dirty="0"/>
              <a:t>The output shape is: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L_out</a:t>
            </a:r>
            <a:r>
              <a:rPr lang="en-GB" dirty="0"/>
              <a:t>, F]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 err="1"/>
              <a:t>L_out</a:t>
            </a:r>
            <a:r>
              <a:rPr lang="en-GB" dirty="0"/>
              <a:t> = L − K + 1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EA402CE-610D-3360-88D0-C884A13A6D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[64, 200, 4]</a:t>
            </a:r>
          </a:p>
          <a:p>
            <a:r>
              <a:rPr lang="en-GB" dirty="0"/>
              <a:t>Kernel size:</a:t>
            </a:r>
          </a:p>
          <a:p>
            <a:pPr lvl="1"/>
            <a:r>
              <a:rPr lang="en-GB" dirty="0"/>
              <a:t>K = 5</a:t>
            </a:r>
          </a:p>
          <a:p>
            <a:r>
              <a:rPr lang="en-GB" dirty="0"/>
              <a:t>Number of filters:</a:t>
            </a:r>
          </a:p>
          <a:p>
            <a:pPr lvl="1"/>
            <a:r>
              <a:rPr lang="en-GB" dirty="0"/>
              <a:t>F = 32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 err="1"/>
              <a:t>L_out</a:t>
            </a:r>
            <a:r>
              <a:rPr lang="en-GB" dirty="0"/>
              <a:t> = 200 − 5 + 1 = 196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[64, 196, 32]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443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49B7B4-8EE9-2E2C-9F85-EF6ADF700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output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2D8481-5231-CDCF-3514-644C4C65A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For every sample:</a:t>
            </a:r>
          </a:p>
          <a:p>
            <a:pPr lvl="0"/>
            <a:r>
              <a:rPr lang="en-GB" dirty="0"/>
              <a:t>the temporal length becomes 196; </a:t>
            </a:r>
          </a:p>
          <a:p>
            <a:pPr lvl="0"/>
            <a:r>
              <a:rPr lang="en-GB" dirty="0"/>
              <a:t>every temporal position is represented by 32 learned features. </a:t>
            </a:r>
          </a:p>
          <a:p>
            <a:endParaRPr lang="en-GB" dirty="0"/>
          </a:p>
          <a:p>
            <a:r>
              <a:rPr lang="en-GB" dirty="0"/>
              <a:t>N.B.</a:t>
            </a:r>
          </a:p>
          <a:p>
            <a:r>
              <a:rPr lang="en-GB" dirty="0"/>
              <a:t>Input channels: d = 4</a:t>
            </a:r>
          </a:p>
          <a:p>
            <a:r>
              <a:rPr lang="en-GB" dirty="0"/>
              <a:t>Output channels: F = 32</a:t>
            </a:r>
          </a:p>
          <a:p>
            <a:r>
              <a:rPr lang="en-GB" b="1" dirty="0"/>
              <a:t>The convolution transforms the original variables into learned temporal feature maps.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62926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Conv1D output shape with valid padding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Temporal length changes when no boundary padding is used.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1645920" cy="777240"/>
          </a:xfrm>
          <a:prstGeom prst="roundRect">
            <a:avLst>
              <a:gd name="adj" fmla="val 9412"/>
            </a:avLst>
          </a:prstGeom>
          <a:solidFill>
            <a:srgbClr val="EEF2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96112" y="2107692"/>
            <a:ext cx="1499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Input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[N, L, d]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51760" y="2212848"/>
            <a:ext cx="100584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749040" y="1691640"/>
            <a:ext cx="164592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822192" y="2107692"/>
            <a:ext cx="1499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F7F2B"/>
                </a:solidFill>
              </a:rPr>
              <a:t>Conv1D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4F7F2B"/>
                </a:solidFill>
              </a:rPr>
              <a:t>K, 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532120" y="2212848"/>
            <a:ext cx="1005840" cy="0"/>
          </a:xfrm>
          <a:prstGeom prst="line">
            <a:avLst/>
          </a:prstGeom>
          <a:noFill/>
          <a:ln w="2032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629400" y="182880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702552" y="2107692"/>
            <a:ext cx="1728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Output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[N, L_out, F]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4290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For stride = 1 and no padding: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40480" y="3291840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913632" y="3410712"/>
            <a:ext cx="1911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L_out = L − K + 1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05840" y="42519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Example: [64, 200, 4], K = 5, F = 32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397764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559552" y="4256532"/>
            <a:ext cx="2779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L_out = 200 − 5 + 1 = 196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Output = [64, 196, 32]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111827"/>
                </a:solidFill>
              </a:rPr>
              <a:t>The convolution transforms original variables d into learned output channels F.</a:t>
            </a:r>
            <a:endParaRPr lang="en-US" sz="1020" b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007C3C-1E68-B3C8-5A37-F558293CC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Kernel size determines local temporal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02E282-B0A1-7F83-B108-18D3C94F1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kernel size K specifies how many </a:t>
            </a:r>
            <a:r>
              <a:rPr lang="en-GB" dirty="0" err="1"/>
              <a:t>neighboring</a:t>
            </a:r>
            <a:r>
              <a:rPr lang="en-GB" dirty="0"/>
              <a:t> time steps contribute directly to one first-layer activation.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K = 3 Each activation depends on three time steps.</a:t>
            </a:r>
          </a:p>
          <a:p>
            <a:r>
              <a:rPr lang="en-GB" dirty="0"/>
              <a:t>K = 20 Each activation depends on twenty time steps.</a:t>
            </a:r>
          </a:p>
          <a:p>
            <a:r>
              <a:rPr lang="en-GB" b="1" dirty="0"/>
              <a:t>Physical interpretation</a:t>
            </a:r>
          </a:p>
          <a:p>
            <a:r>
              <a:rPr lang="en-GB" dirty="0"/>
              <a:t>Suppose sampling frequency is Fs = 100 Hz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K = 5 covers approximately 5 / 100 = 0.05 s</a:t>
            </a:r>
          </a:p>
          <a:p>
            <a:r>
              <a:rPr lang="en-GB" dirty="0"/>
              <a:t>while:</a:t>
            </a:r>
          </a:p>
          <a:p>
            <a:r>
              <a:rPr lang="en-GB" dirty="0"/>
              <a:t>K = 100 covers 1 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33824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69106-AE56-2066-B59C-BA0B3D541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E2D762-8AED-9FB8-169D-D33E4C268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Kernel size determines local temporal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473440-99C0-A752-B1E5-E59093F3B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Therefore kernel size </a:t>
            </a:r>
            <a:r>
              <a:rPr lang="en-GB" dirty="0"/>
              <a:t>represents a physical temporal duration.</a:t>
            </a:r>
          </a:p>
          <a:p>
            <a:endParaRPr lang="en-GB" b="1" dirty="0"/>
          </a:p>
          <a:p>
            <a:r>
              <a:rPr lang="en-GB" b="1" dirty="0"/>
              <a:t>Design question</a:t>
            </a:r>
          </a:p>
          <a:p>
            <a:r>
              <a:rPr lang="en-GB" dirty="0"/>
              <a:t>What is the approximate duration of the local patterns that the first convolutional layer should detect?</a:t>
            </a:r>
          </a:p>
          <a:p>
            <a:r>
              <a:rPr lang="en-GB" dirty="0"/>
              <a:t>This depends on: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expected event duration; </a:t>
            </a:r>
          </a:p>
          <a:p>
            <a:pPr lvl="1"/>
            <a:r>
              <a:rPr lang="en-GB" dirty="0"/>
              <a:t>signal dynamics; </a:t>
            </a:r>
          </a:p>
          <a:p>
            <a:pPr lvl="1"/>
            <a:r>
              <a:rPr lang="en-GB" dirty="0"/>
              <a:t>domain knowledge.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68238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Kernel size has a physical duration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Kernel size is a number of frames; sampling frequency translates it into time.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143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</a:rPr>
              <a:t>Fs = 100 Hz  →  100 frames / second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87552" y="2267712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4F7F2B"/>
                </a:solidFill>
              </a:rPr>
              <a:t>K = 5 frames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4F7F2B"/>
                </a:solidFill>
              </a:rPr>
              <a:t>0.05 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92708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394460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696212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997964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299716" y="3104388"/>
            <a:ext cx="100584" cy="100584"/>
          </a:xfrm>
          <a:prstGeom prst="ellipse">
            <a:avLst/>
          </a:prstGeom>
          <a:solidFill>
            <a:srgbClr val="84B927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19202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45152" y="2267712"/>
            <a:ext cx="1865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</a:rPr>
              <a:t>K = 100 samples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</a:rPr>
              <a:t>1.00 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4302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5217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6131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045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7960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8874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9789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0703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1617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2532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3446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4361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5275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6189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7104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8018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8933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98474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07618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16762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25906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350508" y="3104388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822960" y="443484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</a:rPr>
              <a:t>Design question: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514600" y="4434840"/>
            <a:ext cx="5623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475569"/>
                </a:solidFill>
              </a:rPr>
              <a:t>What is the expected duration of the local pattern the first layer should detect?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Kernel size should be chosen with the sampling rate and the expected event duration in mind</a:t>
            </a:r>
            <a:r>
              <a:rPr lang="en-US" sz="1020" dirty="0">
                <a:solidFill>
                  <a:srgbClr val="111827"/>
                </a:solidFill>
              </a:rPr>
              <a:t>.</a:t>
            </a:r>
            <a:endParaRPr lang="en-US" sz="1020" dirty="0"/>
          </a:p>
        </p:txBody>
      </p:sp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F4C110F8-3C5C-A602-14E1-B361B49238C3}"/>
              </a:ext>
            </a:extLst>
          </p:cNvPr>
          <p:cNvSpPr txBox="1"/>
          <p:nvPr/>
        </p:nvSpPr>
        <p:spPr>
          <a:xfrm>
            <a:off x="6792292" y="1236190"/>
            <a:ext cx="2787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N.B. Use the </a:t>
            </a:r>
            <a:r>
              <a:rPr lang="it-IT" dirty="0" err="1"/>
              <a:t>term</a:t>
            </a:r>
            <a:r>
              <a:rPr lang="it-IT" dirty="0"/>
              <a:t> frames, </a:t>
            </a:r>
            <a:r>
              <a:rPr lang="it-IT" dirty="0" err="1"/>
              <a:t>not</a:t>
            </a:r>
            <a:r>
              <a:rPr lang="it-IT" dirty="0"/>
              <a:t> samples</a:t>
            </a:r>
            <a:endParaRPr lang="en-GB" dirty="0"/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707A25DA-1983-3850-818E-FB0CBA073141}"/>
              </a:ext>
            </a:extLst>
          </p:cNvPr>
          <p:cNvCxnSpPr>
            <a:cxnSpLocks/>
          </p:cNvCxnSpPr>
          <p:nvPr/>
        </p:nvCxnSpPr>
        <p:spPr>
          <a:xfrm flipH="1">
            <a:off x="2240280" y="1497330"/>
            <a:ext cx="4498848" cy="7703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2 46">
            <a:extLst>
              <a:ext uri="{FF2B5EF4-FFF2-40B4-BE49-F238E27FC236}">
                <a16:creationId xmlns:a16="http://schemas.microsoft.com/office/drawing/2014/main" id="{68C2E91F-03CF-9A91-21F2-43D389D200C5}"/>
              </a:ext>
            </a:extLst>
          </p:cNvPr>
          <p:cNvCxnSpPr>
            <a:endCxn id="6" idx="2"/>
          </p:cNvCxnSpPr>
          <p:nvPr/>
        </p:nvCxnSpPr>
        <p:spPr>
          <a:xfrm flipH="1">
            <a:off x="3063240" y="1399032"/>
            <a:ext cx="35204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620C3A-6280-D2E6-68B6-22C6D7C89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Small and large kernels make different assumptions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60491F-DD92-A130-B961-9F7A3104C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98663"/>
            <a:ext cx="4999566" cy="3880773"/>
          </a:xfrm>
        </p:spPr>
        <p:txBody>
          <a:bodyPr>
            <a:normAutofit/>
          </a:bodyPr>
          <a:lstStyle/>
          <a:p>
            <a:r>
              <a:rPr lang="en-GB" b="1" dirty="0"/>
              <a:t>Small kernel</a:t>
            </a:r>
          </a:p>
          <a:p>
            <a:r>
              <a:rPr lang="en-GB" dirty="0"/>
              <a:t>Example: K = 3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focuses on short local structure; </a:t>
            </a:r>
          </a:p>
          <a:p>
            <a:pPr lvl="1"/>
            <a:r>
              <a:rPr lang="en-GB" dirty="0"/>
              <a:t>few parameters; </a:t>
            </a:r>
          </a:p>
          <a:p>
            <a:pPr lvl="1"/>
            <a:r>
              <a:rPr lang="en-GB" dirty="0"/>
              <a:t>computationally efficient. </a:t>
            </a:r>
          </a:p>
          <a:p>
            <a:r>
              <a:rPr lang="en-GB" dirty="0"/>
              <a:t>Potential limitation:</a:t>
            </a:r>
          </a:p>
          <a:p>
            <a:pPr lvl="1"/>
            <a:r>
              <a:rPr lang="en-GB" dirty="0"/>
              <a:t>cannot directly detect a long pattern in one layer.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4C18707-9CD5-419C-E263-C505BB2CA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9145" y="1930400"/>
            <a:ext cx="5373242" cy="3880773"/>
          </a:xfrm>
        </p:spPr>
        <p:txBody>
          <a:bodyPr>
            <a:normAutofit/>
          </a:bodyPr>
          <a:lstStyle/>
          <a:p>
            <a:r>
              <a:rPr lang="en-GB" b="1" dirty="0"/>
              <a:t>Large kernel</a:t>
            </a:r>
          </a:p>
          <a:p>
            <a:r>
              <a:rPr lang="en-GB" dirty="0"/>
              <a:t>Example: K = 51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observes a longer interval immediately; </a:t>
            </a:r>
          </a:p>
          <a:p>
            <a:pPr lvl="1"/>
            <a:r>
              <a:rPr lang="en-GB" dirty="0"/>
              <a:t>can detect longer temporal motifs. </a:t>
            </a:r>
          </a:p>
          <a:p>
            <a:r>
              <a:rPr lang="en-GB" dirty="0"/>
              <a:t>Potential limitations: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may mix several distinct local phenomena.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46123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52AD1F-317B-EA51-9413-DA1058FA9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Small and large kernels make different assumptions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01DAC6-9E2F-D4ED-FE22-7C6B2DC80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Important idea</a:t>
            </a:r>
          </a:p>
          <a:p>
            <a:r>
              <a:rPr lang="en-GB" dirty="0"/>
              <a:t>A network does not necessarily need a very large first-layer kernel to access long context.</a:t>
            </a:r>
          </a:p>
          <a:p>
            <a:r>
              <a:rPr lang="en-GB" b="1" dirty="0"/>
              <a:t>By stacking several convolutional layers, later layers can depend on increasingly large regions of the original signal</a:t>
            </a:r>
            <a:r>
              <a:rPr lang="en-GB" dirty="0"/>
              <a:t>.</a:t>
            </a:r>
          </a:p>
          <a:p>
            <a:r>
              <a:rPr lang="en-GB" dirty="0"/>
              <a:t>This leads to the concept of </a:t>
            </a:r>
            <a:r>
              <a:rPr lang="en-GB" b="1" dirty="0"/>
              <a:t>receptive field</a:t>
            </a:r>
            <a:r>
              <a:rPr lang="en-GB" dirty="0"/>
              <a:t>, introduced later.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0877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0C2D31-7303-2015-DBEF-D32B7AD41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Nonlinearity after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DDF55B-1A77-BBF1-B7BC-4D534621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076266" cy="4564061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convolution is fundamentally a linear weighted combination.</a:t>
            </a:r>
          </a:p>
          <a:p>
            <a:r>
              <a:rPr lang="en-GB" dirty="0"/>
              <a:t>To learn nonlinear representations, an activation function is applied.</a:t>
            </a:r>
          </a:p>
          <a:p>
            <a:r>
              <a:rPr lang="en-GB" dirty="0"/>
              <a:t>A common choice is </a:t>
            </a:r>
            <a:r>
              <a:rPr lang="en-GB" dirty="0" err="1"/>
              <a:t>ReLU</a:t>
            </a:r>
            <a:r>
              <a:rPr lang="en-GB" dirty="0"/>
              <a:t>:</a:t>
            </a:r>
          </a:p>
          <a:p>
            <a:pPr lvl="1"/>
            <a:r>
              <a:rPr lang="en-GB" dirty="0" err="1"/>
              <a:t>ReLU</a:t>
            </a:r>
            <a:r>
              <a:rPr lang="en-GB" dirty="0"/>
              <a:t>(z) = max(0, z)</a:t>
            </a:r>
          </a:p>
          <a:p>
            <a:r>
              <a:rPr lang="en-GB" b="1" dirty="0"/>
              <a:t>Conceptually</a:t>
            </a:r>
          </a:p>
          <a:p>
            <a:pPr lvl="1"/>
            <a:r>
              <a:rPr lang="en-GB" dirty="0"/>
              <a:t>local input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convolution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raw activation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nonlinear activation</a:t>
            </a:r>
          </a:p>
          <a:p>
            <a:pPr lvl="1"/>
            <a:r>
              <a:rPr lang="en-GB" dirty="0"/>
              <a:t>    ↓</a:t>
            </a:r>
          </a:p>
          <a:p>
            <a:pPr lvl="1"/>
            <a:r>
              <a:rPr lang="en-GB" dirty="0"/>
              <a:t>feature map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591354C-2470-FE0B-1177-36E8B493ED47}"/>
              </a:ext>
            </a:extLst>
          </p:cNvPr>
          <p:cNvSpPr txBox="1"/>
          <p:nvPr/>
        </p:nvSpPr>
        <p:spPr>
          <a:xfrm>
            <a:off x="4652962" y="3891340"/>
            <a:ext cx="7158037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Why nonlinearities matter</a:t>
            </a:r>
          </a:p>
          <a:p>
            <a:r>
              <a:rPr lang="en-GB" sz="1800" dirty="0"/>
              <a:t>Without nonlinear activations, stacking several convolutional layers would remain equivalent to a linear transformation.</a:t>
            </a:r>
          </a:p>
          <a:p>
            <a:r>
              <a:rPr lang="en-GB" sz="1800" b="1" dirty="0"/>
              <a:t>Nonlinear activations allow the network to represent more complex relationships.</a:t>
            </a:r>
          </a:p>
          <a:p>
            <a:r>
              <a:rPr lang="en-GB" sz="1050" dirty="0"/>
              <a:t> </a:t>
            </a:r>
          </a:p>
          <a:p>
            <a:r>
              <a:rPr lang="en-GB" sz="1800" b="1" dirty="0"/>
              <a:t>Typical interpretation</a:t>
            </a:r>
          </a:p>
          <a:p>
            <a:r>
              <a:rPr lang="en-GB" sz="1800" dirty="0"/>
              <a:t>The convolution asks: How strongly does this local pattern match?</a:t>
            </a:r>
          </a:p>
          <a:p>
            <a:r>
              <a:rPr lang="en-GB" sz="1800" dirty="0"/>
              <a:t>The nonlinearity determines how that response is propagated to later layers.</a:t>
            </a:r>
          </a:p>
        </p:txBody>
      </p:sp>
    </p:spTree>
    <p:extLst>
      <p:ext uri="{BB962C8B-B14F-4D97-AF65-F5344CB8AC3E}">
        <p14:creationId xmlns:p14="http://schemas.microsoft.com/office/powerpoint/2010/main" val="14071141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9080EB4-34BE-68AC-173C-56BF2D387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Stacking temporal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8B91BB-2620-4510-25E5-4C65672E4E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142441" cy="4440236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A temporal CNN normally contains several convolutional layers.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raw sequence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Conv1D layer 1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low-level temporal features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Conv1D layer 2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combinations of temporal features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Conv1D layer 3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higher-level temporal representation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B11C1E1-3370-B0A7-AF1E-96F103F11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027239"/>
            <a:ext cx="5539930" cy="4440236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Example interpretation</a:t>
            </a:r>
          </a:p>
          <a:p>
            <a:r>
              <a:rPr lang="en-GB" dirty="0"/>
              <a:t>Layer 1 may detect:</a:t>
            </a:r>
          </a:p>
          <a:p>
            <a:pPr lvl="1"/>
            <a:r>
              <a:rPr lang="en-GB" dirty="0"/>
              <a:t>local rises; </a:t>
            </a:r>
          </a:p>
          <a:p>
            <a:pPr lvl="1"/>
            <a:r>
              <a:rPr lang="en-GB" dirty="0"/>
              <a:t>peaks; </a:t>
            </a:r>
          </a:p>
          <a:p>
            <a:pPr lvl="1"/>
            <a:r>
              <a:rPr lang="en-GB" dirty="0"/>
              <a:t>short oscillations. </a:t>
            </a:r>
          </a:p>
          <a:p>
            <a:r>
              <a:rPr lang="en-GB" dirty="0"/>
              <a:t>Layer 2 may combine them into:</a:t>
            </a:r>
          </a:p>
          <a:p>
            <a:pPr lvl="1"/>
            <a:r>
              <a:rPr lang="en-GB" dirty="0"/>
              <a:t>repeated bursts; </a:t>
            </a:r>
          </a:p>
          <a:p>
            <a:pPr lvl="1"/>
            <a:r>
              <a:rPr lang="en-GB" dirty="0"/>
              <a:t>characteristic transitions. </a:t>
            </a:r>
          </a:p>
          <a:p>
            <a:r>
              <a:rPr lang="en-GB" dirty="0"/>
              <a:t>Deeper layers may represent:</a:t>
            </a:r>
          </a:p>
          <a:p>
            <a:pPr lvl="1"/>
            <a:r>
              <a:rPr lang="en-GB" dirty="0"/>
              <a:t>larger temporal motifs; </a:t>
            </a:r>
          </a:p>
          <a:p>
            <a:pPr lvl="1"/>
            <a:r>
              <a:rPr lang="en-GB" dirty="0"/>
              <a:t>operating regimes; </a:t>
            </a:r>
          </a:p>
          <a:p>
            <a:pPr lvl="1"/>
            <a:r>
              <a:rPr lang="en-GB" dirty="0"/>
              <a:t>fault signatures. </a:t>
            </a:r>
          </a:p>
          <a:p>
            <a:endParaRPr lang="en-GB" dirty="0"/>
          </a:p>
          <a:p>
            <a:r>
              <a:rPr lang="en-GB" sz="2000" b="1" dirty="0"/>
              <a:t>Temporal CNNs build hierarchical representations by combining simple local patterns into progressively more complex temporal patterns.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5240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Stacking temporal convolutions builds hierarchical features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Later layers combine local detections into larger temporal motifs.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22960" y="274320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96112" y="2884932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raw sequence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31720" y="2990088"/>
            <a:ext cx="822960" cy="0"/>
          </a:xfrm>
          <a:prstGeom prst="line">
            <a:avLst/>
          </a:prstGeom>
          <a:noFill/>
          <a:ln w="1778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246120" y="2468880"/>
            <a:ext cx="114300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319272" y="2884932"/>
            <a:ext cx="996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Conv1D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layer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990088"/>
            <a:ext cx="685800" cy="0"/>
          </a:xfrm>
          <a:prstGeom prst="line">
            <a:avLst/>
          </a:prstGeom>
          <a:noFill/>
          <a:ln w="1778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257800" y="2468880"/>
            <a:ext cx="114300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330952" y="2884932"/>
            <a:ext cx="996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Conv1D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layer 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92240" y="2990088"/>
            <a:ext cx="685800" cy="0"/>
          </a:xfrm>
          <a:prstGeom prst="line">
            <a:avLst/>
          </a:prstGeom>
          <a:noFill/>
          <a:ln w="1778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269480" y="2468880"/>
            <a:ext cx="114300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342632" y="2884932"/>
            <a:ext cx="996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Conv1D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4F7F2B"/>
                </a:solidFill>
              </a:rPr>
              <a:t>layer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local rises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peaks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short oscillations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4920" y="3977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repeated bursts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transitions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03720" y="3977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larger motifs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</a:rPr>
              <a:t>regime signatures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6236208"/>
            <a:ext cx="9829800" cy="411480"/>
          </a:xfrm>
          <a:prstGeom prst="rect">
            <a:avLst/>
          </a:prstGeom>
          <a:solidFill>
            <a:srgbClr val="FFFFFF">
              <a:alpha val="96000"/>
            </a:srgbClr>
          </a:solidFill>
          <a:ln w="7620">
            <a:solidFill>
              <a:srgbClr val="CBD5E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21792" y="6336792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111827"/>
                </a:solidFill>
              </a:rPr>
              <a:t>This hierarchical construction is one of the main reasons temporal CNNs can represent complex temporal patterns.</a:t>
            </a:r>
            <a:endParaRPr lang="en-US" sz="102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8FBCDB-3189-F93C-4EE1-8920F169B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does not inherently mean causal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3F1328-94BC-C9ED-99FD-9B5D11BB08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675716" cy="3880772"/>
          </a:xfrm>
        </p:spPr>
        <p:txBody>
          <a:bodyPr>
            <a:normAutofit/>
          </a:bodyPr>
          <a:lstStyle/>
          <a:p>
            <a:r>
              <a:rPr lang="en-GB" dirty="0"/>
              <a:t>A standard temporal convolution simply defines which </a:t>
            </a:r>
            <a:r>
              <a:rPr lang="en-GB" dirty="0" err="1"/>
              <a:t>neighboring</a:t>
            </a:r>
            <a:r>
              <a:rPr lang="en-GB" dirty="0"/>
              <a:t> samples contribute to an output.</a:t>
            </a:r>
          </a:p>
          <a:p>
            <a:r>
              <a:rPr lang="en-GB" dirty="0"/>
              <a:t>Depending on how padding and alignment are chosen, an output associated with time t may use:</a:t>
            </a:r>
          </a:p>
          <a:p>
            <a:pPr lvl="1"/>
            <a:r>
              <a:rPr lang="en-GB" dirty="0"/>
              <a:t>observations before t; </a:t>
            </a:r>
          </a:p>
          <a:p>
            <a:pPr lvl="1"/>
            <a:r>
              <a:rPr lang="en-GB" dirty="0"/>
              <a:t>observations after t; </a:t>
            </a:r>
          </a:p>
          <a:p>
            <a:pPr lvl="1"/>
            <a:r>
              <a:rPr lang="en-GB" dirty="0"/>
              <a:t>both.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046508-746C-A9CD-ED90-758BB8FDFC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32869" y="2160590"/>
            <a:ext cx="5863781" cy="3880772"/>
          </a:xfrm>
        </p:spPr>
        <p:txBody>
          <a:bodyPr>
            <a:normAutofit/>
          </a:bodyPr>
          <a:lstStyle/>
          <a:p>
            <a:r>
              <a:rPr lang="en-GB" b="1" dirty="0"/>
              <a:t>Therefore</a:t>
            </a:r>
          </a:p>
          <a:p>
            <a:r>
              <a:rPr lang="en-GB" dirty="0"/>
              <a:t>A Conv1D layer is not automatically suitable for forecasting or online prediction.</a:t>
            </a:r>
          </a:p>
          <a:p>
            <a:r>
              <a:rPr lang="en-GB" dirty="0"/>
              <a:t>For these tasks we must explicitly ensure that:</a:t>
            </a:r>
          </a:p>
          <a:p>
            <a:pPr lvl="1"/>
            <a:r>
              <a:rPr lang="en-GB" dirty="0"/>
              <a:t>output at time t</a:t>
            </a:r>
          </a:p>
          <a:p>
            <a:pPr lvl="1"/>
            <a:r>
              <a:rPr lang="en-GB" dirty="0"/>
              <a:t>does not depend on:</a:t>
            </a:r>
          </a:p>
          <a:p>
            <a:pPr lvl="1"/>
            <a:r>
              <a:rPr lang="en-GB" dirty="0"/>
              <a:t>x[t+1], x[t+2], ...</a:t>
            </a:r>
          </a:p>
          <a:p>
            <a:r>
              <a:rPr lang="en-GB" dirty="0"/>
              <a:t>This will motivate </a:t>
            </a:r>
            <a:r>
              <a:rPr lang="en-GB" b="1" dirty="0"/>
              <a:t>causal convolution</a:t>
            </a:r>
            <a:r>
              <a:rPr lang="en-GB" dirty="0"/>
              <a:t> later in the lecture.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9079DE7-C1C0-283D-162D-644F7E9DA0EA}"/>
              </a:ext>
            </a:extLst>
          </p:cNvPr>
          <p:cNvSpPr txBox="1"/>
          <p:nvPr/>
        </p:nvSpPr>
        <p:spPr>
          <a:xfrm>
            <a:off x="1922906" y="5648235"/>
            <a:ext cx="61055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Important connection</a:t>
            </a:r>
          </a:p>
          <a:p>
            <a:r>
              <a:rPr lang="en-GB" sz="1800" dirty="0"/>
              <a:t>Temporal convolution defines local connectivity. Causality defines which side of time that connectivity is allowed to use.</a:t>
            </a:r>
          </a:p>
        </p:txBody>
      </p:sp>
    </p:spTree>
    <p:extLst>
      <p:ext uri="{BB962C8B-B14F-4D97-AF65-F5344CB8AC3E}">
        <p14:creationId xmlns:p14="http://schemas.microsoft.com/office/powerpoint/2010/main" val="4243716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08208" y="0"/>
            <a:ext cx="1380744" cy="6858000"/>
          </a:xfrm>
          <a:prstGeom prst="rect">
            <a:avLst/>
          </a:prstGeom>
          <a:solidFill>
            <a:srgbClr val="84B927">
              <a:alpha val="90000"/>
            </a:srgbClr>
          </a:solidFill>
          <a:ln w="12700">
            <a:solidFill>
              <a:srgbClr val="84B9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69880" y="0"/>
            <a:ext cx="256032" cy="6858000"/>
          </a:xfrm>
          <a:prstGeom prst="rect">
            <a:avLst/>
          </a:prstGeom>
          <a:solidFill>
            <a:srgbClr val="EAF6D6">
              <a:alpha val="90000"/>
            </a:srgbClr>
          </a:solidFill>
          <a:ln w="12700">
            <a:solidFill>
              <a:srgbClr val="EAF6D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8458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Conv1D does not automatically mean causal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21208" y="84124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temporal convolution may use future frames unless alignment and padding prevent it.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1325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827"/>
                </a:solidFill>
              </a:rPr>
              <a:t>Output associated with time 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5554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x[t-3]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9562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46304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x[t-2]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3570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0312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x[t-1]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875788" y="2464308"/>
            <a:ext cx="100584" cy="1005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74320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2563EB"/>
                </a:solidFill>
              </a:rPr>
              <a:t>x[t]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515868" y="2464308"/>
            <a:ext cx="100584" cy="1005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38328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DC2626"/>
                </a:solidFill>
              </a:rPr>
              <a:t>x[t+1]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155948" y="2464308"/>
            <a:ext cx="100584" cy="1005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02336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DC2626"/>
                </a:solidFill>
              </a:rPr>
              <a:t>x[t+2]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796028" y="2464308"/>
            <a:ext cx="100584" cy="10058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663440" y="269748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DC2626"/>
                </a:solidFill>
              </a:rPr>
              <a:t>x[t+3]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011680" y="2240280"/>
            <a:ext cx="1920240" cy="502920"/>
          </a:xfrm>
          <a:prstGeom prst="roundRect">
            <a:avLst>
              <a:gd name="adj" fmla="val 5455"/>
            </a:avLst>
          </a:prstGeom>
          <a:solidFill>
            <a:srgbClr val="FEE2E2">
              <a:alpha val="62000"/>
            </a:srgbClr>
          </a:solidFill>
          <a:ln w="2159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920240" y="3063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standard centered window may include future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8680" y="40233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</a:rPr>
              <a:t>Allowed for offline analysis; invalid for online forecasting unless future values are truly available.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011680" y="489204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84B9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084832" y="5148072"/>
            <a:ext cx="405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F7F2B"/>
                </a:solidFill>
              </a:rPr>
              <a:t>Causality will be handled explicitly later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4F7F2B"/>
                </a:solidFill>
              </a:rPr>
              <a:t>with causal convolution and left padding.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6F83880-A601-822C-02AE-F7216297D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a Conv1D layer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7AD4D3F-7C34-87C8-6885-4086470D4F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247216" cy="40878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A Conv1D layer learns:</a:t>
            </a:r>
          </a:p>
          <a:p>
            <a:pPr lvl="1"/>
            <a:r>
              <a:rPr lang="en-GB" dirty="0"/>
              <a:t>which local temporal patterns matter; </a:t>
            </a:r>
          </a:p>
          <a:p>
            <a:pPr lvl="1"/>
            <a:r>
              <a:rPr lang="en-GB" dirty="0"/>
              <a:t>how variables interact within those local patterns; </a:t>
            </a:r>
          </a:p>
          <a:p>
            <a:pPr lvl="1"/>
            <a:r>
              <a:rPr lang="en-GB" dirty="0"/>
              <a:t>where those patterns occur in the sequence. </a:t>
            </a:r>
          </a:p>
          <a:p>
            <a:r>
              <a:rPr lang="en-GB" b="1" dirty="0"/>
              <a:t>It does not require us to manually define</a:t>
            </a:r>
          </a:p>
          <a:p>
            <a:pPr lvl="1"/>
            <a:r>
              <a:rPr lang="en-GB" dirty="0"/>
              <a:t>peak detectors; </a:t>
            </a:r>
          </a:p>
          <a:p>
            <a:pPr lvl="1"/>
            <a:r>
              <a:rPr lang="en-GB" dirty="0"/>
              <a:t>slopes; </a:t>
            </a:r>
          </a:p>
          <a:p>
            <a:pPr lvl="1"/>
            <a:r>
              <a:rPr lang="en-GB" dirty="0"/>
              <a:t>frequency bands; </a:t>
            </a:r>
          </a:p>
          <a:p>
            <a:pPr lvl="1"/>
            <a:r>
              <a:rPr lang="en-GB" dirty="0"/>
              <a:t>threshold crossings. </a:t>
            </a:r>
          </a:p>
          <a:p>
            <a:r>
              <a:rPr lang="en-GB" b="1" dirty="0"/>
              <a:t>Those useful patterns may emerge from the training objective.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722A8BA-6220-BEC3-A384-C0062A985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8875" y="2160589"/>
            <a:ext cx="5610224" cy="3880773"/>
          </a:xfrm>
        </p:spPr>
        <p:txBody>
          <a:bodyPr>
            <a:normAutofit fontScale="92500" lnSpcReduction="10000"/>
          </a:bodyPr>
          <a:lstStyle/>
          <a:p>
            <a:r>
              <a:rPr lang="en-GB" sz="2100" b="1" dirty="0"/>
              <a:t>However, t</a:t>
            </a:r>
            <a:r>
              <a:rPr lang="en-GB" sz="2100" dirty="0"/>
              <a:t>he </a:t>
            </a:r>
            <a:r>
              <a:rPr lang="en-GB" sz="2100" b="1" dirty="0"/>
              <a:t>engineer still chooses </a:t>
            </a:r>
            <a:r>
              <a:rPr lang="en-GB" sz="2100" dirty="0"/>
              <a:t>important architectural assumptions:</a:t>
            </a:r>
          </a:p>
          <a:p>
            <a:pPr lvl="1"/>
            <a:r>
              <a:rPr lang="en-GB" sz="2100" dirty="0"/>
              <a:t>kernel size; </a:t>
            </a:r>
          </a:p>
          <a:p>
            <a:pPr lvl="1"/>
            <a:r>
              <a:rPr lang="en-GB" sz="2100" dirty="0"/>
              <a:t>number of filters; </a:t>
            </a:r>
          </a:p>
          <a:p>
            <a:pPr lvl="1"/>
            <a:r>
              <a:rPr lang="en-GB" sz="2100" dirty="0"/>
              <a:t>stride; </a:t>
            </a:r>
          </a:p>
          <a:p>
            <a:pPr lvl="1"/>
            <a:r>
              <a:rPr lang="en-GB" sz="2100" dirty="0"/>
              <a:t>padding; </a:t>
            </a:r>
          </a:p>
          <a:p>
            <a:pPr lvl="1"/>
            <a:r>
              <a:rPr lang="en-GB" sz="2100" dirty="0"/>
              <a:t>network depth.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1059E9-A70D-84E2-A571-893C1E0D2040}"/>
              </a:ext>
            </a:extLst>
          </p:cNvPr>
          <p:cNvSpPr txBox="1"/>
          <p:nvPr/>
        </p:nvSpPr>
        <p:spPr>
          <a:xfrm>
            <a:off x="6086476" y="5219223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Transition</a:t>
            </a:r>
          </a:p>
          <a:p>
            <a:r>
              <a:rPr lang="en-GB" sz="1800" dirty="0"/>
              <a:t>We now need to understand how these choices affect: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output length;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temporal resolution;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alignment between input and output.</a:t>
            </a:r>
          </a:p>
        </p:txBody>
      </p:sp>
    </p:spTree>
    <p:extLst>
      <p:ext uri="{BB962C8B-B14F-4D97-AF65-F5344CB8AC3E}">
        <p14:creationId xmlns:p14="http://schemas.microsoft.com/office/powerpoint/2010/main" val="22104871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14A08481-BC4D-237F-58A8-EBE69C5E9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5.C — Kernel Size, Stride and Padding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637B95D-C740-3F12-F57D-D1A3DB80F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5671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189FCB-0A51-0075-E14A-6E20E8E7C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changes temporal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B17177-4F41-3698-2D0F-F790497B0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temporal convolution does not necessarily preserve the number of time steps.</a:t>
            </a:r>
          </a:p>
          <a:p>
            <a:r>
              <a:rPr lang="en-GB" dirty="0"/>
              <a:t>The output length depends mainly on:</a:t>
            </a:r>
          </a:p>
          <a:p>
            <a:pPr lvl="1"/>
            <a:r>
              <a:rPr lang="en-GB" dirty="0"/>
              <a:t>input length L; </a:t>
            </a:r>
          </a:p>
          <a:p>
            <a:pPr lvl="1"/>
            <a:r>
              <a:rPr lang="en-GB" dirty="0"/>
              <a:t>kernel size K; </a:t>
            </a:r>
          </a:p>
          <a:p>
            <a:pPr lvl="1"/>
            <a:r>
              <a:rPr lang="en-GB" dirty="0"/>
              <a:t>stride S; </a:t>
            </a:r>
          </a:p>
          <a:p>
            <a:pPr lvl="1"/>
            <a:r>
              <a:rPr lang="en-GB" dirty="0"/>
              <a:t>padding. </a:t>
            </a:r>
          </a:p>
          <a:p>
            <a:r>
              <a:rPr lang="en-GB" dirty="0"/>
              <a:t>For one-dimensional convolution, we can think of the kernel as moving across the temporal axis.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5621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6FA8D2-ABDE-A771-A150-FA99A19DD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Conv1D changes temporal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8EFE72-9556-D694-171A-6A32A16D9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 L = 10</a:t>
            </a:r>
          </a:p>
          <a:p>
            <a:r>
              <a:rPr lang="en-GB" dirty="0"/>
              <a:t>Kernel: K = 3</a:t>
            </a:r>
          </a:p>
          <a:p>
            <a:r>
              <a:rPr lang="en-GB" dirty="0"/>
              <a:t>Stride: S = 1</a:t>
            </a:r>
          </a:p>
          <a:p>
            <a:r>
              <a:rPr lang="en-GB" dirty="0"/>
              <a:t>With no padding, the kernel can be placed at:</a:t>
            </a:r>
          </a:p>
          <a:p>
            <a:pPr lvl="1"/>
            <a:r>
              <a:rPr lang="en-GB" dirty="0"/>
              <a:t>1–3</a:t>
            </a:r>
          </a:p>
          <a:p>
            <a:pPr lvl="1"/>
            <a:r>
              <a:rPr lang="en-GB" dirty="0"/>
              <a:t>2–4</a:t>
            </a:r>
          </a:p>
          <a:p>
            <a:pPr lvl="1"/>
            <a:r>
              <a:rPr lang="en-GB" dirty="0"/>
              <a:t>3–5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8–10</a:t>
            </a:r>
          </a:p>
          <a:p>
            <a:r>
              <a:rPr lang="en-GB" dirty="0"/>
              <a:t>Therefore: </a:t>
            </a:r>
            <a:r>
              <a:rPr lang="en-GB" dirty="0" err="1"/>
              <a:t>L_out</a:t>
            </a:r>
            <a:r>
              <a:rPr lang="en-GB" dirty="0"/>
              <a:t> = 8</a:t>
            </a:r>
          </a:p>
          <a:p>
            <a:endParaRPr lang="en-GB" dirty="0"/>
          </a:p>
          <a:p>
            <a:r>
              <a:rPr lang="en-GB" dirty="0"/>
              <a:t>How many valid positions can the kernel occupy?</a:t>
            </a:r>
          </a:p>
          <a:p>
            <a:r>
              <a:rPr lang="en-GB" dirty="0"/>
              <a:t>This determines the temporal length of the output feature map.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73102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Conv1D output length depends on K, stride and padding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How many positions can the kernel occupy?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Output temporal length is a consequence of the convolution settings.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100584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103320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14300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153612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156348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67328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206640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209412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220356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259704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262440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273420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312732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315468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326448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365760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368496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379476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418788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421524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432504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471816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474588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9"/>
          <p:cNvSpPr/>
          <p:nvPr/>
        </p:nvSpPr>
        <p:spPr>
          <a:xfrm>
            <a:off x="485532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524880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527616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2"/>
          <p:cNvSpPr/>
          <p:nvPr/>
        </p:nvSpPr>
        <p:spPr>
          <a:xfrm>
            <a:off x="538596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5779080" y="187452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5806440" y="192024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5916240" y="2221920"/>
            <a:ext cx="182520" cy="109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it-IT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960120" y="182880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1664280" y="167328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1490400" y="242316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2194560" y="22676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4672440" y="301752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AF2FF">
              <a:alpha val="80000"/>
            </a:srgbClr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5376600" y="2862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2F66D0"/>
                </a:solidFill>
                <a:effectLst/>
                <a:uFillTx/>
                <a:latin typeface="Aptos"/>
              </a:rPr>
              <a:t>pos 8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1005840" y="1389960"/>
            <a:ext cx="37486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10, K = 3, S = 1, valid padding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05840" y="3703320"/>
            <a:ext cx="4297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Valid positions: 1–3, 2–4, ..., 8–10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4"/>
          <p:cNvSpPr/>
          <p:nvPr/>
        </p:nvSpPr>
        <p:spPr>
          <a:xfrm>
            <a:off x="6583680" y="2377440"/>
            <a:ext cx="1828440" cy="639720"/>
          </a:xfrm>
          <a:prstGeom prst="roundRect">
            <a:avLst>
              <a:gd name="adj" fmla="val 714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6611040" y="259704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8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6"/>
          <p:cNvSpPr/>
          <p:nvPr/>
        </p:nvSpPr>
        <p:spPr>
          <a:xfrm flipV="1">
            <a:off x="5394960" y="2697480"/>
            <a:ext cx="1051560" cy="9144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47"/>
          <p:cNvSpPr/>
          <p:nvPr/>
        </p:nvSpPr>
        <p:spPr>
          <a:xfrm>
            <a:off x="6400800" y="3337560"/>
            <a:ext cx="3108600" cy="456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8"/>
          <p:cNvSpPr/>
          <p:nvPr/>
        </p:nvSpPr>
        <p:spPr>
          <a:xfrm>
            <a:off x="6428160" y="3465720"/>
            <a:ext cx="3053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kernel positions become output positions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57DBF9-99E3-E626-06B5-BB09D59B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Kernel size determines the local temporal support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ED9266-6AD2-1A97-A1A2-C11E02AB5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kernel size K determines how many </a:t>
            </a:r>
            <a:r>
              <a:rPr lang="en-GB" dirty="0" err="1"/>
              <a:t>neighboring</a:t>
            </a:r>
            <a:r>
              <a:rPr lang="en-GB" dirty="0"/>
              <a:t> time steps contribute directly to one convolutional output.</a:t>
            </a:r>
          </a:p>
          <a:p>
            <a:r>
              <a:rPr lang="en-GB" dirty="0"/>
              <a:t>Example: K = 3</a:t>
            </a:r>
          </a:p>
          <a:p>
            <a:r>
              <a:rPr lang="en-GB" dirty="0"/>
              <a:t>One activation may use:</a:t>
            </a:r>
          </a:p>
          <a:p>
            <a:pPr lvl="1"/>
            <a:r>
              <a:rPr lang="en-GB" dirty="0"/>
              <a:t>x[t]</a:t>
            </a:r>
          </a:p>
          <a:p>
            <a:pPr lvl="1"/>
            <a:r>
              <a:rPr lang="en-GB" dirty="0"/>
              <a:t>x[t+1]</a:t>
            </a:r>
          </a:p>
          <a:p>
            <a:pPr lvl="1"/>
            <a:r>
              <a:rPr lang="en-GB" dirty="0"/>
              <a:t>x[t+2]</a:t>
            </a:r>
          </a:p>
          <a:p>
            <a:r>
              <a:rPr lang="en-GB" dirty="0"/>
              <a:t>A larger kernel: K = 7</a:t>
            </a:r>
          </a:p>
          <a:p>
            <a:r>
              <a:rPr lang="en-GB" dirty="0"/>
              <a:t>uses seven consecutive time steps.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11683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Kernel size determines local temporal support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The same number of samples can mean a different duration at a different sampling rate.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Kernel size should be interpreted in physical time as well as in frames/samples.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005840" y="1371600"/>
            <a:ext cx="20113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K = 5 samples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100584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103320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9"/>
          <p:cNvSpPr/>
          <p:nvPr/>
        </p:nvSpPr>
        <p:spPr>
          <a:xfrm>
            <a:off x="150876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153612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201168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203904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251460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254196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301752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304488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352044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354780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402336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405072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1"/>
          <p:cNvSpPr/>
          <p:nvPr/>
        </p:nvSpPr>
        <p:spPr>
          <a:xfrm>
            <a:off x="4526280" y="192024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4553640" y="196596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1463040" y="1874520"/>
            <a:ext cx="253260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4"/>
          <p:cNvSpPr/>
          <p:nvPr/>
        </p:nvSpPr>
        <p:spPr>
          <a:xfrm>
            <a:off x="2629080" y="1719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K=5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1097280" y="292608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Fs = 50 Hz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1097280" y="3291840"/>
            <a:ext cx="2194200" cy="548280"/>
          </a:xfrm>
          <a:prstGeom prst="roundRect">
            <a:avLst>
              <a:gd name="adj" fmla="val 833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24640" y="34657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 / 50 = 0.1 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5943600" y="2926080"/>
            <a:ext cx="1645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Fs = 100 Hz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9"/>
          <p:cNvSpPr/>
          <p:nvPr/>
        </p:nvSpPr>
        <p:spPr>
          <a:xfrm>
            <a:off x="5943600" y="3291840"/>
            <a:ext cx="2377080" cy="548280"/>
          </a:xfrm>
          <a:prstGeom prst="roundRect">
            <a:avLst>
              <a:gd name="adj" fmla="val 8333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5970960" y="3465720"/>
            <a:ext cx="2322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 / 100 = 0.05 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1"/>
          <p:cNvSpPr/>
          <p:nvPr/>
        </p:nvSpPr>
        <p:spPr>
          <a:xfrm>
            <a:off x="4297680" y="1371600"/>
            <a:ext cx="360" cy="3474720"/>
          </a:xfrm>
          <a:prstGeom prst="line">
            <a:avLst/>
          </a:prstGeom>
          <a:ln w="1270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" name="Gruppo 4">
            <a:extLst>
              <a:ext uri="{FF2B5EF4-FFF2-40B4-BE49-F238E27FC236}">
                <a16:creationId xmlns:a16="http://schemas.microsoft.com/office/drawing/2014/main" id="{ED6CF3E5-AB7C-370A-14E0-F110C4CC8395}"/>
              </a:ext>
            </a:extLst>
          </p:cNvPr>
          <p:cNvGrpSpPr/>
          <p:nvPr/>
        </p:nvGrpSpPr>
        <p:grpSpPr>
          <a:xfrm>
            <a:off x="2234977" y="5630295"/>
            <a:ext cx="4344285" cy="182520"/>
            <a:chOff x="1009455" y="5605035"/>
            <a:chExt cx="4344285" cy="182520"/>
          </a:xfrm>
        </p:grpSpPr>
        <p:sp>
          <p:nvSpPr>
            <p:cNvPr id="89" name="Text 32"/>
            <p:cNvSpPr/>
            <p:nvPr/>
          </p:nvSpPr>
          <p:spPr>
            <a:xfrm>
              <a:off x="1009455" y="5605035"/>
              <a:ext cx="1142640" cy="18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u="none" strike="noStrike" dirty="0">
                  <a:solidFill>
                    <a:srgbClr val="111827"/>
                  </a:solidFill>
                  <a:effectLst/>
                  <a:uFillTx/>
                  <a:latin typeface="Aptos"/>
                </a:rPr>
                <a:t>Design question:</a:t>
              </a:r>
              <a:endParaRPr lang="it-IT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 33"/>
            <p:cNvSpPr/>
            <p:nvPr/>
          </p:nvSpPr>
          <p:spPr>
            <a:xfrm>
              <a:off x="2335335" y="5605035"/>
              <a:ext cx="3018405" cy="18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u="none" strike="noStrike" dirty="0">
                  <a:effectLst/>
                  <a:uFillTx/>
                  <a:latin typeface="Aptos"/>
                </a:rPr>
                <a:t>What duration should the first layer inspect directly?</a:t>
              </a:r>
              <a:endParaRPr lang="it-IT" sz="16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B21DF39-F456-59C8-C0F3-2C92C3D0910C}"/>
              </a:ext>
            </a:extLst>
          </p:cNvPr>
          <p:cNvSpPr txBox="1"/>
          <p:nvPr/>
        </p:nvSpPr>
        <p:spPr>
          <a:xfrm>
            <a:off x="2203380" y="4624275"/>
            <a:ext cx="61055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Small kernels focus on shorter local patterns.</a:t>
            </a:r>
          </a:p>
          <a:p>
            <a:r>
              <a:rPr lang="en-GB" sz="1200" dirty="0"/>
              <a:t>Large kernels inspect longer temporal structures directly.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DC3682-44E4-92FC-A4F0-AE04E23E6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controls how far the kernel moves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E7D84D-9984-3A22-4443-07BC8791D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stride S specifies the displacement of the convolutional kernel between two consecutive positions.</a:t>
            </a:r>
          </a:p>
          <a:p>
            <a:r>
              <a:rPr lang="en-GB" b="1" dirty="0"/>
              <a:t>Stride 1</a:t>
            </a:r>
          </a:p>
          <a:p>
            <a:pPr lvl="1"/>
            <a:r>
              <a:rPr lang="en-GB" dirty="0"/>
              <a:t>position 1: [x1 x2 x3]</a:t>
            </a:r>
          </a:p>
          <a:p>
            <a:pPr lvl="1"/>
            <a:r>
              <a:rPr lang="en-GB" dirty="0"/>
              <a:t>position 2:      [x2 x3 x4]</a:t>
            </a:r>
          </a:p>
          <a:p>
            <a:pPr lvl="1"/>
            <a:r>
              <a:rPr lang="en-GB" dirty="0"/>
              <a:t>position 3:           [x3 x4 x5]</a:t>
            </a:r>
          </a:p>
          <a:p>
            <a:r>
              <a:rPr lang="en-GB" dirty="0"/>
              <a:t>The filter moves one time step at a time.</a:t>
            </a:r>
          </a:p>
          <a:p>
            <a:r>
              <a:rPr lang="en-GB" b="1" dirty="0"/>
              <a:t>Stride 2</a:t>
            </a:r>
          </a:p>
          <a:p>
            <a:pPr lvl="1"/>
            <a:r>
              <a:rPr lang="en-GB" dirty="0"/>
              <a:t>position 1: [x1 x2 x3]</a:t>
            </a:r>
          </a:p>
          <a:p>
            <a:pPr lvl="1"/>
            <a:r>
              <a:rPr lang="en-GB" dirty="0"/>
              <a:t>position 2:           [x3 x4 x5]</a:t>
            </a:r>
          </a:p>
          <a:p>
            <a:pPr lvl="1"/>
            <a:r>
              <a:rPr lang="en-GB" dirty="0"/>
              <a:t>position 3:                     [x5 x6 x7]</a:t>
            </a:r>
          </a:p>
          <a:p>
            <a:r>
              <a:rPr lang="en-GB" dirty="0"/>
              <a:t>The filter moves two time steps at a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76890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BFB8B-D02E-1ECD-7D87-B542E9FF6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18BA69-7F7E-27A7-FE15-1269EA24B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controls how far the kernel moves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0CA69D-A0A8-7F2A-4FB4-09959F8C1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Increasing stride reduces temporal resolution.</a:t>
            </a:r>
          </a:p>
          <a:p>
            <a:r>
              <a:rPr lang="en-GB" dirty="0"/>
              <a:t>For example: input length = 100</a:t>
            </a:r>
          </a:p>
          <a:p>
            <a:pPr lvl="1"/>
            <a:r>
              <a:rPr lang="en-GB" dirty="0"/>
              <a:t>stride = 2</a:t>
            </a:r>
          </a:p>
          <a:p>
            <a:r>
              <a:rPr lang="en-GB" dirty="0"/>
              <a:t>produces approximately half as many output positions.</a:t>
            </a:r>
          </a:p>
          <a:p>
            <a:endParaRPr lang="en-GB" dirty="0"/>
          </a:p>
          <a:p>
            <a:r>
              <a:rPr lang="en-GB" dirty="0"/>
              <a:t>Stride is both a computational choice and a </a:t>
            </a:r>
            <a:r>
              <a:rPr lang="en-GB" b="1" dirty="0"/>
              <a:t>temporal-resolution choice.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39694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Stride controls output spacing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Kernel size controls local context; stride controls how far the detector moves.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Stride reduces the number of output positions and changes temporal resolution.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914400" y="123444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Stride 1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9144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8"/>
          <p:cNvSpPr/>
          <p:nvPr/>
        </p:nvSpPr>
        <p:spPr>
          <a:xfrm>
            <a:off x="9417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14446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0"/>
          <p:cNvSpPr/>
          <p:nvPr/>
        </p:nvSpPr>
        <p:spPr>
          <a:xfrm>
            <a:off x="14720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1"/>
          <p:cNvSpPr/>
          <p:nvPr/>
        </p:nvSpPr>
        <p:spPr>
          <a:xfrm>
            <a:off x="19749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200268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3"/>
          <p:cNvSpPr/>
          <p:nvPr/>
        </p:nvSpPr>
        <p:spPr>
          <a:xfrm>
            <a:off x="25056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25329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5"/>
          <p:cNvSpPr/>
          <p:nvPr/>
        </p:nvSpPr>
        <p:spPr>
          <a:xfrm>
            <a:off x="30358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30632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7"/>
          <p:cNvSpPr/>
          <p:nvPr/>
        </p:nvSpPr>
        <p:spPr>
          <a:xfrm>
            <a:off x="35661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359352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9"/>
          <p:cNvSpPr/>
          <p:nvPr/>
        </p:nvSpPr>
        <p:spPr>
          <a:xfrm>
            <a:off x="409644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0"/>
          <p:cNvSpPr/>
          <p:nvPr/>
        </p:nvSpPr>
        <p:spPr>
          <a:xfrm>
            <a:off x="412380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1"/>
          <p:cNvSpPr/>
          <p:nvPr/>
        </p:nvSpPr>
        <p:spPr>
          <a:xfrm>
            <a:off x="462672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46544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3"/>
          <p:cNvSpPr/>
          <p:nvPr/>
        </p:nvSpPr>
        <p:spPr>
          <a:xfrm>
            <a:off x="868680" y="173736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4"/>
          <p:cNvSpPr/>
          <p:nvPr/>
        </p:nvSpPr>
        <p:spPr>
          <a:xfrm>
            <a:off x="1572840" y="15818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5"/>
          <p:cNvSpPr/>
          <p:nvPr/>
        </p:nvSpPr>
        <p:spPr>
          <a:xfrm>
            <a:off x="1398960" y="237744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6"/>
          <p:cNvSpPr/>
          <p:nvPr/>
        </p:nvSpPr>
        <p:spPr>
          <a:xfrm>
            <a:off x="2103120" y="22219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7"/>
          <p:cNvSpPr/>
          <p:nvPr/>
        </p:nvSpPr>
        <p:spPr>
          <a:xfrm>
            <a:off x="1929240" y="301752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8"/>
          <p:cNvSpPr/>
          <p:nvPr/>
        </p:nvSpPr>
        <p:spPr>
          <a:xfrm>
            <a:off x="2633400" y="2862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pos 3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9"/>
          <p:cNvSpPr/>
          <p:nvPr/>
        </p:nvSpPr>
        <p:spPr>
          <a:xfrm>
            <a:off x="914400" y="379476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outputs one sample apart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6400800" y="123444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Stride 2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1"/>
          <p:cNvSpPr/>
          <p:nvPr/>
        </p:nvSpPr>
        <p:spPr>
          <a:xfrm>
            <a:off x="64008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2"/>
          <p:cNvSpPr/>
          <p:nvPr/>
        </p:nvSpPr>
        <p:spPr>
          <a:xfrm>
            <a:off x="64281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33"/>
          <p:cNvSpPr/>
          <p:nvPr/>
        </p:nvSpPr>
        <p:spPr>
          <a:xfrm>
            <a:off x="69310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4"/>
          <p:cNvSpPr/>
          <p:nvPr/>
        </p:nvSpPr>
        <p:spPr>
          <a:xfrm>
            <a:off x="69584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35"/>
          <p:cNvSpPr/>
          <p:nvPr/>
        </p:nvSpPr>
        <p:spPr>
          <a:xfrm>
            <a:off x="74613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36"/>
          <p:cNvSpPr/>
          <p:nvPr/>
        </p:nvSpPr>
        <p:spPr>
          <a:xfrm>
            <a:off x="748908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7"/>
          <p:cNvSpPr/>
          <p:nvPr/>
        </p:nvSpPr>
        <p:spPr>
          <a:xfrm>
            <a:off x="799200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8"/>
          <p:cNvSpPr/>
          <p:nvPr/>
        </p:nvSpPr>
        <p:spPr>
          <a:xfrm>
            <a:off x="801936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9"/>
          <p:cNvSpPr/>
          <p:nvPr/>
        </p:nvSpPr>
        <p:spPr>
          <a:xfrm>
            <a:off x="852228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0"/>
          <p:cNvSpPr/>
          <p:nvPr/>
        </p:nvSpPr>
        <p:spPr>
          <a:xfrm>
            <a:off x="85496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1"/>
          <p:cNvSpPr/>
          <p:nvPr/>
        </p:nvSpPr>
        <p:spPr>
          <a:xfrm>
            <a:off x="905256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2"/>
          <p:cNvSpPr/>
          <p:nvPr/>
        </p:nvSpPr>
        <p:spPr>
          <a:xfrm>
            <a:off x="907992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3"/>
          <p:cNvSpPr/>
          <p:nvPr/>
        </p:nvSpPr>
        <p:spPr>
          <a:xfrm>
            <a:off x="958284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4"/>
          <p:cNvSpPr/>
          <p:nvPr/>
        </p:nvSpPr>
        <p:spPr>
          <a:xfrm>
            <a:off x="961020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45"/>
          <p:cNvSpPr/>
          <p:nvPr/>
        </p:nvSpPr>
        <p:spPr>
          <a:xfrm>
            <a:off x="10113120" y="17830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6"/>
          <p:cNvSpPr/>
          <p:nvPr/>
        </p:nvSpPr>
        <p:spPr>
          <a:xfrm>
            <a:off x="10140840" y="18288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47"/>
          <p:cNvSpPr/>
          <p:nvPr/>
        </p:nvSpPr>
        <p:spPr>
          <a:xfrm>
            <a:off x="6355080" y="173736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8"/>
          <p:cNvSpPr/>
          <p:nvPr/>
        </p:nvSpPr>
        <p:spPr>
          <a:xfrm>
            <a:off x="7059240" y="15818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9"/>
          <p:cNvSpPr/>
          <p:nvPr/>
        </p:nvSpPr>
        <p:spPr>
          <a:xfrm>
            <a:off x="7415640" y="237744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50"/>
          <p:cNvSpPr/>
          <p:nvPr/>
        </p:nvSpPr>
        <p:spPr>
          <a:xfrm>
            <a:off x="8119800" y="22219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51"/>
          <p:cNvSpPr/>
          <p:nvPr/>
        </p:nvSpPr>
        <p:spPr>
          <a:xfrm>
            <a:off x="8476560" y="3017520"/>
            <a:ext cx="160884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2"/>
          <p:cNvSpPr/>
          <p:nvPr/>
        </p:nvSpPr>
        <p:spPr>
          <a:xfrm>
            <a:off x="9180720" y="28620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pos 3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53"/>
          <p:cNvSpPr/>
          <p:nvPr/>
        </p:nvSpPr>
        <p:spPr>
          <a:xfrm>
            <a:off x="6400800" y="379476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6B7280"/>
                </a:solidFill>
                <a:effectLst/>
                <a:uFillTx/>
                <a:latin typeface="Aptos"/>
              </a:rPr>
              <a:t>outputs two frames apart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54"/>
          <p:cNvSpPr/>
          <p:nvPr/>
        </p:nvSpPr>
        <p:spPr>
          <a:xfrm>
            <a:off x="3566160" y="4754880"/>
            <a:ext cx="4023000" cy="50256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55"/>
          <p:cNvSpPr/>
          <p:nvPr/>
        </p:nvSpPr>
        <p:spPr>
          <a:xfrm>
            <a:off x="3593520" y="4905720"/>
            <a:ext cx="3968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Higher stride = coarser temporal grid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4F3C7E-167A-B0D8-F0BF-80FCCC751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Valid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670996-106B-DD18-2069-41BB43999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</a:t>
            </a:r>
            <a:r>
              <a:rPr lang="en-GB" b="1" dirty="0"/>
              <a:t>valid padding</a:t>
            </a:r>
            <a:r>
              <a:rPr lang="en-GB" dirty="0"/>
              <a:t>, no artificial values are added around the sequence.</a:t>
            </a:r>
          </a:p>
          <a:p>
            <a:r>
              <a:rPr lang="en-GB" dirty="0"/>
              <a:t>The kernel is applied only where it fits completely inside the input.</a:t>
            </a:r>
          </a:p>
          <a:p>
            <a:r>
              <a:rPr lang="en-GB" dirty="0"/>
              <a:t>For stride 1: </a:t>
            </a:r>
            <a:r>
              <a:rPr lang="en-GB" dirty="0" err="1"/>
              <a:t>L_out</a:t>
            </a:r>
            <a:r>
              <a:rPr lang="en-GB" dirty="0"/>
              <a:t> = L − K + 1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Input length: L = 100</a:t>
            </a:r>
          </a:p>
          <a:p>
            <a:r>
              <a:rPr lang="en-GB" dirty="0"/>
              <a:t>Kernel size: K = 5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 err="1"/>
              <a:t>L_out</a:t>
            </a:r>
            <a:r>
              <a:rPr lang="en-GB" dirty="0"/>
              <a:t> = 100 − 5 + 1 = 96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585052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FE2B0-97E2-1226-5D80-BE2711589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CD0DC-AF18-3506-ED2F-D9559FE2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Valid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3A62CD6-7F9C-6E65-3674-C5FE04EB1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Advantages</a:t>
            </a:r>
          </a:p>
          <a:p>
            <a:pPr lvl="0"/>
            <a:r>
              <a:rPr lang="en-GB" dirty="0"/>
              <a:t>no artificial boundary values; </a:t>
            </a:r>
          </a:p>
          <a:p>
            <a:pPr lvl="0"/>
            <a:r>
              <a:rPr lang="en-GB" dirty="0"/>
              <a:t>simple interpretation.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Temporal length decreases after every convolutional layer.</a:t>
            </a:r>
          </a:p>
          <a:p>
            <a:r>
              <a:rPr lang="en-GB" dirty="0"/>
              <a:t>For several stacked layers, this reduction may become substantial.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Three valid convolutions with K = 5:</a:t>
            </a:r>
          </a:p>
          <a:p>
            <a:r>
              <a:rPr lang="en-GB" dirty="0"/>
              <a:t>100 → 96 → 92 → 88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b="1" dirty="0"/>
              <a:t>For tasks requiring one prediction per original time step, valid convolution may complicate output alignment.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40314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Valid convolution reduces temporal length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The kernel is applied only where it fits completely inside the input.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Valid padding avoids artificial boundary values but shortens the sequence.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1005840" y="2011680"/>
            <a:ext cx="1462680" cy="82260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1033200" y="2322720"/>
            <a:ext cx="1407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100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8"/>
          <p:cNvSpPr/>
          <p:nvPr/>
        </p:nvSpPr>
        <p:spPr>
          <a:xfrm>
            <a:off x="2651760" y="2423160"/>
            <a:ext cx="118872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9"/>
          <p:cNvSpPr/>
          <p:nvPr/>
        </p:nvSpPr>
        <p:spPr>
          <a:xfrm>
            <a:off x="3977640" y="1874520"/>
            <a:ext cx="2194200" cy="1096920"/>
          </a:xfrm>
          <a:prstGeom prst="roundRect">
            <a:avLst>
              <a:gd name="adj" fmla="val 41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4005000" y="23227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 = 1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valid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6309360" y="2423160"/>
            <a:ext cx="118872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2"/>
          <p:cNvSpPr/>
          <p:nvPr/>
        </p:nvSpPr>
        <p:spPr>
          <a:xfrm>
            <a:off x="7680960" y="2011680"/>
            <a:ext cx="1828440" cy="822600"/>
          </a:xfrm>
          <a:prstGeom prst="roundRect">
            <a:avLst>
              <a:gd name="adj" fmla="val 555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7708320" y="232272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Output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96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4"/>
          <p:cNvSpPr/>
          <p:nvPr/>
        </p:nvSpPr>
        <p:spPr>
          <a:xfrm>
            <a:off x="3840480" y="3886200"/>
            <a:ext cx="2742840" cy="50256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3867840" y="403704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L − K + 1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1005840" y="4892040"/>
            <a:ext cx="42058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Stacking valid convolutions keeps shrinking temporal length: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7"/>
          <p:cNvSpPr/>
          <p:nvPr/>
        </p:nvSpPr>
        <p:spPr>
          <a:xfrm>
            <a:off x="5486400" y="4754880"/>
            <a:ext cx="2834280" cy="45684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5513760" y="4883040"/>
            <a:ext cx="2779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100 → 96 → 92 → 88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54DC37-DA20-8722-EB5F-7A7C6F5A8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padding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5866395-61CD-39CC-E0EE-2B7967938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</a:t>
            </a:r>
            <a:r>
              <a:rPr lang="en-GB" b="1" dirty="0"/>
              <a:t>same padding</a:t>
            </a:r>
            <a:r>
              <a:rPr lang="en-GB" dirty="0"/>
              <a:t>, artificial values are added around the temporal boundaries so that the output length is preserved when stride is 1.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padding | original sequence | padding</a:t>
            </a:r>
          </a:p>
          <a:p>
            <a:r>
              <a:rPr lang="en-GB" dirty="0"/>
              <a:t>For example:</a:t>
            </a:r>
          </a:p>
          <a:p>
            <a:r>
              <a:rPr lang="en-GB" dirty="0"/>
              <a:t>0 0 | x1 x2 x3 x4 x5 | 0 0</a:t>
            </a:r>
          </a:p>
          <a:p>
            <a:r>
              <a:rPr lang="en-GB" dirty="0"/>
              <a:t>The exact amount of padding depends on kernel size and implementation.</a:t>
            </a:r>
          </a:p>
          <a:p>
            <a:r>
              <a:rPr lang="en-GB" b="1" dirty="0"/>
              <a:t>For stride 1</a:t>
            </a:r>
          </a:p>
          <a:p>
            <a:r>
              <a:rPr lang="en-GB" dirty="0"/>
              <a:t>Typically: </a:t>
            </a:r>
            <a:r>
              <a:rPr lang="en-GB" dirty="0" err="1"/>
              <a:t>L_out</a:t>
            </a:r>
            <a:r>
              <a:rPr lang="en-GB" dirty="0"/>
              <a:t> = 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6772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7C7BE-2336-4B9F-5C29-35684638A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B7E59D-9A27-3FBC-185D-1F7F094A6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padding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318DB9-DCA8-4251-8277-C1D1A909F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 [N, 100, 4]</a:t>
            </a:r>
          </a:p>
          <a:p>
            <a:r>
              <a:rPr lang="en-GB" dirty="0"/>
              <a:t>Conv1D: kernel size K = 5;  32 filters; same padding. </a:t>
            </a:r>
          </a:p>
          <a:p>
            <a:r>
              <a:rPr lang="en-GB" dirty="0"/>
              <a:t>Output: [N, 100, 32]</a:t>
            </a:r>
          </a:p>
          <a:p>
            <a:r>
              <a:rPr lang="en-GB" b="1" dirty="0"/>
              <a:t>Why useful?</a:t>
            </a:r>
          </a:p>
          <a:p>
            <a:pPr lvl="1"/>
            <a:r>
              <a:rPr lang="en-GB" dirty="0"/>
              <a:t>preserves temporal resolution; </a:t>
            </a:r>
          </a:p>
          <a:p>
            <a:pPr lvl="1"/>
            <a:r>
              <a:rPr lang="en-GB" dirty="0"/>
              <a:t>simplifies deep stacks; </a:t>
            </a:r>
          </a:p>
          <a:p>
            <a:pPr lvl="1"/>
            <a:r>
              <a:rPr lang="en-GB" dirty="0"/>
              <a:t>useful for sequence labelling; </a:t>
            </a:r>
          </a:p>
          <a:p>
            <a:pPr lvl="1"/>
            <a:r>
              <a:rPr lang="en-GB" dirty="0"/>
              <a:t>facilitates alignment of input and output time steps. </a:t>
            </a:r>
          </a:p>
          <a:p>
            <a:r>
              <a:rPr lang="en-GB" b="1" dirty="0"/>
              <a:t>Important caveat</a:t>
            </a:r>
          </a:p>
          <a:p>
            <a:r>
              <a:rPr lang="en-GB" dirty="0"/>
              <a:t>Padding values are artificial and affect computations near the boundaries.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1482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Same padding preserves temporal length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Artificial boundary values are added so that L_out ≈ L for stride 1.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Same padding simplifies deep stacks and time-aligned outputs.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914400" y="192024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padding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7"/>
          <p:cNvSpPr/>
          <p:nvPr/>
        </p:nvSpPr>
        <p:spPr>
          <a:xfrm>
            <a:off x="2880360" y="1920240"/>
            <a:ext cx="2285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original sequence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8"/>
          <p:cNvSpPr/>
          <p:nvPr/>
        </p:nvSpPr>
        <p:spPr>
          <a:xfrm>
            <a:off x="5852160" y="192024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padding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9"/>
          <p:cNvSpPr/>
          <p:nvPr/>
        </p:nvSpPr>
        <p:spPr>
          <a:xfrm>
            <a:off x="91440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0"/>
          <p:cNvSpPr/>
          <p:nvPr/>
        </p:nvSpPr>
        <p:spPr>
          <a:xfrm>
            <a:off x="94176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1"/>
          <p:cNvSpPr/>
          <p:nvPr/>
        </p:nvSpPr>
        <p:spPr>
          <a:xfrm>
            <a:off x="138996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2"/>
          <p:cNvSpPr/>
          <p:nvPr/>
        </p:nvSpPr>
        <p:spPr>
          <a:xfrm>
            <a:off x="141732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3"/>
          <p:cNvSpPr/>
          <p:nvPr/>
        </p:nvSpPr>
        <p:spPr>
          <a:xfrm>
            <a:off x="186552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4"/>
          <p:cNvSpPr/>
          <p:nvPr/>
        </p:nvSpPr>
        <p:spPr>
          <a:xfrm>
            <a:off x="189288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5"/>
          <p:cNvSpPr/>
          <p:nvPr/>
        </p:nvSpPr>
        <p:spPr>
          <a:xfrm>
            <a:off x="234072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6"/>
          <p:cNvSpPr/>
          <p:nvPr/>
        </p:nvSpPr>
        <p:spPr>
          <a:xfrm>
            <a:off x="236844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7"/>
          <p:cNvSpPr/>
          <p:nvPr/>
        </p:nvSpPr>
        <p:spPr>
          <a:xfrm>
            <a:off x="281628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8"/>
          <p:cNvSpPr/>
          <p:nvPr/>
        </p:nvSpPr>
        <p:spPr>
          <a:xfrm>
            <a:off x="284364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9"/>
          <p:cNvSpPr/>
          <p:nvPr/>
        </p:nvSpPr>
        <p:spPr>
          <a:xfrm>
            <a:off x="329184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0"/>
          <p:cNvSpPr/>
          <p:nvPr/>
        </p:nvSpPr>
        <p:spPr>
          <a:xfrm>
            <a:off x="331920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1"/>
          <p:cNvSpPr/>
          <p:nvPr/>
        </p:nvSpPr>
        <p:spPr>
          <a:xfrm>
            <a:off x="376740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2"/>
          <p:cNvSpPr/>
          <p:nvPr/>
        </p:nvSpPr>
        <p:spPr>
          <a:xfrm>
            <a:off x="379476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3"/>
          <p:cNvSpPr/>
          <p:nvPr/>
        </p:nvSpPr>
        <p:spPr>
          <a:xfrm>
            <a:off x="424296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4"/>
          <p:cNvSpPr/>
          <p:nvPr/>
        </p:nvSpPr>
        <p:spPr>
          <a:xfrm>
            <a:off x="427032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5"/>
          <p:cNvSpPr/>
          <p:nvPr/>
        </p:nvSpPr>
        <p:spPr>
          <a:xfrm>
            <a:off x="4718160" y="233172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6"/>
          <p:cNvSpPr/>
          <p:nvPr/>
        </p:nvSpPr>
        <p:spPr>
          <a:xfrm>
            <a:off x="4745880" y="239112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7"/>
          <p:cNvSpPr/>
          <p:nvPr/>
        </p:nvSpPr>
        <p:spPr>
          <a:xfrm>
            <a:off x="914400" y="3749040"/>
            <a:ext cx="191988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8"/>
          <p:cNvSpPr/>
          <p:nvPr/>
        </p:nvSpPr>
        <p:spPr>
          <a:xfrm>
            <a:off x="941760" y="3991320"/>
            <a:ext cx="1865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100, 4]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9"/>
          <p:cNvSpPr/>
          <p:nvPr/>
        </p:nvSpPr>
        <p:spPr>
          <a:xfrm>
            <a:off x="3108960" y="4096440"/>
            <a:ext cx="114300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0"/>
          <p:cNvSpPr/>
          <p:nvPr/>
        </p:nvSpPr>
        <p:spPr>
          <a:xfrm>
            <a:off x="4434840" y="3611880"/>
            <a:ext cx="2194200" cy="959760"/>
          </a:xfrm>
          <a:prstGeom prst="roundRect">
            <a:avLst>
              <a:gd name="adj" fmla="val 476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1"/>
          <p:cNvSpPr/>
          <p:nvPr/>
        </p:nvSpPr>
        <p:spPr>
          <a:xfrm>
            <a:off x="4462200" y="399132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same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 = 32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2"/>
          <p:cNvSpPr/>
          <p:nvPr/>
        </p:nvSpPr>
        <p:spPr>
          <a:xfrm>
            <a:off x="6812280" y="4096440"/>
            <a:ext cx="114300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33"/>
          <p:cNvSpPr/>
          <p:nvPr/>
        </p:nvSpPr>
        <p:spPr>
          <a:xfrm>
            <a:off x="8138160" y="3749040"/>
            <a:ext cx="201132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4"/>
          <p:cNvSpPr/>
          <p:nvPr/>
        </p:nvSpPr>
        <p:spPr>
          <a:xfrm>
            <a:off x="8165520" y="399132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Output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100, 32]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512DF5-A43F-7DC8-1F97-0AD2D4397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Padding determines what the network sees at sequence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A5D90A-3628-E485-890C-AF5EABFDD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Near the middle of a sequence, a kernel can use real observations on both sides.</a:t>
            </a:r>
          </a:p>
          <a:p>
            <a:r>
              <a:rPr lang="en-GB" dirty="0"/>
              <a:t>Near the first or last time step, some values are missing.</a:t>
            </a:r>
          </a:p>
          <a:p>
            <a:r>
              <a:rPr lang="en-GB" dirty="0"/>
              <a:t>Padding provides artificial values so that the convolution can still be evaluated.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Kernel size: K = 3</a:t>
            </a:r>
          </a:p>
          <a:p>
            <a:r>
              <a:rPr lang="en-GB" dirty="0"/>
              <a:t>For the first observation, a same-padded convolution might use 0, x[1], x[2] instead of requiring: x[0], x[1], x[2] where x[0] does not exist.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23879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51E07-68F2-E91B-D663-DC4081A5F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1ECD99-6D9B-E307-4FFC-6328887F3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Padding determines what the network sees at sequence boundaries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2AD2C3-77EF-D8CD-CC13-688105714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Common padding choices</a:t>
            </a:r>
          </a:p>
          <a:p>
            <a:pPr lvl="1"/>
            <a:r>
              <a:rPr lang="en-GB" dirty="0"/>
              <a:t>zeros; </a:t>
            </a:r>
          </a:p>
          <a:p>
            <a:pPr lvl="1"/>
            <a:r>
              <a:rPr lang="en-GB" dirty="0"/>
              <a:t>repeated edge values; </a:t>
            </a:r>
          </a:p>
          <a:p>
            <a:pPr lvl="1"/>
            <a:r>
              <a:rPr lang="en-GB" dirty="0"/>
              <a:t>reflected values. </a:t>
            </a:r>
          </a:p>
          <a:p>
            <a:pPr lvl="1"/>
            <a:r>
              <a:rPr lang="en-GB" dirty="0"/>
              <a:t>In neural Conv1D implementations, zero padding is common.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representation near sequence boundaries may be less reliable because part of the local context is artificial.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55652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Padding affects boundary representations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Near the boundaries, part of the local context may be artificial.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Boundary activations should be interpreted with care when padding is used.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6"/>
          <p:cNvSpPr/>
          <p:nvPr/>
        </p:nvSpPr>
        <p:spPr>
          <a:xfrm>
            <a:off x="9144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941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14814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9"/>
          <p:cNvSpPr/>
          <p:nvPr/>
        </p:nvSpPr>
        <p:spPr>
          <a:xfrm>
            <a:off x="1508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0"/>
          <p:cNvSpPr/>
          <p:nvPr/>
        </p:nvSpPr>
        <p:spPr>
          <a:xfrm>
            <a:off x="20484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1"/>
          <p:cNvSpPr/>
          <p:nvPr/>
        </p:nvSpPr>
        <p:spPr>
          <a:xfrm>
            <a:off x="2075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2"/>
          <p:cNvSpPr/>
          <p:nvPr/>
        </p:nvSpPr>
        <p:spPr>
          <a:xfrm>
            <a:off x="2615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3"/>
          <p:cNvSpPr/>
          <p:nvPr/>
        </p:nvSpPr>
        <p:spPr>
          <a:xfrm>
            <a:off x="26427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4"/>
          <p:cNvSpPr/>
          <p:nvPr/>
        </p:nvSpPr>
        <p:spPr>
          <a:xfrm>
            <a:off x="3182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5"/>
          <p:cNvSpPr/>
          <p:nvPr/>
        </p:nvSpPr>
        <p:spPr>
          <a:xfrm>
            <a:off x="320940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6"/>
          <p:cNvSpPr/>
          <p:nvPr/>
        </p:nvSpPr>
        <p:spPr>
          <a:xfrm>
            <a:off x="3749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7"/>
          <p:cNvSpPr/>
          <p:nvPr/>
        </p:nvSpPr>
        <p:spPr>
          <a:xfrm>
            <a:off x="377640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8"/>
          <p:cNvSpPr/>
          <p:nvPr/>
        </p:nvSpPr>
        <p:spPr>
          <a:xfrm>
            <a:off x="431604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9"/>
          <p:cNvSpPr/>
          <p:nvPr/>
        </p:nvSpPr>
        <p:spPr>
          <a:xfrm>
            <a:off x="434340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20"/>
          <p:cNvSpPr/>
          <p:nvPr/>
        </p:nvSpPr>
        <p:spPr>
          <a:xfrm>
            <a:off x="457200" y="201168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1"/>
          <p:cNvSpPr/>
          <p:nvPr/>
        </p:nvSpPr>
        <p:spPr>
          <a:xfrm>
            <a:off x="484560" y="20574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2"/>
          <p:cNvSpPr/>
          <p:nvPr/>
        </p:nvSpPr>
        <p:spPr>
          <a:xfrm>
            <a:off x="411480" y="1965960"/>
            <a:ext cx="1718640" cy="383760"/>
          </a:xfrm>
          <a:prstGeom prst="roundRect">
            <a:avLst>
              <a:gd name="adj" fmla="val 7143"/>
            </a:avLst>
          </a:prstGeom>
          <a:solidFill>
            <a:srgbClr val="FFECE9">
              <a:alpha val="80000"/>
            </a:srgbClr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3"/>
          <p:cNvSpPr/>
          <p:nvPr/>
        </p:nvSpPr>
        <p:spPr>
          <a:xfrm>
            <a:off x="1170360" y="181044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E94B35"/>
                </a:solidFill>
                <a:effectLst/>
                <a:uFillTx/>
                <a:latin typeface="Aptos"/>
              </a:rPr>
              <a:t>first output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4"/>
          <p:cNvSpPr/>
          <p:nvPr/>
        </p:nvSpPr>
        <p:spPr>
          <a:xfrm>
            <a:off x="914400" y="2834640"/>
            <a:ext cx="30171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first output may use: 0, x1, x2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5"/>
          <p:cNvSpPr/>
          <p:nvPr/>
        </p:nvSpPr>
        <p:spPr>
          <a:xfrm>
            <a:off x="5669280" y="1965960"/>
            <a:ext cx="2559960" cy="639720"/>
          </a:xfrm>
          <a:prstGeom prst="roundRect">
            <a:avLst>
              <a:gd name="adj" fmla="val 714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6"/>
          <p:cNvSpPr/>
          <p:nvPr/>
        </p:nvSpPr>
        <p:spPr>
          <a:xfrm>
            <a:off x="5696640" y="2185560"/>
            <a:ext cx="2505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central 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uses only real observations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7"/>
          <p:cNvSpPr/>
          <p:nvPr/>
        </p:nvSpPr>
        <p:spPr>
          <a:xfrm>
            <a:off x="2002680" y="3474720"/>
            <a:ext cx="171864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8"/>
          <p:cNvSpPr/>
          <p:nvPr/>
        </p:nvSpPr>
        <p:spPr>
          <a:xfrm>
            <a:off x="2761560" y="331920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central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9"/>
          <p:cNvSpPr/>
          <p:nvPr/>
        </p:nvSpPr>
        <p:spPr>
          <a:xfrm>
            <a:off x="5669280" y="2971800"/>
            <a:ext cx="2559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Common choice: zero padding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30"/>
          <p:cNvSpPr/>
          <p:nvPr/>
        </p:nvSpPr>
        <p:spPr>
          <a:xfrm>
            <a:off x="914400" y="4846320"/>
            <a:ext cx="69490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Padding lets us preserve length, but changes local evidence at the edges.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493EA9-F5EA-DA20-B299-91687BF2B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 length with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003744-476F-2F21-A758-2ED4287E9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For a </a:t>
            </a:r>
            <a:r>
              <a:rPr lang="en-GB" b="1" dirty="0"/>
              <a:t>valid convolution</a:t>
            </a:r>
            <a:r>
              <a:rPr lang="en-GB" dirty="0"/>
              <a:t>, the output length can be written conceptually as:</a:t>
            </a:r>
          </a:p>
          <a:p>
            <a:r>
              <a:rPr lang="en-GB" b="1" dirty="0" err="1"/>
              <a:t>L_out</a:t>
            </a:r>
            <a:r>
              <a:rPr lang="en-GB" b="1" dirty="0"/>
              <a:t> = floor((L − K) / S) + 1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input length; </a:t>
            </a:r>
          </a:p>
          <a:p>
            <a:pPr lvl="1"/>
            <a:r>
              <a:rPr lang="en-GB" dirty="0"/>
              <a:t>K = kernel size; </a:t>
            </a:r>
          </a:p>
          <a:p>
            <a:pPr lvl="1"/>
            <a:r>
              <a:rPr lang="en-GB" dirty="0"/>
              <a:t>S = stride. </a:t>
            </a:r>
          </a:p>
          <a:p>
            <a:r>
              <a:rPr lang="en-GB" b="1" dirty="0"/>
              <a:t>Example 1</a:t>
            </a:r>
          </a:p>
          <a:p>
            <a:r>
              <a:rPr lang="en-GB" dirty="0"/>
              <a:t>L = 100</a:t>
            </a:r>
          </a:p>
          <a:p>
            <a:r>
              <a:rPr lang="en-GB" dirty="0"/>
              <a:t>K = 5</a:t>
            </a:r>
          </a:p>
          <a:p>
            <a:r>
              <a:rPr lang="en-GB" dirty="0"/>
              <a:t>S = 1</a:t>
            </a:r>
          </a:p>
          <a:p>
            <a:r>
              <a:rPr lang="en-GB" dirty="0"/>
              <a:t>Then: </a:t>
            </a:r>
            <a:r>
              <a:rPr lang="en-GB" dirty="0" err="1"/>
              <a:t>L_out</a:t>
            </a:r>
            <a:r>
              <a:rPr lang="en-GB" dirty="0"/>
              <a:t> = 96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0260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76387-88DF-77CB-A71D-4826A9737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6FE96E-312D-B29D-D86C-5F33646C8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 length with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9D5CEC-2CC8-B3F7-76B5-C0548B94F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 2</a:t>
            </a:r>
          </a:p>
          <a:p>
            <a:pPr lvl="1"/>
            <a:r>
              <a:rPr lang="en-GB" dirty="0"/>
              <a:t>L = 100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S = 2</a:t>
            </a:r>
          </a:p>
          <a:p>
            <a:pPr lvl="1"/>
            <a:r>
              <a:rPr lang="en-GB" dirty="0"/>
              <a:t>Then: </a:t>
            </a:r>
            <a:r>
              <a:rPr lang="en-GB" dirty="0" err="1"/>
              <a:t>L_out</a:t>
            </a:r>
            <a:r>
              <a:rPr lang="en-GB" dirty="0"/>
              <a:t> = 48</a:t>
            </a:r>
          </a:p>
          <a:p>
            <a:endParaRPr lang="en-GB" dirty="0"/>
          </a:p>
          <a:p>
            <a:r>
              <a:rPr lang="en-GB" b="1" dirty="0"/>
              <a:t>Stride greater than 1 performs convolution and </a:t>
            </a:r>
            <a:r>
              <a:rPr lang="en-GB" b="1" dirty="0" err="1"/>
              <a:t>downsampling</a:t>
            </a:r>
            <a:r>
              <a:rPr lang="en-GB" b="1" dirty="0"/>
              <a:t> simultaneously.</a:t>
            </a:r>
          </a:p>
          <a:p>
            <a:endParaRPr lang="en-GB" dirty="0"/>
          </a:p>
          <a:p>
            <a:r>
              <a:rPr lang="en-GB" dirty="0"/>
              <a:t>A smaller output does not mean that information is necessarily lost immediately.</a:t>
            </a:r>
          </a:p>
          <a:p>
            <a:r>
              <a:rPr lang="en-GB" dirty="0"/>
              <a:t>Each output summarizes a local region.</a:t>
            </a:r>
          </a:p>
          <a:p>
            <a:r>
              <a:rPr lang="en-GB" dirty="0"/>
              <a:t>However, the temporal grid becomes coarser.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33524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Output length with stride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Stride greater than 1 combines convolution with </a:t>
            </a:r>
            <a:r>
              <a:rPr lang="en-US" sz="14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4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.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The output grid becomes coarser as stride increases.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6"/>
          <p:cNvSpPr/>
          <p:nvPr/>
        </p:nvSpPr>
        <p:spPr>
          <a:xfrm>
            <a:off x="914400" y="1417320"/>
            <a:ext cx="2194200" cy="50256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7"/>
          <p:cNvSpPr/>
          <p:nvPr/>
        </p:nvSpPr>
        <p:spPr>
          <a:xfrm>
            <a:off x="941760" y="156816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valid convolution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8"/>
          <p:cNvSpPr/>
          <p:nvPr/>
        </p:nvSpPr>
        <p:spPr>
          <a:xfrm>
            <a:off x="3657600" y="1417320"/>
            <a:ext cx="4023000" cy="50256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9"/>
          <p:cNvSpPr/>
          <p:nvPr/>
        </p:nvSpPr>
        <p:spPr>
          <a:xfrm>
            <a:off x="3684960" y="1568160"/>
            <a:ext cx="3968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floor((L − K) / S) + 1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0"/>
          <p:cNvSpPr/>
          <p:nvPr/>
        </p:nvSpPr>
        <p:spPr>
          <a:xfrm>
            <a:off x="914400" y="274320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Example 1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1"/>
          <p:cNvSpPr/>
          <p:nvPr/>
        </p:nvSpPr>
        <p:spPr>
          <a:xfrm>
            <a:off x="914400" y="3200400"/>
            <a:ext cx="1371240" cy="1005480"/>
          </a:xfrm>
          <a:prstGeom prst="roundRect">
            <a:avLst>
              <a:gd name="adj" fmla="val 4545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2"/>
          <p:cNvSpPr/>
          <p:nvPr/>
        </p:nvSpPr>
        <p:spPr>
          <a:xfrm>
            <a:off x="941760" y="3602880"/>
            <a:ext cx="1316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 = 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3"/>
          <p:cNvSpPr/>
          <p:nvPr/>
        </p:nvSpPr>
        <p:spPr>
          <a:xfrm>
            <a:off x="2468880" y="3657600"/>
            <a:ext cx="118872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4"/>
          <p:cNvSpPr/>
          <p:nvPr/>
        </p:nvSpPr>
        <p:spPr>
          <a:xfrm>
            <a:off x="3840480" y="3429000"/>
            <a:ext cx="1645560" cy="502560"/>
          </a:xfrm>
          <a:prstGeom prst="roundRect">
            <a:avLst>
              <a:gd name="adj" fmla="val 9091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5"/>
          <p:cNvSpPr/>
          <p:nvPr/>
        </p:nvSpPr>
        <p:spPr>
          <a:xfrm>
            <a:off x="3867840" y="35798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96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6"/>
          <p:cNvSpPr/>
          <p:nvPr/>
        </p:nvSpPr>
        <p:spPr>
          <a:xfrm>
            <a:off x="6400800" y="274320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Example 2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7"/>
          <p:cNvSpPr/>
          <p:nvPr/>
        </p:nvSpPr>
        <p:spPr>
          <a:xfrm>
            <a:off x="6400800" y="3200400"/>
            <a:ext cx="1371240" cy="1005480"/>
          </a:xfrm>
          <a:prstGeom prst="roundRect">
            <a:avLst>
              <a:gd name="adj" fmla="val 4545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8"/>
          <p:cNvSpPr/>
          <p:nvPr/>
        </p:nvSpPr>
        <p:spPr>
          <a:xfrm>
            <a:off x="6428160" y="3602880"/>
            <a:ext cx="1316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 = 100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 = 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9"/>
          <p:cNvSpPr/>
          <p:nvPr/>
        </p:nvSpPr>
        <p:spPr>
          <a:xfrm>
            <a:off x="7955280" y="3657600"/>
            <a:ext cx="118872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20"/>
          <p:cNvSpPr/>
          <p:nvPr/>
        </p:nvSpPr>
        <p:spPr>
          <a:xfrm>
            <a:off x="9326880" y="3429000"/>
            <a:ext cx="1645560" cy="502560"/>
          </a:xfrm>
          <a:prstGeom prst="roundRect">
            <a:avLst>
              <a:gd name="adj" fmla="val 9091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1"/>
          <p:cNvSpPr/>
          <p:nvPr/>
        </p:nvSpPr>
        <p:spPr>
          <a:xfrm>
            <a:off x="9354240" y="35798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L_out = 48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D7E02C-7C5B-9E60-F168-418A927D9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resolution and target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DCD1693-B698-9A05-26C1-2675415C49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4306886"/>
          </a:xfrm>
        </p:spPr>
        <p:txBody>
          <a:bodyPr>
            <a:normAutofit/>
          </a:bodyPr>
          <a:lstStyle/>
          <a:p>
            <a:r>
              <a:rPr lang="en-GB" dirty="0"/>
              <a:t>Suppose the input contains one sample every: 0.01 s</a:t>
            </a:r>
          </a:p>
          <a:p>
            <a:r>
              <a:rPr lang="en-GB" dirty="0"/>
              <a:t>If stride is: S = 1</a:t>
            </a:r>
          </a:p>
          <a:p>
            <a:r>
              <a:rPr lang="en-GB" dirty="0"/>
              <a:t>the output also has approximately one activation every: 0.01 s</a:t>
            </a:r>
          </a:p>
          <a:p>
            <a:r>
              <a:rPr lang="en-GB" dirty="0"/>
              <a:t>If stride is: S = 5</a:t>
            </a:r>
          </a:p>
          <a:p>
            <a:r>
              <a:rPr lang="en-GB" dirty="0"/>
              <a:t>the output has approximately one activation every: 0.05 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67AE114-8CF9-658F-1015-E9EFA9316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90"/>
            <a:ext cx="6501955" cy="3735386"/>
          </a:xfrm>
        </p:spPr>
        <p:txBody>
          <a:bodyPr>
            <a:normAutofit/>
          </a:bodyPr>
          <a:lstStyle/>
          <a:p>
            <a:r>
              <a:rPr lang="en-GB" b="1" dirty="0"/>
              <a:t>This matters for different tasks</a:t>
            </a:r>
          </a:p>
          <a:p>
            <a:r>
              <a:rPr lang="en-GB" b="1" dirty="0"/>
              <a:t>Window classification</a:t>
            </a:r>
          </a:p>
          <a:p>
            <a:pPr lvl="1"/>
            <a:r>
              <a:rPr lang="en-GB" dirty="0"/>
              <a:t>Exact temporal alignment may not be important.</a:t>
            </a:r>
          </a:p>
          <a:p>
            <a:pPr lvl="1"/>
            <a:r>
              <a:rPr lang="en-GB" dirty="0"/>
              <a:t>Strong </a:t>
            </a:r>
            <a:r>
              <a:rPr lang="en-GB" dirty="0" err="1"/>
              <a:t>downsampling</a:t>
            </a:r>
            <a:r>
              <a:rPr lang="en-GB" dirty="0"/>
              <a:t> can be acceptable.</a:t>
            </a:r>
          </a:p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If we need one class for every original time step, </a:t>
            </a:r>
            <a:r>
              <a:rPr lang="en-GB" dirty="0" err="1"/>
              <a:t>downsampling</a:t>
            </a:r>
            <a:r>
              <a:rPr lang="en-GB" dirty="0"/>
              <a:t> creates an alignment problem.</a:t>
            </a:r>
          </a:p>
          <a:p>
            <a:r>
              <a:rPr lang="en-GB" b="1" dirty="0"/>
              <a:t>Event localisation</a:t>
            </a:r>
          </a:p>
          <a:p>
            <a:pPr lvl="1"/>
            <a:r>
              <a:rPr lang="en-GB" dirty="0"/>
              <a:t>Very aggressive stride may reduce the precision with which an event can be located.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E9C07D-AAC7-E71E-860C-6A2ADCC13CA8}"/>
              </a:ext>
            </a:extLst>
          </p:cNvPr>
          <p:cNvSpPr txBox="1"/>
          <p:nvPr/>
        </p:nvSpPr>
        <p:spPr>
          <a:xfrm>
            <a:off x="2566988" y="6084315"/>
            <a:ext cx="61055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Temporal resolution should be selected according to the output requirement, not only computational efficiency.</a:t>
            </a:r>
          </a:p>
        </p:txBody>
      </p:sp>
    </p:spTree>
    <p:extLst>
      <p:ext uri="{BB962C8B-B14F-4D97-AF65-F5344CB8AC3E}">
        <p14:creationId xmlns:p14="http://schemas.microsoft.com/office/powerpoint/2010/main" val="22298565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Temporal resolution and target alignment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changes the spacing between output activations.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The output grid should match the task’s temporal precision requirements.</a:t>
            </a:r>
            <a:endParaRPr lang="it-IT" sz="11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6"/>
          <p:cNvSpPr/>
          <p:nvPr/>
        </p:nvSpPr>
        <p:spPr>
          <a:xfrm>
            <a:off x="914400" y="2011680"/>
            <a:ext cx="8412480" cy="36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7"/>
          <p:cNvSpPr/>
          <p:nvPr/>
        </p:nvSpPr>
        <p:spPr>
          <a:xfrm>
            <a:off x="96480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8"/>
          <p:cNvSpPr/>
          <p:nvPr/>
        </p:nvSpPr>
        <p:spPr>
          <a:xfrm>
            <a:off x="146772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9"/>
          <p:cNvSpPr/>
          <p:nvPr/>
        </p:nvSpPr>
        <p:spPr>
          <a:xfrm>
            <a:off x="197064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10"/>
          <p:cNvSpPr/>
          <p:nvPr/>
        </p:nvSpPr>
        <p:spPr>
          <a:xfrm>
            <a:off x="247356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1"/>
          <p:cNvSpPr/>
          <p:nvPr/>
        </p:nvSpPr>
        <p:spPr>
          <a:xfrm>
            <a:off x="297648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2"/>
          <p:cNvSpPr/>
          <p:nvPr/>
        </p:nvSpPr>
        <p:spPr>
          <a:xfrm>
            <a:off x="347940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3"/>
          <p:cNvSpPr/>
          <p:nvPr/>
        </p:nvSpPr>
        <p:spPr>
          <a:xfrm>
            <a:off x="398232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4"/>
          <p:cNvSpPr/>
          <p:nvPr/>
        </p:nvSpPr>
        <p:spPr>
          <a:xfrm>
            <a:off x="448524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5"/>
          <p:cNvSpPr/>
          <p:nvPr/>
        </p:nvSpPr>
        <p:spPr>
          <a:xfrm>
            <a:off x="498816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6"/>
          <p:cNvSpPr/>
          <p:nvPr/>
        </p:nvSpPr>
        <p:spPr>
          <a:xfrm>
            <a:off x="549108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7"/>
          <p:cNvSpPr/>
          <p:nvPr/>
        </p:nvSpPr>
        <p:spPr>
          <a:xfrm>
            <a:off x="599400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8"/>
          <p:cNvSpPr/>
          <p:nvPr/>
        </p:nvSpPr>
        <p:spPr>
          <a:xfrm>
            <a:off x="6496920" y="1970640"/>
            <a:ext cx="82080" cy="8208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3320" rIns="90000" bIns="1332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9"/>
          <p:cNvSpPr/>
          <p:nvPr/>
        </p:nvSpPr>
        <p:spPr>
          <a:xfrm>
            <a:off x="914400" y="1600200"/>
            <a:ext cx="41144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 grid: one sample every 0.01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20"/>
          <p:cNvSpPr/>
          <p:nvPr/>
        </p:nvSpPr>
        <p:spPr>
          <a:xfrm>
            <a:off x="914400" y="3108960"/>
            <a:ext cx="8412480" cy="36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1"/>
          <p:cNvSpPr/>
          <p:nvPr/>
        </p:nvSpPr>
        <p:spPr>
          <a:xfrm>
            <a:off x="941760" y="3044880"/>
            <a:ext cx="127800" cy="127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2"/>
          <p:cNvSpPr/>
          <p:nvPr/>
        </p:nvSpPr>
        <p:spPr>
          <a:xfrm>
            <a:off x="3456360" y="3044880"/>
            <a:ext cx="127800" cy="127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23"/>
          <p:cNvSpPr/>
          <p:nvPr/>
        </p:nvSpPr>
        <p:spPr>
          <a:xfrm>
            <a:off x="5970960" y="3044880"/>
            <a:ext cx="127800" cy="1278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4"/>
          <p:cNvSpPr/>
          <p:nvPr/>
        </p:nvSpPr>
        <p:spPr>
          <a:xfrm>
            <a:off x="914400" y="2743200"/>
            <a:ext cx="4754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stride 5 output: one activation every 0.05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25"/>
          <p:cNvSpPr/>
          <p:nvPr/>
        </p:nvSpPr>
        <p:spPr>
          <a:xfrm>
            <a:off x="914400" y="4572000"/>
            <a:ext cx="2742840" cy="731160"/>
          </a:xfrm>
          <a:prstGeom prst="roundRect">
            <a:avLst>
              <a:gd name="adj" fmla="val 625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6"/>
          <p:cNvSpPr/>
          <p:nvPr/>
        </p:nvSpPr>
        <p:spPr>
          <a:xfrm>
            <a:off x="941760" y="483732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Window classification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coarse outputs may be acceptable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7"/>
          <p:cNvSpPr/>
          <p:nvPr/>
        </p:nvSpPr>
        <p:spPr>
          <a:xfrm>
            <a:off x="4206240" y="4572000"/>
            <a:ext cx="2559960" cy="731160"/>
          </a:xfrm>
          <a:prstGeom prst="roundRect">
            <a:avLst>
              <a:gd name="adj" fmla="val 6250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8"/>
          <p:cNvSpPr/>
          <p:nvPr/>
        </p:nvSpPr>
        <p:spPr>
          <a:xfrm>
            <a:off x="4233600" y="4837320"/>
            <a:ext cx="2505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Sequence labelling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needs output alignment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9"/>
          <p:cNvSpPr/>
          <p:nvPr/>
        </p:nvSpPr>
        <p:spPr>
          <a:xfrm>
            <a:off x="7223760" y="4572000"/>
            <a:ext cx="2742840" cy="731160"/>
          </a:xfrm>
          <a:prstGeom prst="roundRect">
            <a:avLst>
              <a:gd name="adj" fmla="val 6250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0"/>
          <p:cNvSpPr/>
          <p:nvPr/>
        </p:nvSpPr>
        <p:spPr>
          <a:xfrm>
            <a:off x="7251120" y="483732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Event localization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coarse stride may hurt precision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9D6281-ABAE-E0EB-380F-2F7EDB8CA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Kernel size and stride are different concepts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274D93-7002-1C06-07D6-1CD292358A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383085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These parameters are often confused.</a:t>
            </a:r>
          </a:p>
          <a:p>
            <a:endParaRPr lang="en-GB" b="1" dirty="0"/>
          </a:p>
          <a:p>
            <a:r>
              <a:rPr lang="en-GB" b="1" dirty="0"/>
              <a:t>Kernel size K</a:t>
            </a:r>
          </a:p>
          <a:p>
            <a:r>
              <a:rPr lang="en-GB" dirty="0"/>
              <a:t>How much local temporal context is inspected for one output?</a:t>
            </a:r>
          </a:p>
          <a:p>
            <a:endParaRPr lang="en-GB" b="1" dirty="0"/>
          </a:p>
          <a:p>
            <a:r>
              <a:rPr lang="en-GB" b="1" dirty="0"/>
              <a:t>Stride S</a:t>
            </a:r>
            <a:endParaRPr lang="en-GB" dirty="0"/>
          </a:p>
          <a:p>
            <a:r>
              <a:rPr lang="en-GB" dirty="0"/>
              <a:t>How far does the detector move before producing the next output?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C859721-8562-234E-372F-ABCB03DC0B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424696" cy="4383086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S = 1</a:t>
            </a:r>
          </a:p>
          <a:p>
            <a:r>
              <a:rPr lang="en-GB" dirty="0"/>
              <a:t>means:</a:t>
            </a:r>
          </a:p>
          <a:p>
            <a:pPr lvl="1"/>
            <a:r>
              <a:rPr lang="en-GB" dirty="0"/>
              <a:t>each activation sees 5 samples; </a:t>
            </a:r>
          </a:p>
          <a:p>
            <a:pPr lvl="1"/>
            <a:r>
              <a:rPr lang="en-GB" dirty="0"/>
              <a:t>outputs are produced one sample apart. </a:t>
            </a:r>
          </a:p>
          <a:p>
            <a:endParaRPr lang="en-GB" dirty="0"/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S = 5</a:t>
            </a:r>
          </a:p>
          <a:p>
            <a:r>
              <a:rPr lang="en-GB" dirty="0"/>
              <a:t>means:</a:t>
            </a:r>
          </a:p>
          <a:p>
            <a:pPr lvl="1"/>
            <a:r>
              <a:rPr lang="en-GB" dirty="0"/>
              <a:t>each activation still sees 5 frames (samples); </a:t>
            </a:r>
          </a:p>
          <a:p>
            <a:pPr lvl="1"/>
            <a:r>
              <a:rPr lang="en-GB" dirty="0"/>
              <a:t>outputs are produced five samples apart.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17837F-5C88-997F-B896-82230329C026}"/>
              </a:ext>
            </a:extLst>
          </p:cNvPr>
          <p:cNvSpPr txBox="1"/>
          <p:nvPr/>
        </p:nvSpPr>
        <p:spPr>
          <a:xfrm>
            <a:off x="1980056" y="6435307"/>
            <a:ext cx="68591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Kernel size controls local context; stride controls output spacing.</a:t>
            </a:r>
          </a:p>
        </p:txBody>
      </p:sp>
    </p:spTree>
    <p:extLst>
      <p:ext uri="{BB962C8B-B14F-4D97-AF65-F5344CB8AC3E}">
        <p14:creationId xmlns:p14="http://schemas.microsoft.com/office/powerpoint/2010/main" val="6977881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Kernel size and stride are different concepts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Kernel size controls local context; stride controls output spacing.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K and S answer two different architectural questions.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914400" y="1417320"/>
            <a:ext cx="2194200" cy="456840"/>
          </a:xfrm>
          <a:prstGeom prst="roundRect">
            <a:avLst>
              <a:gd name="adj" fmla="val 1000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7"/>
          <p:cNvSpPr/>
          <p:nvPr/>
        </p:nvSpPr>
        <p:spPr>
          <a:xfrm>
            <a:off x="941760" y="15454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 = 1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8"/>
          <p:cNvSpPr/>
          <p:nvPr/>
        </p:nvSpPr>
        <p:spPr>
          <a:xfrm>
            <a:off x="914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9"/>
          <p:cNvSpPr/>
          <p:nvPr/>
        </p:nvSpPr>
        <p:spPr>
          <a:xfrm>
            <a:off x="941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10"/>
          <p:cNvSpPr/>
          <p:nvPr/>
        </p:nvSpPr>
        <p:spPr>
          <a:xfrm>
            <a:off x="13716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1"/>
          <p:cNvSpPr/>
          <p:nvPr/>
        </p:nvSpPr>
        <p:spPr>
          <a:xfrm>
            <a:off x="13989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2"/>
          <p:cNvSpPr/>
          <p:nvPr/>
        </p:nvSpPr>
        <p:spPr>
          <a:xfrm>
            <a:off x="1828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3"/>
          <p:cNvSpPr/>
          <p:nvPr/>
        </p:nvSpPr>
        <p:spPr>
          <a:xfrm>
            <a:off x="1856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4"/>
          <p:cNvSpPr/>
          <p:nvPr/>
        </p:nvSpPr>
        <p:spPr>
          <a:xfrm>
            <a:off x="2286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5"/>
          <p:cNvSpPr/>
          <p:nvPr/>
        </p:nvSpPr>
        <p:spPr>
          <a:xfrm>
            <a:off x="2313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6"/>
          <p:cNvSpPr/>
          <p:nvPr/>
        </p:nvSpPr>
        <p:spPr>
          <a:xfrm>
            <a:off x="27432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7"/>
          <p:cNvSpPr/>
          <p:nvPr/>
        </p:nvSpPr>
        <p:spPr>
          <a:xfrm>
            <a:off x="27705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8"/>
          <p:cNvSpPr/>
          <p:nvPr/>
        </p:nvSpPr>
        <p:spPr>
          <a:xfrm>
            <a:off x="3200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9"/>
          <p:cNvSpPr/>
          <p:nvPr/>
        </p:nvSpPr>
        <p:spPr>
          <a:xfrm>
            <a:off x="3227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0"/>
          <p:cNvSpPr/>
          <p:nvPr/>
        </p:nvSpPr>
        <p:spPr>
          <a:xfrm>
            <a:off x="36576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1"/>
          <p:cNvSpPr/>
          <p:nvPr/>
        </p:nvSpPr>
        <p:spPr>
          <a:xfrm>
            <a:off x="36849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2"/>
          <p:cNvSpPr/>
          <p:nvPr/>
        </p:nvSpPr>
        <p:spPr>
          <a:xfrm>
            <a:off x="4114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3"/>
          <p:cNvSpPr/>
          <p:nvPr/>
        </p:nvSpPr>
        <p:spPr>
          <a:xfrm>
            <a:off x="4142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4"/>
          <p:cNvSpPr/>
          <p:nvPr/>
        </p:nvSpPr>
        <p:spPr>
          <a:xfrm>
            <a:off x="4572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5"/>
          <p:cNvSpPr/>
          <p:nvPr/>
        </p:nvSpPr>
        <p:spPr>
          <a:xfrm>
            <a:off x="4599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6"/>
          <p:cNvSpPr/>
          <p:nvPr/>
        </p:nvSpPr>
        <p:spPr>
          <a:xfrm>
            <a:off x="868680" y="214884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7"/>
          <p:cNvSpPr/>
          <p:nvPr/>
        </p:nvSpPr>
        <p:spPr>
          <a:xfrm>
            <a:off x="1920240" y="19933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output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8"/>
          <p:cNvSpPr/>
          <p:nvPr/>
        </p:nvSpPr>
        <p:spPr>
          <a:xfrm>
            <a:off x="1325880" y="274320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E7F4D2">
              <a:alpha val="80000"/>
            </a:srgbClr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9"/>
          <p:cNvSpPr/>
          <p:nvPr/>
        </p:nvSpPr>
        <p:spPr>
          <a:xfrm>
            <a:off x="2377440" y="258768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output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30"/>
          <p:cNvSpPr/>
          <p:nvPr/>
        </p:nvSpPr>
        <p:spPr>
          <a:xfrm>
            <a:off x="914400" y="356616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same context size, dense output grid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31"/>
          <p:cNvSpPr/>
          <p:nvPr/>
        </p:nvSpPr>
        <p:spPr>
          <a:xfrm>
            <a:off x="6400800" y="1417320"/>
            <a:ext cx="2194200" cy="456840"/>
          </a:xfrm>
          <a:prstGeom prst="roundRect">
            <a:avLst>
              <a:gd name="adj" fmla="val 10000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2"/>
          <p:cNvSpPr/>
          <p:nvPr/>
        </p:nvSpPr>
        <p:spPr>
          <a:xfrm>
            <a:off x="6428160" y="15454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5, S = 5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33"/>
          <p:cNvSpPr/>
          <p:nvPr/>
        </p:nvSpPr>
        <p:spPr>
          <a:xfrm>
            <a:off x="6400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4"/>
          <p:cNvSpPr/>
          <p:nvPr/>
        </p:nvSpPr>
        <p:spPr>
          <a:xfrm>
            <a:off x="6428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35"/>
          <p:cNvSpPr/>
          <p:nvPr/>
        </p:nvSpPr>
        <p:spPr>
          <a:xfrm>
            <a:off x="6858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36"/>
          <p:cNvSpPr/>
          <p:nvPr/>
        </p:nvSpPr>
        <p:spPr>
          <a:xfrm>
            <a:off x="6885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37"/>
          <p:cNvSpPr/>
          <p:nvPr/>
        </p:nvSpPr>
        <p:spPr>
          <a:xfrm>
            <a:off x="73152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38"/>
          <p:cNvSpPr/>
          <p:nvPr/>
        </p:nvSpPr>
        <p:spPr>
          <a:xfrm>
            <a:off x="73425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9"/>
          <p:cNvSpPr/>
          <p:nvPr/>
        </p:nvSpPr>
        <p:spPr>
          <a:xfrm>
            <a:off x="7772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40"/>
          <p:cNvSpPr/>
          <p:nvPr/>
        </p:nvSpPr>
        <p:spPr>
          <a:xfrm>
            <a:off x="7799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41"/>
          <p:cNvSpPr/>
          <p:nvPr/>
        </p:nvSpPr>
        <p:spPr>
          <a:xfrm>
            <a:off x="82296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42"/>
          <p:cNvSpPr/>
          <p:nvPr/>
        </p:nvSpPr>
        <p:spPr>
          <a:xfrm>
            <a:off x="82569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3"/>
          <p:cNvSpPr/>
          <p:nvPr/>
        </p:nvSpPr>
        <p:spPr>
          <a:xfrm>
            <a:off x="86868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44"/>
          <p:cNvSpPr/>
          <p:nvPr/>
        </p:nvSpPr>
        <p:spPr>
          <a:xfrm>
            <a:off x="87141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45"/>
          <p:cNvSpPr/>
          <p:nvPr/>
        </p:nvSpPr>
        <p:spPr>
          <a:xfrm>
            <a:off x="91440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46"/>
          <p:cNvSpPr/>
          <p:nvPr/>
        </p:nvSpPr>
        <p:spPr>
          <a:xfrm>
            <a:off x="91713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7"/>
          <p:cNvSpPr/>
          <p:nvPr/>
        </p:nvSpPr>
        <p:spPr>
          <a:xfrm>
            <a:off x="96012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48"/>
          <p:cNvSpPr/>
          <p:nvPr/>
        </p:nvSpPr>
        <p:spPr>
          <a:xfrm>
            <a:off x="96285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49"/>
          <p:cNvSpPr/>
          <p:nvPr/>
        </p:nvSpPr>
        <p:spPr>
          <a:xfrm>
            <a:off x="10058400" y="2194560"/>
            <a:ext cx="383760" cy="292320"/>
          </a:xfrm>
          <a:prstGeom prst="roundRect">
            <a:avLst>
              <a:gd name="adj" fmla="val 15625"/>
            </a:avLst>
          </a:prstGeom>
          <a:solidFill>
            <a:srgbClr val="F7FAFC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50"/>
          <p:cNvSpPr/>
          <p:nvPr/>
        </p:nvSpPr>
        <p:spPr>
          <a:xfrm>
            <a:off x="10085760" y="224028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x9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51"/>
          <p:cNvSpPr/>
          <p:nvPr/>
        </p:nvSpPr>
        <p:spPr>
          <a:xfrm>
            <a:off x="6355080" y="214884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2"/>
          <p:cNvSpPr/>
          <p:nvPr/>
        </p:nvSpPr>
        <p:spPr>
          <a:xfrm>
            <a:off x="7406640" y="199332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output 1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53"/>
          <p:cNvSpPr/>
          <p:nvPr/>
        </p:nvSpPr>
        <p:spPr>
          <a:xfrm>
            <a:off x="8641080" y="2743200"/>
            <a:ext cx="2304000" cy="383760"/>
          </a:xfrm>
          <a:prstGeom prst="roundRect">
            <a:avLst>
              <a:gd name="adj" fmla="val 7143"/>
            </a:avLst>
          </a:prstGeom>
          <a:solidFill>
            <a:srgbClr val="FFF4D7">
              <a:alpha val="80000"/>
            </a:srgbClr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4"/>
          <p:cNvSpPr/>
          <p:nvPr/>
        </p:nvSpPr>
        <p:spPr>
          <a:xfrm>
            <a:off x="9692640" y="2587680"/>
            <a:ext cx="27396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output 2</a:t>
            </a:r>
            <a:endParaRPr lang="it-IT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55"/>
          <p:cNvSpPr/>
          <p:nvPr/>
        </p:nvSpPr>
        <p:spPr>
          <a:xfrm>
            <a:off x="6400800" y="3566160"/>
            <a:ext cx="3382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same context size, sparse output grid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75F0B2-8069-2C62-9D29-EFB1D663A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padding depends on the task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D7E209-050B-66E2-31EE-3B480082B9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Valid padding may be useful when</a:t>
            </a:r>
          </a:p>
          <a:p>
            <a:pPr lvl="1"/>
            <a:r>
              <a:rPr lang="en-GB" dirty="0"/>
              <a:t>boundary outputs are not important; </a:t>
            </a:r>
          </a:p>
          <a:p>
            <a:pPr lvl="1"/>
            <a:r>
              <a:rPr lang="en-GB" dirty="0"/>
              <a:t>exact input/output length matching is unnecessary; </a:t>
            </a:r>
          </a:p>
          <a:p>
            <a:pPr lvl="1"/>
            <a:r>
              <a:rPr lang="en-GB" dirty="0"/>
              <a:t>the sequence is sufficiently long. </a:t>
            </a:r>
          </a:p>
          <a:p>
            <a:r>
              <a:rPr lang="en-GB" b="1" dirty="0"/>
              <a:t>Same padding may be useful when</a:t>
            </a:r>
          </a:p>
          <a:p>
            <a:pPr lvl="1"/>
            <a:r>
              <a:rPr lang="en-GB" dirty="0"/>
              <a:t>temporal resolution must be preserved; </a:t>
            </a:r>
          </a:p>
          <a:p>
            <a:pPr lvl="1"/>
            <a:r>
              <a:rPr lang="en-GB" dirty="0"/>
              <a:t>several convolutional layers are stacked; </a:t>
            </a:r>
          </a:p>
          <a:p>
            <a:pPr lvl="1"/>
            <a:r>
              <a:rPr lang="en-GB" dirty="0"/>
              <a:t>sequence labelling is required; </a:t>
            </a:r>
          </a:p>
          <a:p>
            <a:pPr lvl="1"/>
            <a:r>
              <a:rPr lang="en-GB" dirty="0"/>
              <a:t>residual connections require compatible lengths.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5496631-F91E-D882-928D-A206E574B3D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Causal padding</a:t>
            </a:r>
          </a:p>
          <a:p>
            <a:r>
              <a:rPr lang="en-GB" dirty="0"/>
              <a:t>For forecasting and online prediction, a different requirement appears:</a:t>
            </a:r>
          </a:p>
          <a:p>
            <a:pPr lvl="1"/>
            <a:r>
              <a:rPr lang="en-GB" dirty="0"/>
              <a:t>padding must preserve length without allowing future observations to influence the current output.</a:t>
            </a:r>
          </a:p>
          <a:p>
            <a:pPr lvl="1"/>
            <a:r>
              <a:rPr lang="en-GB" dirty="0"/>
              <a:t>This will be introduced later as </a:t>
            </a:r>
            <a:r>
              <a:rPr lang="en-GB" b="1" dirty="0"/>
              <a:t>causal convolution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05635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FB76523-09CE-06C5-7D40-685BD816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Transition</a:t>
            </a:r>
            <a:r>
              <a:rPr lang="it-IT" dirty="0"/>
              <a:t> to the </a:t>
            </a:r>
            <a:r>
              <a:rPr lang="it-IT" dirty="0" err="1"/>
              <a:t>next</a:t>
            </a:r>
            <a:r>
              <a:rPr lang="it-IT" dirty="0"/>
              <a:t> </a:t>
            </a:r>
            <a:r>
              <a:rPr lang="it-IT" dirty="0" err="1"/>
              <a:t>block</a:t>
            </a:r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16AE70A-0FD3-B2BB-438E-F08B798CD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Stride can reduce temporal resolution directly.</a:t>
            </a:r>
          </a:p>
          <a:p>
            <a:r>
              <a:rPr lang="en-GB" dirty="0"/>
              <a:t>Another common way to reduce temporal resolution is </a:t>
            </a:r>
            <a:r>
              <a:rPr lang="en-GB" b="1" dirty="0"/>
              <a:t>pooling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13849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D084EB-2BE0-B165-881C-5A2BE9BE4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5.D — Temporal Pooling and </a:t>
            </a:r>
            <a:r>
              <a:rPr lang="en-GB" dirty="0" err="1"/>
              <a:t>Downsampling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F4B877-E5D8-BD4E-C466-6F9541011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333191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19DAEA-EAAC-DF27-21CB-96CEB218F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reduce temporal resolution?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DF852EB-1FDE-C5FD-4840-AE9D47FF0C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After convolution, the feature maps may still be very long.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Input: [N, 1000, 8]</a:t>
            </a:r>
          </a:p>
          <a:p>
            <a:pPr lvl="1"/>
            <a:r>
              <a:rPr lang="en-GB" dirty="0"/>
              <a:t>After Conv1D with same padding and 64 filters:</a:t>
            </a:r>
          </a:p>
          <a:p>
            <a:pPr lvl="2"/>
            <a:r>
              <a:rPr lang="en-GB" dirty="0"/>
              <a:t>[N, 1000, 64]</a:t>
            </a:r>
          </a:p>
          <a:p>
            <a:pPr lvl="1"/>
            <a:r>
              <a:rPr lang="en-GB" dirty="0"/>
              <a:t>This contains: 1000 × 64 activations per sample.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53BAFCD-4D42-57E4-F7AF-EC8EFEB5E70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 err="1"/>
              <a:t>Downsampling</a:t>
            </a:r>
            <a:r>
              <a:rPr lang="en-GB" b="1" dirty="0"/>
              <a:t> can</a:t>
            </a:r>
          </a:p>
          <a:p>
            <a:pPr lvl="1"/>
            <a:r>
              <a:rPr lang="en-GB" dirty="0"/>
              <a:t>reduce computational cost; </a:t>
            </a:r>
          </a:p>
          <a:p>
            <a:pPr lvl="1"/>
            <a:r>
              <a:rPr lang="en-GB" dirty="0"/>
              <a:t>reduce memory requirements; </a:t>
            </a:r>
          </a:p>
          <a:p>
            <a:pPr lvl="1"/>
            <a:r>
              <a:rPr lang="en-GB" dirty="0"/>
              <a:t>make later layers operate on longer effective temporal scales; </a:t>
            </a:r>
          </a:p>
          <a:p>
            <a:pPr lvl="1"/>
            <a:r>
              <a:rPr lang="en-GB" dirty="0"/>
              <a:t>reduce sensitivity to small temporal shifts. </a:t>
            </a:r>
          </a:p>
          <a:p>
            <a:r>
              <a:rPr lang="en-GB" b="1" dirty="0"/>
              <a:t>Trade-off: </a:t>
            </a:r>
            <a:r>
              <a:rPr lang="en-GB" dirty="0" err="1"/>
              <a:t>Downsampling</a:t>
            </a:r>
            <a:r>
              <a:rPr lang="en-GB" dirty="0"/>
              <a:t> reduces temporal detail.</a:t>
            </a:r>
          </a:p>
          <a:p>
            <a:r>
              <a:rPr lang="en-GB" b="1" dirty="0"/>
              <a:t>Main mechanisms</a:t>
            </a:r>
          </a:p>
          <a:p>
            <a:pPr lvl="1"/>
            <a:r>
              <a:rPr lang="en-GB" dirty="0"/>
              <a:t>convolution with stride greater than 1; </a:t>
            </a:r>
          </a:p>
          <a:p>
            <a:pPr lvl="1"/>
            <a:r>
              <a:rPr lang="en-GB" dirty="0"/>
              <a:t>pooling.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43C51EF-E447-B1FB-CE65-5D74E7791061}"/>
              </a:ext>
            </a:extLst>
          </p:cNvPr>
          <p:cNvSpPr txBox="1"/>
          <p:nvPr/>
        </p:nvSpPr>
        <p:spPr>
          <a:xfrm>
            <a:off x="1796701" y="6174711"/>
            <a:ext cx="7052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How much temporal precision does the task actually require?</a:t>
            </a:r>
          </a:p>
        </p:txBody>
      </p:sp>
    </p:spTree>
    <p:extLst>
      <p:ext uri="{BB962C8B-B14F-4D97-AF65-F5344CB8AC3E}">
        <p14:creationId xmlns:p14="http://schemas.microsoft.com/office/powerpoint/2010/main" val="21206599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Why reduce temporal resolution?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Feature maps can be long; </a:t>
            </a:r>
            <a:r>
              <a:rPr lang="en-US" sz="12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makes later processing cheaper and coarser.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 err="1">
                <a:solidFill>
                  <a:srgbClr val="111827"/>
                </a:solidFill>
                <a:effectLst/>
                <a:uFillTx/>
                <a:latin typeface="Aptos"/>
              </a:rPr>
              <a:t>Downsampling</a:t>
            </a: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 is useful only if the task can tolerate reduced temporal precision.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6"/>
          <p:cNvSpPr/>
          <p:nvPr/>
        </p:nvSpPr>
        <p:spPr>
          <a:xfrm>
            <a:off x="1005840" y="1828800"/>
            <a:ext cx="191988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1033200" y="2071080"/>
            <a:ext cx="1865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1000, 8]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8"/>
          <p:cNvSpPr/>
          <p:nvPr/>
        </p:nvSpPr>
        <p:spPr>
          <a:xfrm>
            <a:off x="3108960" y="2148840"/>
            <a:ext cx="109728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9"/>
          <p:cNvSpPr/>
          <p:nvPr/>
        </p:nvSpPr>
        <p:spPr>
          <a:xfrm>
            <a:off x="4389120" y="1691640"/>
            <a:ext cx="2194200" cy="959760"/>
          </a:xfrm>
          <a:prstGeom prst="roundRect">
            <a:avLst>
              <a:gd name="adj" fmla="val 476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0"/>
          <p:cNvSpPr/>
          <p:nvPr/>
        </p:nvSpPr>
        <p:spPr>
          <a:xfrm>
            <a:off x="4416480" y="20710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same </a:t>
            </a: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padding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64 filters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"/>
          <p:cNvSpPr/>
          <p:nvPr/>
        </p:nvSpPr>
        <p:spPr>
          <a:xfrm>
            <a:off x="6766560" y="2148840"/>
            <a:ext cx="109728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2"/>
          <p:cNvSpPr/>
          <p:nvPr/>
        </p:nvSpPr>
        <p:spPr>
          <a:xfrm>
            <a:off x="8046720" y="1828800"/>
            <a:ext cx="219420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3"/>
          <p:cNvSpPr/>
          <p:nvPr/>
        </p:nvSpPr>
        <p:spPr>
          <a:xfrm>
            <a:off x="8074080" y="207108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 map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1000, 64]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4"/>
          <p:cNvSpPr/>
          <p:nvPr/>
        </p:nvSpPr>
        <p:spPr>
          <a:xfrm>
            <a:off x="4114800" y="4023360"/>
            <a:ext cx="2742840" cy="685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"/>
          <p:cNvSpPr/>
          <p:nvPr/>
        </p:nvSpPr>
        <p:spPr>
          <a:xfrm>
            <a:off x="4142160" y="426564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Reduce length using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or pooling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6"/>
          <p:cNvSpPr/>
          <p:nvPr/>
        </p:nvSpPr>
        <p:spPr>
          <a:xfrm>
            <a:off x="1005840" y="5166360"/>
            <a:ext cx="65833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Benefits: lower memory, faster later layers, larger effective temporal scale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ABB787-DD6F-2EF4-4F94-07A38774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summarizes </a:t>
            </a:r>
            <a:r>
              <a:rPr lang="en-GB" dirty="0" err="1"/>
              <a:t>neighboring</a:t>
            </a:r>
            <a:r>
              <a:rPr lang="en-GB" dirty="0"/>
              <a:t> activations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FC9461-C945-D12B-D838-B7FD9B446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Pooling operates on a feature map rather than directly learning a new weighted filter.</a:t>
            </a:r>
          </a:p>
          <a:p>
            <a:r>
              <a:rPr lang="en-GB" dirty="0"/>
              <a:t>Suppose one feature map is:</a:t>
            </a:r>
          </a:p>
          <a:p>
            <a:pPr lvl="1"/>
            <a:r>
              <a:rPr lang="en-GB" dirty="0"/>
              <a:t>0.2  0.4  2.8  2.5  0.3  0.1</a:t>
            </a:r>
          </a:p>
          <a:p>
            <a:r>
              <a:rPr lang="en-GB" dirty="0"/>
              <a:t>With pool size 2, </a:t>
            </a:r>
            <a:r>
              <a:rPr lang="en-GB" dirty="0" err="1"/>
              <a:t>neighboring</a:t>
            </a:r>
            <a:r>
              <a:rPr lang="en-GB" dirty="0"/>
              <a:t> activations are grouped.</a:t>
            </a:r>
          </a:p>
          <a:p>
            <a:pPr lvl="1"/>
            <a:r>
              <a:rPr lang="en-GB" dirty="0"/>
              <a:t>[0.2 0.4] [2.8 2.5] [0.3 0.1]</a:t>
            </a:r>
          </a:p>
          <a:p>
            <a:r>
              <a:rPr lang="en-GB" dirty="0"/>
              <a:t>Each group is replaced by a summary.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7001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9CF50-634D-896C-8AC2-C6475415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E0FFC6-76BB-DAA7-A880-7002AB0C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summarizes </a:t>
            </a:r>
            <a:r>
              <a:rPr lang="en-GB" dirty="0" err="1"/>
              <a:t>neighboring</a:t>
            </a:r>
            <a:r>
              <a:rPr lang="en-GB" dirty="0"/>
              <a:t> activations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69F3D7-4239-7AC7-B6D8-EDB62C7C9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Unlike convolution</a:t>
            </a:r>
          </a:p>
          <a:p>
            <a:r>
              <a:rPr lang="en-GB" dirty="0"/>
              <a:t>Pooling usually has:</a:t>
            </a:r>
          </a:p>
          <a:p>
            <a:pPr lvl="1"/>
            <a:r>
              <a:rPr lang="en-GB" dirty="0"/>
              <a:t>no learned weights; </a:t>
            </a:r>
          </a:p>
          <a:p>
            <a:pPr lvl="1"/>
            <a:r>
              <a:rPr lang="en-GB" dirty="0"/>
              <a:t>a predefined aggregation rule. </a:t>
            </a:r>
          </a:p>
          <a:p>
            <a:r>
              <a:rPr lang="en-GB" dirty="0"/>
              <a:t>Typical rules: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average. </a:t>
            </a:r>
          </a:p>
          <a:p>
            <a:endParaRPr lang="en-GB" b="1" dirty="0"/>
          </a:p>
          <a:p>
            <a:r>
              <a:rPr lang="en-GB" b="1" dirty="0"/>
              <a:t>Result</a:t>
            </a:r>
          </a:p>
          <a:p>
            <a:r>
              <a:rPr lang="en-GB" dirty="0"/>
              <a:t>Temporal length is reduced.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40235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58C644-61FB-AEE6-4154-EBA8AC5F7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4638D-CB99-882C-C0ED-408530E1E1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Max pooling retains the largest activation within each local region.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Input feature map:</a:t>
            </a:r>
          </a:p>
          <a:p>
            <a:r>
              <a:rPr lang="en-GB" dirty="0"/>
              <a:t>0.2  0.4  2.8  2.5  0.3  0.1</a:t>
            </a:r>
          </a:p>
          <a:p>
            <a:r>
              <a:rPr lang="en-GB" dirty="0"/>
              <a:t>Pool size: 2</a:t>
            </a:r>
          </a:p>
          <a:p>
            <a:r>
              <a:rPr lang="en-GB" dirty="0"/>
              <a:t>Output:</a:t>
            </a:r>
          </a:p>
          <a:p>
            <a:r>
              <a:rPr lang="en-GB" dirty="0"/>
              <a:t>0.4  2.8  0.3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292038F-52C9-2B57-F37F-108C6119B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559105" cy="427831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Suppose a convolutional filter detects a vibration burst.</a:t>
            </a:r>
          </a:p>
          <a:p>
            <a:r>
              <a:rPr lang="en-GB" dirty="0"/>
              <a:t>High activation means:</a:t>
            </a:r>
          </a:p>
          <a:p>
            <a:pPr lvl="1"/>
            <a:r>
              <a:rPr lang="en-GB" dirty="0"/>
              <a:t>the pattern is strongly present here.</a:t>
            </a:r>
          </a:p>
          <a:p>
            <a:r>
              <a:rPr lang="en-GB" b="1" dirty="0"/>
              <a:t>Max pooling asks:</a:t>
            </a:r>
          </a:p>
          <a:p>
            <a:pPr lvl="1"/>
            <a:r>
              <a:rPr lang="en-GB" b="1" dirty="0"/>
              <a:t>Was this pattern strongly present anywhere in this local region?</a:t>
            </a:r>
          </a:p>
          <a:p>
            <a:r>
              <a:rPr lang="en-GB" b="1" dirty="0"/>
              <a:t>Benefit</a:t>
            </a:r>
          </a:p>
          <a:p>
            <a:pPr lvl="1"/>
            <a:r>
              <a:rPr lang="en-GB" dirty="0"/>
              <a:t>A small shift in the exact location of the pattern may not change the pooled result very much.</a:t>
            </a:r>
          </a:p>
          <a:p>
            <a:r>
              <a:rPr lang="en-GB" b="1" dirty="0"/>
              <a:t>Limitation</a:t>
            </a:r>
          </a:p>
          <a:p>
            <a:pPr lvl="1"/>
            <a:r>
              <a:rPr lang="en-GB" dirty="0"/>
              <a:t>The exact location of the maximum is lost.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3685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Max pooling retains the strongest local response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Useful when the presence of a learned pattern matters more than its exact position.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Max pooling provides local shift tolerance but loses exact location.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6"/>
          <p:cNvSpPr/>
          <p:nvPr/>
        </p:nvSpPr>
        <p:spPr>
          <a:xfrm>
            <a:off x="1005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7"/>
          <p:cNvSpPr/>
          <p:nvPr/>
        </p:nvSpPr>
        <p:spPr>
          <a:xfrm>
            <a:off x="1033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8"/>
          <p:cNvSpPr/>
          <p:nvPr/>
        </p:nvSpPr>
        <p:spPr>
          <a:xfrm>
            <a:off x="16916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9"/>
          <p:cNvSpPr/>
          <p:nvPr/>
        </p:nvSpPr>
        <p:spPr>
          <a:xfrm>
            <a:off x="17190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0"/>
          <p:cNvSpPr/>
          <p:nvPr/>
        </p:nvSpPr>
        <p:spPr>
          <a:xfrm>
            <a:off x="23774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1"/>
          <p:cNvSpPr/>
          <p:nvPr/>
        </p:nvSpPr>
        <p:spPr>
          <a:xfrm>
            <a:off x="24048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"/>
          <p:cNvSpPr/>
          <p:nvPr/>
        </p:nvSpPr>
        <p:spPr>
          <a:xfrm>
            <a:off x="30632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3"/>
          <p:cNvSpPr/>
          <p:nvPr/>
        </p:nvSpPr>
        <p:spPr>
          <a:xfrm>
            <a:off x="30906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4"/>
          <p:cNvSpPr/>
          <p:nvPr/>
        </p:nvSpPr>
        <p:spPr>
          <a:xfrm>
            <a:off x="37490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5"/>
          <p:cNvSpPr/>
          <p:nvPr/>
        </p:nvSpPr>
        <p:spPr>
          <a:xfrm>
            <a:off x="37764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6"/>
          <p:cNvSpPr/>
          <p:nvPr/>
        </p:nvSpPr>
        <p:spPr>
          <a:xfrm>
            <a:off x="4434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7"/>
          <p:cNvSpPr/>
          <p:nvPr/>
        </p:nvSpPr>
        <p:spPr>
          <a:xfrm>
            <a:off x="4462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8"/>
          <p:cNvSpPr/>
          <p:nvPr/>
        </p:nvSpPr>
        <p:spPr>
          <a:xfrm>
            <a:off x="1005840" y="153612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size = 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9"/>
          <p:cNvSpPr/>
          <p:nvPr/>
        </p:nvSpPr>
        <p:spPr>
          <a:xfrm>
            <a:off x="960120" y="2971800"/>
            <a:ext cx="114264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20"/>
          <p:cNvSpPr/>
          <p:nvPr/>
        </p:nvSpPr>
        <p:spPr>
          <a:xfrm>
            <a:off x="987480" y="3054240"/>
            <a:ext cx="1087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[0.2, 0.4]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21"/>
          <p:cNvSpPr/>
          <p:nvPr/>
        </p:nvSpPr>
        <p:spPr>
          <a:xfrm>
            <a:off x="2331720" y="2971800"/>
            <a:ext cx="114264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2"/>
          <p:cNvSpPr/>
          <p:nvPr/>
        </p:nvSpPr>
        <p:spPr>
          <a:xfrm>
            <a:off x="2359080" y="3054240"/>
            <a:ext cx="1087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[2.8, 2.5]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23"/>
          <p:cNvSpPr/>
          <p:nvPr/>
        </p:nvSpPr>
        <p:spPr>
          <a:xfrm>
            <a:off x="3703320" y="2971800"/>
            <a:ext cx="114264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4"/>
          <p:cNvSpPr/>
          <p:nvPr/>
        </p:nvSpPr>
        <p:spPr>
          <a:xfrm>
            <a:off x="3730680" y="3054240"/>
            <a:ext cx="1087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[0.3, 0.1]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5"/>
          <p:cNvSpPr/>
          <p:nvPr/>
        </p:nvSpPr>
        <p:spPr>
          <a:xfrm>
            <a:off x="2834640" y="3520440"/>
            <a:ext cx="360" cy="54864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26"/>
          <p:cNvSpPr/>
          <p:nvPr/>
        </p:nvSpPr>
        <p:spPr>
          <a:xfrm>
            <a:off x="2011680" y="4251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7"/>
          <p:cNvSpPr/>
          <p:nvPr/>
        </p:nvSpPr>
        <p:spPr>
          <a:xfrm>
            <a:off x="2039040" y="4357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0.4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8"/>
          <p:cNvSpPr/>
          <p:nvPr/>
        </p:nvSpPr>
        <p:spPr>
          <a:xfrm>
            <a:off x="3017520" y="4251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9"/>
          <p:cNvSpPr/>
          <p:nvPr/>
        </p:nvSpPr>
        <p:spPr>
          <a:xfrm>
            <a:off x="3044880" y="4357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2.8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30"/>
          <p:cNvSpPr/>
          <p:nvPr/>
        </p:nvSpPr>
        <p:spPr>
          <a:xfrm>
            <a:off x="4023360" y="4251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1"/>
          <p:cNvSpPr/>
          <p:nvPr/>
        </p:nvSpPr>
        <p:spPr>
          <a:xfrm>
            <a:off x="4050720" y="4357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32"/>
          <p:cNvSpPr/>
          <p:nvPr/>
        </p:nvSpPr>
        <p:spPr>
          <a:xfrm>
            <a:off x="6035040" y="2834640"/>
            <a:ext cx="1005480" cy="411120"/>
          </a:xfrm>
          <a:prstGeom prst="roundRect">
            <a:avLst>
              <a:gd name="adj" fmla="val 11111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33"/>
          <p:cNvSpPr/>
          <p:nvPr/>
        </p:nvSpPr>
        <p:spPr>
          <a:xfrm>
            <a:off x="6062400" y="2939760"/>
            <a:ext cx="950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max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4"/>
          <p:cNvSpPr/>
          <p:nvPr/>
        </p:nvSpPr>
        <p:spPr>
          <a:xfrm>
            <a:off x="5577840" y="342900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Was this pattern strongly present anywhere in the region?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4933BC-8AB1-CC23-13B1-8593C4BEC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Average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B17654-FF54-A0D5-CB3E-E389C2521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Average pooling replaces a local region with its mean activation.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Input: 0.2  0.4  2.8  2.5  0.3  0.1</a:t>
            </a:r>
          </a:p>
          <a:p>
            <a:pPr lvl="1"/>
            <a:r>
              <a:rPr lang="en-GB" dirty="0"/>
              <a:t>Pool size: 2</a:t>
            </a:r>
          </a:p>
          <a:p>
            <a:pPr lvl="1"/>
            <a:r>
              <a:rPr lang="en-GB" dirty="0"/>
              <a:t>Output: 0.3  2.65  0.2</a:t>
            </a:r>
          </a:p>
          <a:p>
            <a:endParaRPr lang="en-GB" b="1" dirty="0"/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Average pooling asks approximately:</a:t>
            </a:r>
          </a:p>
          <a:p>
            <a:pPr lvl="1"/>
            <a:r>
              <a:rPr lang="en-GB" dirty="0"/>
              <a:t>How strongly was this feature active on average over this interval?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97796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46BF-2902-8B7C-4B5B-77A4BA077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38B4F0-F1D5-E4E4-51D9-B9E1DBFA3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Average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E6472C-5C4E-A046-3D33-3AEA4A609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Comparison with max pooling</a:t>
            </a:r>
          </a:p>
          <a:p>
            <a:r>
              <a:rPr lang="en-GB" dirty="0"/>
              <a:t>Max pooling emphasizes:</a:t>
            </a:r>
          </a:p>
          <a:p>
            <a:pPr lvl="1"/>
            <a:r>
              <a:rPr lang="en-GB" dirty="0"/>
              <a:t>strongest occurrence; </a:t>
            </a:r>
          </a:p>
          <a:p>
            <a:pPr lvl="1"/>
            <a:r>
              <a:rPr lang="en-GB" dirty="0"/>
              <a:t>presence of a local pattern. </a:t>
            </a:r>
          </a:p>
          <a:p>
            <a:r>
              <a:rPr lang="en-GB" dirty="0"/>
              <a:t>Average pooling emphasizes:</a:t>
            </a:r>
          </a:p>
          <a:p>
            <a:pPr lvl="1"/>
            <a:r>
              <a:rPr lang="en-GB" dirty="0"/>
              <a:t>overall activity; </a:t>
            </a:r>
          </a:p>
          <a:p>
            <a:pPr lvl="1"/>
            <a:r>
              <a:rPr lang="en-GB" dirty="0"/>
              <a:t>sustained feature response. </a:t>
            </a:r>
          </a:p>
          <a:p>
            <a:endParaRPr lang="en-GB" b="1" dirty="0"/>
          </a:p>
          <a:p>
            <a:r>
              <a:rPr lang="en-GB" b="1" dirty="0"/>
              <a:t>Which is better?</a:t>
            </a:r>
          </a:p>
          <a:p>
            <a:pPr lvl="1"/>
            <a:r>
              <a:rPr lang="en-GB" dirty="0"/>
              <a:t>It depends on the application and the type of feature being learned.</a:t>
            </a:r>
          </a:p>
          <a:p>
            <a:pPr lvl="1"/>
            <a:r>
              <a:rPr lang="en-GB" dirty="0"/>
              <a:t>Neither is universally superior.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74937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Average pooling summarizes sustained activation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Average pooling emphasizes overall activity within a local region.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Max pooling emphasizes strongest occurrence; average pooling emphasizes sustained response.</a:t>
            </a:r>
            <a:endParaRPr lang="it-IT" sz="10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6"/>
          <p:cNvSpPr/>
          <p:nvPr/>
        </p:nvSpPr>
        <p:spPr>
          <a:xfrm>
            <a:off x="1005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1033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16916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9"/>
          <p:cNvSpPr/>
          <p:nvPr/>
        </p:nvSpPr>
        <p:spPr>
          <a:xfrm>
            <a:off x="17190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0"/>
          <p:cNvSpPr/>
          <p:nvPr/>
        </p:nvSpPr>
        <p:spPr>
          <a:xfrm>
            <a:off x="23774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24048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30632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3"/>
          <p:cNvSpPr/>
          <p:nvPr/>
        </p:nvSpPr>
        <p:spPr>
          <a:xfrm>
            <a:off x="30906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4"/>
          <p:cNvSpPr/>
          <p:nvPr/>
        </p:nvSpPr>
        <p:spPr>
          <a:xfrm>
            <a:off x="37490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37764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4434840" y="2011680"/>
            <a:ext cx="50256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7"/>
          <p:cNvSpPr/>
          <p:nvPr/>
        </p:nvSpPr>
        <p:spPr>
          <a:xfrm>
            <a:off x="4462200" y="2071080"/>
            <a:ext cx="447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8"/>
          <p:cNvSpPr/>
          <p:nvPr/>
        </p:nvSpPr>
        <p:spPr>
          <a:xfrm>
            <a:off x="868680" y="2971800"/>
            <a:ext cx="141696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9"/>
          <p:cNvSpPr/>
          <p:nvPr/>
        </p:nvSpPr>
        <p:spPr>
          <a:xfrm>
            <a:off x="896040" y="3054240"/>
            <a:ext cx="1362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avg(0.2,0.4)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20"/>
          <p:cNvSpPr/>
          <p:nvPr/>
        </p:nvSpPr>
        <p:spPr>
          <a:xfrm>
            <a:off x="2468880" y="2971800"/>
            <a:ext cx="141696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21"/>
          <p:cNvSpPr/>
          <p:nvPr/>
        </p:nvSpPr>
        <p:spPr>
          <a:xfrm>
            <a:off x="2496240" y="3054240"/>
            <a:ext cx="1362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avg(2.8,2.5)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22"/>
          <p:cNvSpPr/>
          <p:nvPr/>
        </p:nvSpPr>
        <p:spPr>
          <a:xfrm>
            <a:off x="4069080" y="2971800"/>
            <a:ext cx="1416960" cy="3654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23"/>
          <p:cNvSpPr/>
          <p:nvPr/>
        </p:nvSpPr>
        <p:spPr>
          <a:xfrm>
            <a:off x="4096440" y="3054240"/>
            <a:ext cx="1362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avg(0.3,0.1)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24"/>
          <p:cNvSpPr/>
          <p:nvPr/>
        </p:nvSpPr>
        <p:spPr>
          <a:xfrm>
            <a:off x="3154680" y="3520440"/>
            <a:ext cx="360" cy="54864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25"/>
          <p:cNvSpPr/>
          <p:nvPr/>
        </p:nvSpPr>
        <p:spPr>
          <a:xfrm>
            <a:off x="2011680" y="4251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26"/>
          <p:cNvSpPr/>
          <p:nvPr/>
        </p:nvSpPr>
        <p:spPr>
          <a:xfrm>
            <a:off x="2039040" y="4357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0.3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27"/>
          <p:cNvSpPr/>
          <p:nvPr/>
        </p:nvSpPr>
        <p:spPr>
          <a:xfrm>
            <a:off x="3017520" y="4251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28"/>
          <p:cNvSpPr/>
          <p:nvPr/>
        </p:nvSpPr>
        <p:spPr>
          <a:xfrm>
            <a:off x="3044880" y="4357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2.65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29"/>
          <p:cNvSpPr/>
          <p:nvPr/>
        </p:nvSpPr>
        <p:spPr>
          <a:xfrm>
            <a:off x="4023360" y="4251960"/>
            <a:ext cx="639720" cy="411120"/>
          </a:xfrm>
          <a:prstGeom prst="roundRect">
            <a:avLst>
              <a:gd name="adj" fmla="val 11111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30"/>
          <p:cNvSpPr/>
          <p:nvPr/>
        </p:nvSpPr>
        <p:spPr>
          <a:xfrm>
            <a:off x="4050720" y="4357080"/>
            <a:ext cx="58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0.2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31"/>
          <p:cNvSpPr/>
          <p:nvPr/>
        </p:nvSpPr>
        <p:spPr>
          <a:xfrm>
            <a:off x="5760720" y="2834640"/>
            <a:ext cx="1188360" cy="411120"/>
          </a:xfrm>
          <a:prstGeom prst="roundRect">
            <a:avLst>
              <a:gd name="adj" fmla="val 11111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32"/>
          <p:cNvSpPr/>
          <p:nvPr/>
        </p:nvSpPr>
        <p:spPr>
          <a:xfrm>
            <a:off x="5788080" y="293976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average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33"/>
          <p:cNvSpPr/>
          <p:nvPr/>
        </p:nvSpPr>
        <p:spPr>
          <a:xfrm>
            <a:off x="5394960" y="342900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How active was this feature on average over the interval?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C7CC16-E219-4086-B093-94327456D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 size and pooling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A3B1FA-0F52-FE22-8391-0FFCD74EC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Pooling has its own:</a:t>
            </a:r>
          </a:p>
          <a:p>
            <a:pPr lvl="1"/>
            <a:r>
              <a:rPr lang="en-GB" dirty="0"/>
              <a:t>window size; </a:t>
            </a:r>
          </a:p>
          <a:p>
            <a:pPr lvl="1"/>
            <a:r>
              <a:rPr lang="en-GB" dirty="0"/>
              <a:t>stride. 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Pool size: 2</a:t>
            </a:r>
          </a:p>
          <a:p>
            <a:pPr lvl="1"/>
            <a:r>
              <a:rPr lang="en-GB" dirty="0"/>
              <a:t>Stride: 2</a:t>
            </a:r>
          </a:p>
          <a:p>
            <a:pPr lvl="1"/>
            <a:r>
              <a:rPr lang="en-GB" dirty="0"/>
              <a:t>Then pairs of activations are summarized without overlap.</a:t>
            </a:r>
          </a:p>
          <a:p>
            <a:pPr lvl="1"/>
            <a:r>
              <a:rPr lang="en-GB" dirty="0"/>
              <a:t>[a1 a2] [a3 a4] [a5 a6]</a:t>
            </a:r>
          </a:p>
          <a:p>
            <a:pPr lvl="1"/>
            <a:r>
              <a:rPr lang="en-GB" dirty="0"/>
              <a:t>Temporal length is approximately halved.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4299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59D60-A3CF-F40A-8A6E-07CA2EE2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D8E745-9635-80F3-6CEE-4289FE7FA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 size and pooling stride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351A63-587D-4726-72C1-9742CF462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[N, 200, 32]</a:t>
            </a:r>
          </a:p>
          <a:p>
            <a:r>
              <a:rPr lang="en-GB" dirty="0"/>
              <a:t>After pooling by a factor of 2:</a:t>
            </a:r>
          </a:p>
          <a:p>
            <a:pPr lvl="1"/>
            <a:r>
              <a:rPr lang="en-GB" dirty="0"/>
              <a:t>[N, 100, 32]</a:t>
            </a:r>
          </a:p>
          <a:p>
            <a:r>
              <a:rPr lang="en-GB" dirty="0"/>
              <a:t>The number of feature channels remains unchanged.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Pooling usually changes: temporal length; </a:t>
            </a:r>
          </a:p>
          <a:p>
            <a:pPr lvl="1"/>
            <a:r>
              <a:rPr lang="en-GB" dirty="0"/>
              <a:t>but not: number of feature maps.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07858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Pooling reduces temporal length but not feature channels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effectLst/>
                <a:highlight>
                  <a:srgbClr val="FFFF00"/>
                </a:highlight>
                <a:uFillTx/>
                <a:latin typeface="Aptos"/>
              </a:rPr>
              <a:t>Pooling is applied separately to each feature map.</a:t>
            </a:r>
            <a:endParaRPr lang="it-IT" sz="1400" b="1" u="none" strike="noStrike" dirty="0"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43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Pool size and stride often reduce L while keeping F unchanged.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6"/>
          <p:cNvSpPr/>
          <p:nvPr/>
        </p:nvSpPr>
        <p:spPr>
          <a:xfrm>
            <a:off x="1188720" y="2286000"/>
            <a:ext cx="2285640" cy="822600"/>
          </a:xfrm>
          <a:prstGeom prst="roundRect">
            <a:avLst>
              <a:gd name="adj" fmla="val 555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7"/>
          <p:cNvSpPr/>
          <p:nvPr/>
        </p:nvSpPr>
        <p:spPr>
          <a:xfrm>
            <a:off x="1216080" y="2597040"/>
            <a:ext cx="2230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 maps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200, 32]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8"/>
          <p:cNvSpPr/>
          <p:nvPr/>
        </p:nvSpPr>
        <p:spPr>
          <a:xfrm>
            <a:off x="3749040" y="2697480"/>
            <a:ext cx="128016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9"/>
          <p:cNvSpPr/>
          <p:nvPr/>
        </p:nvSpPr>
        <p:spPr>
          <a:xfrm>
            <a:off x="5303520" y="2148840"/>
            <a:ext cx="2011320" cy="1096920"/>
          </a:xfrm>
          <a:prstGeom prst="roundRect">
            <a:avLst>
              <a:gd name="adj" fmla="val 41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0"/>
          <p:cNvSpPr/>
          <p:nvPr/>
        </p:nvSpPr>
        <p:spPr>
          <a:xfrm>
            <a:off x="5330880" y="259704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MaxPool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size =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=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11"/>
          <p:cNvSpPr/>
          <p:nvPr/>
        </p:nvSpPr>
        <p:spPr>
          <a:xfrm>
            <a:off x="7589520" y="2697480"/>
            <a:ext cx="1280160" cy="360"/>
          </a:xfrm>
          <a:prstGeom prst="line">
            <a:avLst/>
          </a:prstGeom>
          <a:ln w="1905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2"/>
          <p:cNvSpPr/>
          <p:nvPr/>
        </p:nvSpPr>
        <p:spPr>
          <a:xfrm>
            <a:off x="8778240" y="2286000"/>
            <a:ext cx="2102760" cy="822600"/>
          </a:xfrm>
          <a:prstGeom prst="roundRect">
            <a:avLst>
              <a:gd name="adj" fmla="val 5556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3"/>
          <p:cNvSpPr/>
          <p:nvPr/>
        </p:nvSpPr>
        <p:spPr>
          <a:xfrm>
            <a:off x="8805600" y="2597040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Pooled maps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100, 32]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4"/>
          <p:cNvSpPr/>
          <p:nvPr/>
        </p:nvSpPr>
        <p:spPr>
          <a:xfrm>
            <a:off x="2468880" y="4297680"/>
            <a:ext cx="5668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Temporal length halves; number of feature maps stays 32.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E43A33-14CD-61A5-416D-40D7752DD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Downsampling</a:t>
            </a:r>
            <a:r>
              <a:rPr lang="en-GB" dirty="0"/>
              <a:t> increases the temporal scale of later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E94EF9-9BDA-2590-C56F-E0829A5B7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Consider: input sampling: 100 Hz</a:t>
            </a:r>
          </a:p>
          <a:p>
            <a:r>
              <a:rPr lang="en-GB" dirty="0"/>
              <a:t>Before pooling, consecutive feature-map positions correspond approximately to: 0.01 s</a:t>
            </a:r>
          </a:p>
          <a:p>
            <a:r>
              <a:rPr lang="en-GB" dirty="0"/>
              <a:t>Suppose pooling reduces length by a factor of 2.</a:t>
            </a:r>
          </a:p>
          <a:p>
            <a:r>
              <a:rPr lang="en-GB" dirty="0"/>
              <a:t>After pooling, consecutive positions correspond approximately to: 0.02 s</a:t>
            </a:r>
          </a:p>
          <a:p>
            <a:r>
              <a:rPr lang="en-GB" dirty="0"/>
              <a:t>After another factor-of-2 pooling: 0.04 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75910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3D53-6C05-518B-1B35-C54DAB788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F33A5B-CF9B-E96B-CFCE-3799A8290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Downsampling</a:t>
            </a:r>
            <a:r>
              <a:rPr lang="en-GB" dirty="0"/>
              <a:t> increases the temporal scale of later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69A0D2-9827-5F5F-0044-C653406AA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Later layers operate on a coarser temporal representation.</a:t>
            </a:r>
          </a:p>
          <a:p>
            <a:r>
              <a:rPr lang="en-GB" dirty="0"/>
              <a:t>This allows a small kernel at a deeper layer to </a:t>
            </a:r>
            <a:r>
              <a:rPr lang="en-GB" b="1" dirty="0"/>
              <a:t>cover a larger physical interval </a:t>
            </a:r>
            <a:r>
              <a:rPr lang="en-GB" dirty="0"/>
              <a:t>of the original input.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kernel of size 3:</a:t>
            </a:r>
          </a:p>
          <a:p>
            <a:pPr lvl="0"/>
            <a:r>
              <a:rPr lang="en-GB" dirty="0"/>
              <a:t>before pooling → covers about 0.03 s; </a:t>
            </a:r>
          </a:p>
          <a:p>
            <a:pPr lvl="0"/>
            <a:r>
              <a:rPr lang="en-GB" dirty="0"/>
              <a:t>after ×4 </a:t>
            </a:r>
            <a:r>
              <a:rPr lang="en-GB" dirty="0" err="1"/>
              <a:t>downsampling</a:t>
            </a:r>
            <a:r>
              <a:rPr lang="en-GB" dirty="0"/>
              <a:t> → covers about 0.12 s of the original timeline. </a:t>
            </a:r>
          </a:p>
          <a:p>
            <a:endParaRPr lang="en-GB" dirty="0"/>
          </a:p>
          <a:p>
            <a:r>
              <a:rPr lang="en-GB" b="1" dirty="0" err="1"/>
              <a:t>Downsampling</a:t>
            </a:r>
            <a:r>
              <a:rPr lang="en-GB" b="1" dirty="0"/>
              <a:t> changes the temporal scale at which later convolutional layers operate.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35510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Downsampling changes the temporal scale of later layers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After each </a:t>
            </a:r>
            <a:r>
              <a:rPr lang="en-US" sz="14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4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step, one feature-map position represents a larger time interval.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Later kernels operate on a coarser temporal grid.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6"/>
          <p:cNvSpPr/>
          <p:nvPr/>
        </p:nvSpPr>
        <p:spPr>
          <a:xfrm>
            <a:off x="914400" y="132588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 sampling: 100 Hz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7"/>
          <p:cNvSpPr/>
          <p:nvPr/>
        </p:nvSpPr>
        <p:spPr>
          <a:xfrm>
            <a:off x="914400" y="1828800"/>
            <a:ext cx="2011320" cy="63972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8"/>
          <p:cNvSpPr/>
          <p:nvPr/>
        </p:nvSpPr>
        <p:spPr>
          <a:xfrm>
            <a:off x="941760" y="204840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original grid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0.01 s per step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9"/>
          <p:cNvSpPr/>
          <p:nvPr/>
        </p:nvSpPr>
        <p:spPr>
          <a:xfrm>
            <a:off x="3200400" y="2148840"/>
            <a:ext cx="100584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10"/>
          <p:cNvSpPr/>
          <p:nvPr/>
        </p:nvSpPr>
        <p:spPr>
          <a:xfrm>
            <a:off x="4389120" y="1828800"/>
            <a:ext cx="2011320" cy="639720"/>
          </a:xfrm>
          <a:prstGeom prst="roundRect">
            <a:avLst>
              <a:gd name="adj" fmla="val 7143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11"/>
          <p:cNvSpPr/>
          <p:nvPr/>
        </p:nvSpPr>
        <p:spPr>
          <a:xfrm>
            <a:off x="4416480" y="204840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×2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0.02 s per step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12"/>
          <p:cNvSpPr/>
          <p:nvPr/>
        </p:nvSpPr>
        <p:spPr>
          <a:xfrm>
            <a:off x="6583680" y="2148840"/>
            <a:ext cx="100584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13"/>
          <p:cNvSpPr/>
          <p:nvPr/>
        </p:nvSpPr>
        <p:spPr>
          <a:xfrm>
            <a:off x="7772400" y="1828800"/>
            <a:ext cx="2194200" cy="639720"/>
          </a:xfrm>
          <a:prstGeom prst="roundRect">
            <a:avLst>
              <a:gd name="adj" fmla="val 7143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14"/>
          <p:cNvSpPr/>
          <p:nvPr/>
        </p:nvSpPr>
        <p:spPr>
          <a:xfrm>
            <a:off x="7799760" y="204840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×2 again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0.04 s per step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15"/>
          <p:cNvSpPr/>
          <p:nvPr/>
        </p:nvSpPr>
        <p:spPr>
          <a:xfrm>
            <a:off x="1005840" y="3977640"/>
            <a:ext cx="7497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 kernel of size 3 after ×4 downsampling covers roughly 0.12 s of the original timeline.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16"/>
          <p:cNvSpPr/>
          <p:nvPr/>
        </p:nvSpPr>
        <p:spPr>
          <a:xfrm>
            <a:off x="1005840" y="4800600"/>
            <a:ext cx="6583680" cy="360"/>
          </a:xfrm>
          <a:prstGeom prst="line">
            <a:avLst/>
          </a:prstGeom>
          <a:ln w="127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17"/>
          <p:cNvSpPr/>
          <p:nvPr/>
        </p:nvSpPr>
        <p:spPr>
          <a:xfrm>
            <a:off x="10011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18"/>
          <p:cNvSpPr/>
          <p:nvPr/>
        </p:nvSpPr>
        <p:spPr>
          <a:xfrm>
            <a:off x="12754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19"/>
          <p:cNvSpPr/>
          <p:nvPr/>
        </p:nvSpPr>
        <p:spPr>
          <a:xfrm>
            <a:off x="15318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20"/>
          <p:cNvSpPr/>
          <p:nvPr/>
        </p:nvSpPr>
        <p:spPr>
          <a:xfrm>
            <a:off x="178776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21"/>
          <p:cNvSpPr/>
          <p:nvPr/>
        </p:nvSpPr>
        <p:spPr>
          <a:xfrm>
            <a:off x="20253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22"/>
          <p:cNvSpPr/>
          <p:nvPr/>
        </p:nvSpPr>
        <p:spPr>
          <a:xfrm>
            <a:off x="22996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23"/>
          <p:cNvSpPr/>
          <p:nvPr/>
        </p:nvSpPr>
        <p:spPr>
          <a:xfrm>
            <a:off x="25556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24"/>
          <p:cNvSpPr/>
          <p:nvPr/>
        </p:nvSpPr>
        <p:spPr>
          <a:xfrm>
            <a:off x="281196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5"/>
          <p:cNvSpPr/>
          <p:nvPr/>
        </p:nvSpPr>
        <p:spPr>
          <a:xfrm>
            <a:off x="30495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6"/>
          <p:cNvSpPr/>
          <p:nvPr/>
        </p:nvSpPr>
        <p:spPr>
          <a:xfrm>
            <a:off x="33238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27"/>
          <p:cNvSpPr/>
          <p:nvPr/>
        </p:nvSpPr>
        <p:spPr>
          <a:xfrm>
            <a:off x="35798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8"/>
          <p:cNvSpPr/>
          <p:nvPr/>
        </p:nvSpPr>
        <p:spPr>
          <a:xfrm>
            <a:off x="38358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9"/>
          <p:cNvSpPr/>
          <p:nvPr/>
        </p:nvSpPr>
        <p:spPr>
          <a:xfrm>
            <a:off x="40737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30"/>
          <p:cNvSpPr/>
          <p:nvPr/>
        </p:nvSpPr>
        <p:spPr>
          <a:xfrm>
            <a:off x="43480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31"/>
          <p:cNvSpPr/>
          <p:nvPr/>
        </p:nvSpPr>
        <p:spPr>
          <a:xfrm>
            <a:off x="46040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32"/>
          <p:cNvSpPr/>
          <p:nvPr/>
        </p:nvSpPr>
        <p:spPr>
          <a:xfrm>
            <a:off x="48600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33"/>
          <p:cNvSpPr/>
          <p:nvPr/>
        </p:nvSpPr>
        <p:spPr>
          <a:xfrm>
            <a:off x="509796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34"/>
          <p:cNvSpPr/>
          <p:nvPr/>
        </p:nvSpPr>
        <p:spPr>
          <a:xfrm>
            <a:off x="537228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5"/>
          <p:cNvSpPr/>
          <p:nvPr/>
        </p:nvSpPr>
        <p:spPr>
          <a:xfrm>
            <a:off x="56282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36"/>
          <p:cNvSpPr/>
          <p:nvPr/>
        </p:nvSpPr>
        <p:spPr>
          <a:xfrm>
            <a:off x="58842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37"/>
          <p:cNvSpPr/>
          <p:nvPr/>
        </p:nvSpPr>
        <p:spPr>
          <a:xfrm>
            <a:off x="6121800" y="4750200"/>
            <a:ext cx="100080" cy="10008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6280" rIns="90000" bIns="2628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38"/>
          <p:cNvSpPr/>
          <p:nvPr/>
        </p:nvSpPr>
        <p:spPr>
          <a:xfrm>
            <a:off x="639612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9"/>
          <p:cNvSpPr/>
          <p:nvPr/>
        </p:nvSpPr>
        <p:spPr>
          <a:xfrm>
            <a:off x="665244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0"/>
          <p:cNvSpPr/>
          <p:nvPr/>
        </p:nvSpPr>
        <p:spPr>
          <a:xfrm>
            <a:off x="6908400" y="4768560"/>
            <a:ext cx="63720" cy="63720"/>
          </a:xfrm>
          <a:prstGeom prst="ellipse">
            <a:avLst/>
          </a:prstGeom>
          <a:solidFill>
            <a:srgbClr val="2F66D0"/>
          </a:solidFill>
          <a:ln w="1270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0" rIns="90000" bIns="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096C06-3D3C-FA9B-16D7-D96BCB2CD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provides limited shift tolerance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A5CA59-4254-0039-10C2-AE674DBD2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a filter strongly activates when it detects a peak.</a:t>
            </a:r>
          </a:p>
          <a:p>
            <a:r>
              <a:rPr lang="en-GB" dirty="0"/>
              <a:t>Two otherwise similar sequences contain the peak at slightly different positions.</a:t>
            </a:r>
          </a:p>
          <a:p>
            <a:pPr lvl="1"/>
            <a:r>
              <a:rPr lang="en-GB" dirty="0"/>
              <a:t>Without pooling:</a:t>
            </a:r>
          </a:p>
          <a:p>
            <a:pPr lvl="1"/>
            <a:r>
              <a:rPr lang="en-GB" dirty="0"/>
              <a:t>Sequence A activation: 0 0 5 0 0</a:t>
            </a:r>
          </a:p>
          <a:p>
            <a:pPr lvl="1"/>
            <a:r>
              <a:rPr lang="en-GB" dirty="0"/>
              <a:t>Sequence B activation: 0 0 0 5 0</a:t>
            </a:r>
          </a:p>
          <a:p>
            <a:pPr lvl="1"/>
            <a:r>
              <a:rPr lang="en-GB" dirty="0"/>
              <a:t>The feature maps differ in exact position.</a:t>
            </a:r>
          </a:p>
          <a:p>
            <a:r>
              <a:rPr lang="en-GB" b="1" dirty="0"/>
              <a:t>After suitable max pooling, both may produce similar pooled representations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364221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FF1F4-9B2F-112B-3AE8-E570E5649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AA25B4-45AC-4299-1A48-069091FA6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provides limited shift tolerance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4C0C7C-1BD3-6461-FB0A-3EC9B63E0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Benefit</a:t>
            </a:r>
          </a:p>
          <a:p>
            <a:r>
              <a:rPr lang="en-GB" dirty="0"/>
              <a:t>This provides some tolerance to:</a:t>
            </a:r>
          </a:p>
          <a:p>
            <a:pPr lvl="1"/>
            <a:r>
              <a:rPr lang="en-GB" dirty="0"/>
              <a:t>small timing variation; </a:t>
            </a:r>
          </a:p>
          <a:p>
            <a:pPr lvl="1"/>
            <a:r>
              <a:rPr lang="en-GB" dirty="0"/>
              <a:t>slight misalignment; </a:t>
            </a:r>
          </a:p>
          <a:p>
            <a:pPr lvl="1"/>
            <a:r>
              <a:rPr lang="en-GB" dirty="0"/>
              <a:t>local temporal shifts. </a:t>
            </a:r>
          </a:p>
          <a:p>
            <a:endParaRPr lang="en-GB" b="1" dirty="0"/>
          </a:p>
          <a:p>
            <a:r>
              <a:rPr lang="en-GB" b="1" dirty="0"/>
              <a:t>Important distinction from DTW</a:t>
            </a:r>
          </a:p>
          <a:p>
            <a:pPr lvl="1"/>
            <a:r>
              <a:rPr lang="en-GB" dirty="0"/>
              <a:t>Pooling provides only </a:t>
            </a:r>
            <a:r>
              <a:rPr lang="en-GB" b="1" dirty="0"/>
              <a:t>local tolerance</a:t>
            </a:r>
            <a:r>
              <a:rPr lang="en-GB" dirty="0"/>
              <a:t> to shifts.</a:t>
            </a:r>
          </a:p>
          <a:p>
            <a:pPr lvl="1"/>
            <a:r>
              <a:rPr lang="en-GB" dirty="0"/>
              <a:t>It does not perform explicit nonlinear temporal alignment like Dynamic Time Warping.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14087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Pooling provides limited shift tolerance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Small temporal shifts may produce similar pooled representations.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Pooling is not DTW; it only provides </a:t>
            </a:r>
            <a:r>
              <a:rPr lang="en-US" sz="10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local tolerance </a:t>
            </a: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to timing changes.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914400" y="1234440"/>
            <a:ext cx="29257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Activation maps before pooling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7"/>
          <p:cNvSpPr/>
          <p:nvPr/>
        </p:nvSpPr>
        <p:spPr>
          <a:xfrm>
            <a:off x="91440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8"/>
          <p:cNvSpPr/>
          <p:nvPr/>
        </p:nvSpPr>
        <p:spPr>
          <a:xfrm>
            <a:off x="94176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9"/>
          <p:cNvSpPr/>
          <p:nvPr/>
        </p:nvSpPr>
        <p:spPr>
          <a:xfrm>
            <a:off x="141732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0"/>
          <p:cNvSpPr/>
          <p:nvPr/>
        </p:nvSpPr>
        <p:spPr>
          <a:xfrm>
            <a:off x="144468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11"/>
          <p:cNvSpPr/>
          <p:nvPr/>
        </p:nvSpPr>
        <p:spPr>
          <a:xfrm>
            <a:off x="192024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2"/>
          <p:cNvSpPr/>
          <p:nvPr/>
        </p:nvSpPr>
        <p:spPr>
          <a:xfrm>
            <a:off x="194760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13"/>
          <p:cNvSpPr/>
          <p:nvPr/>
        </p:nvSpPr>
        <p:spPr>
          <a:xfrm>
            <a:off x="242316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14"/>
          <p:cNvSpPr/>
          <p:nvPr/>
        </p:nvSpPr>
        <p:spPr>
          <a:xfrm>
            <a:off x="245052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15"/>
          <p:cNvSpPr/>
          <p:nvPr/>
        </p:nvSpPr>
        <p:spPr>
          <a:xfrm>
            <a:off x="2926080" y="18288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16"/>
          <p:cNvSpPr/>
          <p:nvPr/>
        </p:nvSpPr>
        <p:spPr>
          <a:xfrm>
            <a:off x="2953440" y="18882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7"/>
          <p:cNvSpPr/>
          <p:nvPr/>
        </p:nvSpPr>
        <p:spPr>
          <a:xfrm>
            <a:off x="914400" y="1600200"/>
            <a:ext cx="10969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Sequence A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18"/>
          <p:cNvSpPr/>
          <p:nvPr/>
        </p:nvSpPr>
        <p:spPr>
          <a:xfrm>
            <a:off x="91440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9"/>
          <p:cNvSpPr/>
          <p:nvPr/>
        </p:nvSpPr>
        <p:spPr>
          <a:xfrm>
            <a:off x="94176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20"/>
          <p:cNvSpPr/>
          <p:nvPr/>
        </p:nvSpPr>
        <p:spPr>
          <a:xfrm>
            <a:off x="141732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21"/>
          <p:cNvSpPr/>
          <p:nvPr/>
        </p:nvSpPr>
        <p:spPr>
          <a:xfrm>
            <a:off x="144468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22"/>
          <p:cNvSpPr/>
          <p:nvPr/>
        </p:nvSpPr>
        <p:spPr>
          <a:xfrm>
            <a:off x="192024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23"/>
          <p:cNvSpPr/>
          <p:nvPr/>
        </p:nvSpPr>
        <p:spPr>
          <a:xfrm>
            <a:off x="194760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24"/>
          <p:cNvSpPr/>
          <p:nvPr/>
        </p:nvSpPr>
        <p:spPr>
          <a:xfrm>
            <a:off x="242316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25"/>
          <p:cNvSpPr/>
          <p:nvPr/>
        </p:nvSpPr>
        <p:spPr>
          <a:xfrm>
            <a:off x="245052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26"/>
          <p:cNvSpPr/>
          <p:nvPr/>
        </p:nvSpPr>
        <p:spPr>
          <a:xfrm>
            <a:off x="2926080" y="2743200"/>
            <a:ext cx="365400" cy="319680"/>
          </a:xfrm>
          <a:prstGeom prst="roundRect">
            <a:avLst>
              <a:gd name="adj" fmla="val 14286"/>
            </a:avLst>
          </a:prstGeom>
          <a:solidFill>
            <a:srgbClr val="F3F4F6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27"/>
          <p:cNvSpPr/>
          <p:nvPr/>
        </p:nvSpPr>
        <p:spPr>
          <a:xfrm>
            <a:off x="2953440" y="2802600"/>
            <a:ext cx="310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28"/>
          <p:cNvSpPr/>
          <p:nvPr/>
        </p:nvSpPr>
        <p:spPr>
          <a:xfrm>
            <a:off x="914400" y="2514600"/>
            <a:ext cx="10969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Sequence B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29"/>
          <p:cNvSpPr/>
          <p:nvPr/>
        </p:nvSpPr>
        <p:spPr>
          <a:xfrm>
            <a:off x="3840480" y="2377440"/>
            <a:ext cx="100584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30"/>
          <p:cNvSpPr/>
          <p:nvPr/>
        </p:nvSpPr>
        <p:spPr>
          <a:xfrm>
            <a:off x="5120640" y="123444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After max pooling over a suitable region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31"/>
          <p:cNvSpPr/>
          <p:nvPr/>
        </p:nvSpPr>
        <p:spPr>
          <a:xfrm>
            <a:off x="5577840" y="2057400"/>
            <a:ext cx="2742840" cy="914040"/>
          </a:xfrm>
          <a:prstGeom prst="roundRect">
            <a:avLst>
              <a:gd name="adj" fmla="val 500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2"/>
          <p:cNvSpPr/>
          <p:nvPr/>
        </p:nvSpPr>
        <p:spPr>
          <a:xfrm>
            <a:off x="5605200" y="2414160"/>
            <a:ext cx="2688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same strong evidence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peak detected in region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33"/>
          <p:cNvSpPr/>
          <p:nvPr/>
        </p:nvSpPr>
        <p:spPr>
          <a:xfrm>
            <a:off x="5852160" y="333756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exact location is less important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D36467-7997-0487-DFE5-1F9529506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can be harmful when exact timing matters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9FD407-AF7B-21EF-16C6-4E9D28CB46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653299" cy="38807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Consider sequence labelling.</a:t>
            </a:r>
          </a:p>
          <a:p>
            <a:pPr lvl="1"/>
            <a:r>
              <a:rPr lang="en-GB" dirty="0"/>
              <a:t>Input:</a:t>
            </a:r>
          </a:p>
          <a:p>
            <a:pPr lvl="2"/>
            <a:r>
              <a:rPr lang="en-GB" dirty="0"/>
              <a:t>time:        1 2 3 4 5 6 7 8</a:t>
            </a:r>
          </a:p>
          <a:p>
            <a:pPr lvl="2"/>
            <a:r>
              <a:rPr lang="en-GB" dirty="0"/>
              <a:t>true label:  N </a:t>
            </a:r>
            <a:r>
              <a:rPr lang="en-GB" dirty="0" err="1"/>
              <a:t>N</a:t>
            </a:r>
            <a:r>
              <a:rPr lang="en-GB" dirty="0"/>
              <a:t> </a:t>
            </a:r>
            <a:r>
              <a:rPr lang="en-GB" dirty="0" err="1"/>
              <a:t>N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r>
              <a:rPr lang="en-GB" dirty="0"/>
              <a:t> N </a:t>
            </a:r>
            <a:r>
              <a:rPr lang="en-GB" dirty="0" err="1"/>
              <a:t>N</a:t>
            </a:r>
            <a:endParaRPr lang="en-GB" dirty="0"/>
          </a:p>
          <a:p>
            <a:r>
              <a:rPr lang="en-GB" dirty="0"/>
              <a:t>If the representation is </a:t>
            </a:r>
            <a:r>
              <a:rPr lang="en-GB" dirty="0" err="1"/>
              <a:t>downsampled</a:t>
            </a:r>
            <a:r>
              <a:rPr lang="en-GB" dirty="0"/>
              <a:t> heavily, the model may know that a fault occurred in a region but not precisely when it began.</a:t>
            </a:r>
          </a:p>
          <a:p>
            <a:r>
              <a:rPr lang="en-GB" b="1" dirty="0"/>
              <a:t>Tasks where temporal precision matters</a:t>
            </a:r>
          </a:p>
          <a:p>
            <a:pPr lvl="1"/>
            <a:r>
              <a:rPr lang="en-GB" dirty="0"/>
              <a:t>event onset detection; </a:t>
            </a:r>
          </a:p>
          <a:p>
            <a:pPr lvl="1"/>
            <a:r>
              <a:rPr lang="en-GB" dirty="0"/>
              <a:t>sequence segmentation; </a:t>
            </a:r>
          </a:p>
          <a:p>
            <a:pPr lvl="1"/>
            <a:r>
              <a:rPr lang="en-GB" dirty="0"/>
              <a:t>per-time-step classification; </a:t>
            </a:r>
          </a:p>
          <a:p>
            <a:pPr lvl="1"/>
            <a:r>
              <a:rPr lang="en-GB" dirty="0"/>
              <a:t>precise anomaly localisation.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B384348-E243-18F0-DF45-D4AF3A4F4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25883" y="2367627"/>
            <a:ext cx="4184034" cy="388077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In these tasks</a:t>
            </a:r>
          </a:p>
          <a:p>
            <a:r>
              <a:rPr lang="en-GB" dirty="0"/>
              <a:t>We may prefer:</a:t>
            </a:r>
          </a:p>
          <a:p>
            <a:pPr lvl="1"/>
            <a:r>
              <a:rPr lang="en-GB" dirty="0"/>
              <a:t>stride 1; </a:t>
            </a:r>
          </a:p>
          <a:p>
            <a:pPr lvl="1"/>
            <a:r>
              <a:rPr lang="en-GB" dirty="0"/>
              <a:t>limited pooling; </a:t>
            </a:r>
          </a:p>
          <a:p>
            <a:pPr lvl="1"/>
            <a:r>
              <a:rPr lang="en-GB" dirty="0"/>
              <a:t>same padding; </a:t>
            </a:r>
          </a:p>
          <a:p>
            <a:pPr lvl="1"/>
            <a:r>
              <a:rPr lang="en-GB" dirty="0"/>
              <a:t>architectures that restore temporal resolution later.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8C4E32F-1A36-304A-0EB1-996BF3FC52F8}"/>
              </a:ext>
            </a:extLst>
          </p:cNvPr>
          <p:cNvSpPr txBox="1"/>
          <p:nvPr/>
        </p:nvSpPr>
        <p:spPr>
          <a:xfrm>
            <a:off x="7475008" y="5602069"/>
            <a:ext cx="40396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Pooling trades temporal precision for compactness and invariance</a:t>
            </a:r>
          </a:p>
        </p:txBody>
      </p:sp>
    </p:spTree>
    <p:extLst>
      <p:ext uri="{BB962C8B-B14F-4D97-AF65-F5344CB8AC3E}">
        <p14:creationId xmlns:p14="http://schemas.microsoft.com/office/powerpoint/2010/main" val="14677096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Pooling can be harmful when exact timing matters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 err="1">
                <a:solidFill>
                  <a:srgbClr val="506070"/>
                </a:solidFill>
                <a:effectLst/>
                <a:uFillTx/>
                <a:latin typeface="Aptos"/>
              </a:rPr>
              <a:t>Downsampling</a:t>
            </a:r>
            <a:r>
              <a:rPr lang="en-US" sz="14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 may preserve that something happened, but not precisely when.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Sequence labelling and event onset detection often require limited </a:t>
            </a:r>
            <a:r>
              <a:rPr lang="en-US" sz="1100" b="0" u="none" strike="noStrike" dirty="0" err="1">
                <a:solidFill>
                  <a:srgbClr val="111827"/>
                </a:solidFill>
                <a:effectLst/>
                <a:uFillTx/>
                <a:latin typeface="Aptos"/>
              </a:rPr>
              <a:t>downsampling</a:t>
            </a:r>
            <a:r>
              <a:rPr lang="en-US" sz="11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.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6"/>
          <p:cNvSpPr/>
          <p:nvPr/>
        </p:nvSpPr>
        <p:spPr>
          <a:xfrm>
            <a:off x="914400" y="132588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True labels at each time step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7"/>
          <p:cNvSpPr/>
          <p:nvPr/>
        </p:nvSpPr>
        <p:spPr>
          <a:xfrm>
            <a:off x="91440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8"/>
          <p:cNvSpPr/>
          <p:nvPr/>
        </p:nvSpPr>
        <p:spPr>
          <a:xfrm>
            <a:off x="94176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9"/>
          <p:cNvSpPr/>
          <p:nvPr/>
        </p:nvSpPr>
        <p:spPr>
          <a:xfrm>
            <a:off x="141732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0"/>
          <p:cNvSpPr/>
          <p:nvPr/>
        </p:nvSpPr>
        <p:spPr>
          <a:xfrm>
            <a:off x="144468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11"/>
          <p:cNvSpPr/>
          <p:nvPr/>
        </p:nvSpPr>
        <p:spPr>
          <a:xfrm>
            <a:off x="192024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2"/>
          <p:cNvSpPr/>
          <p:nvPr/>
        </p:nvSpPr>
        <p:spPr>
          <a:xfrm>
            <a:off x="194760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13"/>
          <p:cNvSpPr/>
          <p:nvPr/>
        </p:nvSpPr>
        <p:spPr>
          <a:xfrm>
            <a:off x="242316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4"/>
          <p:cNvSpPr/>
          <p:nvPr/>
        </p:nvSpPr>
        <p:spPr>
          <a:xfrm>
            <a:off x="245052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15"/>
          <p:cNvSpPr/>
          <p:nvPr/>
        </p:nvSpPr>
        <p:spPr>
          <a:xfrm>
            <a:off x="292608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6"/>
          <p:cNvSpPr/>
          <p:nvPr/>
        </p:nvSpPr>
        <p:spPr>
          <a:xfrm>
            <a:off x="295344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17"/>
          <p:cNvSpPr/>
          <p:nvPr/>
        </p:nvSpPr>
        <p:spPr>
          <a:xfrm>
            <a:off x="342900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8"/>
          <p:cNvSpPr/>
          <p:nvPr/>
        </p:nvSpPr>
        <p:spPr>
          <a:xfrm>
            <a:off x="345636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19"/>
          <p:cNvSpPr/>
          <p:nvPr/>
        </p:nvSpPr>
        <p:spPr>
          <a:xfrm>
            <a:off x="393192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20"/>
          <p:cNvSpPr/>
          <p:nvPr/>
        </p:nvSpPr>
        <p:spPr>
          <a:xfrm>
            <a:off x="395928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21"/>
          <p:cNvSpPr/>
          <p:nvPr/>
        </p:nvSpPr>
        <p:spPr>
          <a:xfrm>
            <a:off x="4434840" y="1828800"/>
            <a:ext cx="383760" cy="319680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22"/>
          <p:cNvSpPr/>
          <p:nvPr/>
        </p:nvSpPr>
        <p:spPr>
          <a:xfrm>
            <a:off x="4462200" y="1888200"/>
            <a:ext cx="328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23"/>
          <p:cNvSpPr/>
          <p:nvPr/>
        </p:nvSpPr>
        <p:spPr>
          <a:xfrm>
            <a:off x="2423160" y="2331720"/>
            <a:ext cx="9140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94B35"/>
                </a:solidFill>
                <a:effectLst/>
                <a:uFillTx/>
                <a:latin typeface="Aptos"/>
              </a:rPr>
              <a:t>fault onset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24"/>
          <p:cNvSpPr/>
          <p:nvPr/>
        </p:nvSpPr>
        <p:spPr>
          <a:xfrm flipV="1">
            <a:off x="2697480" y="2057400"/>
            <a:ext cx="360" cy="228600"/>
          </a:xfrm>
          <a:prstGeom prst="line">
            <a:avLst/>
          </a:prstGeom>
          <a:ln w="12700">
            <a:solidFill>
              <a:srgbClr val="E94B3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25"/>
          <p:cNvSpPr/>
          <p:nvPr/>
        </p:nvSpPr>
        <p:spPr>
          <a:xfrm>
            <a:off x="4206240" y="2011680"/>
            <a:ext cx="1188720" cy="360"/>
          </a:xfrm>
          <a:prstGeom prst="line">
            <a:avLst/>
          </a:prstGeom>
          <a:ln w="1651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26"/>
          <p:cNvSpPr/>
          <p:nvPr/>
        </p:nvSpPr>
        <p:spPr>
          <a:xfrm>
            <a:off x="5577840" y="1691640"/>
            <a:ext cx="2011320" cy="639720"/>
          </a:xfrm>
          <a:prstGeom prst="roundRect">
            <a:avLst>
              <a:gd name="adj" fmla="val 7143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27"/>
          <p:cNvSpPr/>
          <p:nvPr/>
        </p:nvSpPr>
        <p:spPr>
          <a:xfrm>
            <a:off x="5605200" y="1911240"/>
            <a:ext cx="1956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heavy downsampling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28"/>
          <p:cNvSpPr/>
          <p:nvPr/>
        </p:nvSpPr>
        <p:spPr>
          <a:xfrm>
            <a:off x="7772400" y="2011680"/>
            <a:ext cx="1005840" cy="360"/>
          </a:xfrm>
          <a:prstGeom prst="line">
            <a:avLst/>
          </a:prstGeom>
          <a:ln w="1651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29"/>
          <p:cNvSpPr/>
          <p:nvPr/>
        </p:nvSpPr>
        <p:spPr>
          <a:xfrm>
            <a:off x="8961120" y="1691640"/>
            <a:ext cx="1828440" cy="639720"/>
          </a:xfrm>
          <a:prstGeom prst="roundRect">
            <a:avLst>
              <a:gd name="adj" fmla="val 7143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30"/>
          <p:cNvSpPr/>
          <p:nvPr/>
        </p:nvSpPr>
        <p:spPr>
          <a:xfrm>
            <a:off x="8988480" y="191124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fault somewhere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 region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31"/>
          <p:cNvSpPr/>
          <p:nvPr/>
        </p:nvSpPr>
        <p:spPr>
          <a:xfrm>
            <a:off x="914400" y="3931920"/>
            <a:ext cx="365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Exact onset may become ambiguous.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8044E9-ABAD-495D-292F-BD063C19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average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960E51-029E-F970-8114-D177904484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Local pooling reduces length gradually.</a:t>
            </a:r>
          </a:p>
          <a:p>
            <a:r>
              <a:rPr lang="en-GB" dirty="0"/>
              <a:t>Global pooling removes the temporal dimension completely.</a:t>
            </a:r>
          </a:p>
          <a:p>
            <a:r>
              <a:rPr lang="en-GB" dirty="0"/>
              <a:t>Suppose a convolutional network produces: [N, L, F]</a:t>
            </a:r>
          </a:p>
          <a:p>
            <a:r>
              <a:rPr lang="en-GB" dirty="0"/>
              <a:t>Global average pooling computes one average for each feature map.</a:t>
            </a:r>
          </a:p>
          <a:p>
            <a:r>
              <a:rPr lang="en-GB" dirty="0"/>
              <a:t>Output: [N, F]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6CDD897-A342-345F-D001-9938AEE55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882955" cy="441166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Conceptually</a:t>
            </a:r>
          </a:p>
          <a:p>
            <a:r>
              <a:rPr lang="en-GB" dirty="0"/>
              <a:t>feature map 1: average over all time positions → value 1</a:t>
            </a:r>
          </a:p>
          <a:p>
            <a:r>
              <a:rPr lang="en-GB" dirty="0"/>
              <a:t>feature map 2: average over all time positions → value 2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feature map F: average over all time positions → value F</a:t>
            </a:r>
          </a:p>
          <a:p>
            <a:r>
              <a:rPr lang="en-GB" b="1" dirty="0"/>
              <a:t>Interpretation</a:t>
            </a:r>
          </a:p>
          <a:p>
            <a:pPr lvl="1"/>
            <a:r>
              <a:rPr lang="en-GB" dirty="0"/>
              <a:t>For each learned feature:</a:t>
            </a:r>
          </a:p>
          <a:p>
            <a:pPr lvl="1"/>
            <a:r>
              <a:rPr lang="en-GB" dirty="0"/>
              <a:t>How strongly was this feature active on average over the complete sequence?</a:t>
            </a:r>
          </a:p>
          <a:p>
            <a:r>
              <a:rPr lang="en-GB" b="1" dirty="0"/>
              <a:t>Typical use</a:t>
            </a:r>
          </a:p>
          <a:p>
            <a:pPr lvl="1"/>
            <a:r>
              <a:rPr lang="en-GB" dirty="0"/>
              <a:t>window classification/regression; </a:t>
            </a:r>
          </a:p>
          <a:p>
            <a:pPr lvl="1"/>
            <a:r>
              <a:rPr lang="en-GB" dirty="0"/>
              <a:t>sequence classification/regression.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188922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5C1DBD-00D4-30D5-6D15-42D3FE85A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max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4ED0D8-6C36-478D-5573-79511973D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752166" cy="43926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Global max pooling also converts: [N, L, F]</a:t>
            </a:r>
          </a:p>
          <a:p>
            <a:r>
              <a:rPr lang="en-GB" dirty="0"/>
              <a:t>into: [N, F]</a:t>
            </a:r>
          </a:p>
          <a:p>
            <a:r>
              <a:rPr lang="en-GB" dirty="0"/>
              <a:t>but uses the maximum activation of each feature map.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For each learned feature:</a:t>
            </a:r>
          </a:p>
          <a:p>
            <a:pPr lvl="1"/>
            <a:r>
              <a:rPr lang="en-GB" dirty="0"/>
              <a:t>What was the strongest occurrence of this pattern anywhere in the sequence?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If one filter detects a fault signature, global max pooling can retain the strongest evidence regardless of where the event occurred.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F1DED26-45B9-8DD9-7DEB-EFF0E9BE82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3620" y="2160588"/>
            <a:ext cx="4184034" cy="4392612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Comparison</a:t>
            </a:r>
          </a:p>
          <a:p>
            <a:r>
              <a:rPr lang="en-GB" dirty="0"/>
              <a:t>Global average pooling:</a:t>
            </a:r>
          </a:p>
          <a:p>
            <a:pPr lvl="1"/>
            <a:r>
              <a:rPr lang="en-GB" dirty="0"/>
              <a:t>reflects overall feature activity. </a:t>
            </a:r>
          </a:p>
          <a:p>
            <a:r>
              <a:rPr lang="en-GB" dirty="0"/>
              <a:t>Global max pooling:</a:t>
            </a:r>
          </a:p>
          <a:p>
            <a:pPr lvl="1"/>
            <a:r>
              <a:rPr lang="en-GB" dirty="0"/>
              <a:t>emphasizes strongest occurrence. </a:t>
            </a:r>
          </a:p>
          <a:p>
            <a:r>
              <a:rPr lang="en-GB" b="1" dirty="0"/>
              <a:t>Loss of information</a:t>
            </a:r>
          </a:p>
          <a:p>
            <a:r>
              <a:rPr lang="en-GB" dirty="0"/>
              <a:t>Both discard:</a:t>
            </a:r>
          </a:p>
          <a:p>
            <a:pPr lvl="1"/>
            <a:r>
              <a:rPr lang="en-GB" dirty="0"/>
              <a:t>exact temporal location; </a:t>
            </a:r>
          </a:p>
          <a:p>
            <a:pPr lvl="1"/>
            <a:r>
              <a:rPr lang="en-GB" dirty="0"/>
              <a:t>temporal ordering of the final activations. </a:t>
            </a:r>
          </a:p>
          <a:p>
            <a:r>
              <a:rPr lang="en-GB" b="1" dirty="0"/>
              <a:t>Therefore they are appropriate only when the final target does not require precise timing.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902041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Global pooling removes the temporal dimension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 temporal feature map becomes one fixed-size vector.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Global pooling is useful for </a:t>
            </a:r>
            <a:r>
              <a:rPr lang="en-US" sz="105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sequence/window </a:t>
            </a:r>
            <a:r>
              <a:rPr lang="en-US" sz="105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classification and regression.</a:t>
            </a:r>
            <a:endParaRPr lang="it-IT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6"/>
          <p:cNvSpPr/>
          <p:nvPr/>
        </p:nvSpPr>
        <p:spPr>
          <a:xfrm>
            <a:off x="1097280" y="2011680"/>
            <a:ext cx="2377080" cy="776880"/>
          </a:xfrm>
          <a:prstGeom prst="roundRect">
            <a:avLst>
              <a:gd name="adj" fmla="val 5882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7"/>
          <p:cNvSpPr/>
          <p:nvPr/>
        </p:nvSpPr>
        <p:spPr>
          <a:xfrm>
            <a:off x="1124640" y="2299680"/>
            <a:ext cx="2322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Temporal feature maps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L, F]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8"/>
          <p:cNvSpPr/>
          <p:nvPr/>
        </p:nvSpPr>
        <p:spPr>
          <a:xfrm>
            <a:off x="3657600" y="2423160"/>
            <a:ext cx="118872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9"/>
          <p:cNvSpPr/>
          <p:nvPr/>
        </p:nvSpPr>
        <p:spPr>
          <a:xfrm>
            <a:off x="5074920" y="1920240"/>
            <a:ext cx="2194200" cy="914040"/>
          </a:xfrm>
          <a:prstGeom prst="roundRect">
            <a:avLst>
              <a:gd name="adj" fmla="val 5000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10"/>
          <p:cNvSpPr/>
          <p:nvPr/>
        </p:nvSpPr>
        <p:spPr>
          <a:xfrm>
            <a:off x="5102280" y="2277000"/>
            <a:ext cx="2139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Global average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or max pooling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11"/>
          <p:cNvSpPr/>
          <p:nvPr/>
        </p:nvSpPr>
        <p:spPr>
          <a:xfrm>
            <a:off x="7498080" y="2423160"/>
            <a:ext cx="1188720" cy="360"/>
          </a:xfrm>
          <a:prstGeom prst="line">
            <a:avLst/>
          </a:prstGeom>
          <a:ln w="1778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12"/>
          <p:cNvSpPr/>
          <p:nvPr/>
        </p:nvSpPr>
        <p:spPr>
          <a:xfrm>
            <a:off x="8915400" y="2011680"/>
            <a:ext cx="1828440" cy="776880"/>
          </a:xfrm>
          <a:prstGeom prst="roundRect">
            <a:avLst>
              <a:gd name="adj" fmla="val 5882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3"/>
          <p:cNvSpPr/>
          <p:nvPr/>
        </p:nvSpPr>
        <p:spPr>
          <a:xfrm>
            <a:off x="8942760" y="229968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Fixed vector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 F]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4"/>
          <p:cNvSpPr/>
          <p:nvPr/>
        </p:nvSpPr>
        <p:spPr>
          <a:xfrm>
            <a:off x="1097280" y="402336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Average pooling: overall feature activity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15"/>
          <p:cNvSpPr/>
          <p:nvPr/>
        </p:nvSpPr>
        <p:spPr>
          <a:xfrm>
            <a:off x="5486400" y="4023360"/>
            <a:ext cx="4114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Max pooling: strongest occurrence of each feature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80321-1A1B-2215-CE5D-256C5DEB0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CNN sequence classification with global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0BFA87-DFB4-FFE2-C379-6A01E12A8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478336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common temporal classification architecture is: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Conv1D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activation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Conv1D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temporal feature maps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global average / max pooling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fixed-size vector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classification layer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class probabilities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39472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0AF7E-7F98-649A-E0FA-5CA329761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76BDF4-F57A-4BC9-6D28-5AFED20B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CNN sequence classification with global pooling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8ABC89-930A-ADC1-9698-ACD76CDC4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Tensor example</a:t>
            </a:r>
          </a:p>
          <a:p>
            <a:r>
              <a:rPr lang="en-GB" dirty="0"/>
              <a:t>Input: [64, 500, 6], </a:t>
            </a:r>
            <a:r>
              <a:rPr lang="it-IT" dirty="0"/>
              <a:t>[samples, </a:t>
            </a:r>
            <a:r>
              <a:rPr lang="it-IT" dirty="0" err="1"/>
              <a:t>length</a:t>
            </a:r>
            <a:r>
              <a:rPr lang="it-IT" dirty="0"/>
              <a:t>, features]</a:t>
            </a:r>
            <a:endParaRPr lang="en-GB" dirty="0"/>
          </a:p>
          <a:p>
            <a:r>
              <a:rPr lang="en-GB" dirty="0"/>
              <a:t>Final convolutional representation: [64, 125, 64]</a:t>
            </a:r>
          </a:p>
          <a:p>
            <a:r>
              <a:rPr lang="en-GB" dirty="0"/>
              <a:t>After global pooling: [64, 64]</a:t>
            </a:r>
          </a:p>
          <a:p>
            <a:r>
              <a:rPr lang="en-GB" dirty="0"/>
              <a:t>For four classes: [64, 4]</a:t>
            </a:r>
          </a:p>
          <a:p>
            <a:r>
              <a:rPr lang="en-GB" b="1" dirty="0"/>
              <a:t>Analogy with recurrent models</a:t>
            </a:r>
          </a:p>
          <a:p>
            <a:r>
              <a:rPr lang="en-GB" dirty="0"/>
              <a:t>RNN sequence classification may use:</a:t>
            </a:r>
          </a:p>
          <a:p>
            <a:pPr lvl="1"/>
            <a:r>
              <a:rPr lang="en-GB" dirty="0"/>
              <a:t>final hidden state → classifier</a:t>
            </a:r>
          </a:p>
          <a:p>
            <a:r>
              <a:rPr lang="en-GB" dirty="0"/>
              <a:t>CNN sequence classification may use:</a:t>
            </a:r>
          </a:p>
          <a:p>
            <a:pPr lvl="1"/>
            <a:r>
              <a:rPr lang="en-GB" dirty="0"/>
              <a:t>global pooled feature maps → classifier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85335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CNN sequence classification with global pooling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A temporal CNN can convert a sequence into class probabilities.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Global pooling is the CNN analogue of reducing a sequence to one representation.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6"/>
          <p:cNvSpPr/>
          <p:nvPr/>
        </p:nvSpPr>
        <p:spPr>
          <a:xfrm>
            <a:off x="91440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7"/>
          <p:cNvSpPr/>
          <p:nvPr/>
        </p:nvSpPr>
        <p:spPr>
          <a:xfrm>
            <a:off x="94176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[N,L,d]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8"/>
          <p:cNvSpPr/>
          <p:nvPr/>
        </p:nvSpPr>
        <p:spPr>
          <a:xfrm>
            <a:off x="212112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9"/>
          <p:cNvSpPr/>
          <p:nvPr/>
        </p:nvSpPr>
        <p:spPr>
          <a:xfrm>
            <a:off x="256032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0"/>
          <p:cNvSpPr/>
          <p:nvPr/>
        </p:nvSpPr>
        <p:spPr>
          <a:xfrm>
            <a:off x="258768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11"/>
          <p:cNvSpPr/>
          <p:nvPr/>
        </p:nvSpPr>
        <p:spPr>
          <a:xfrm>
            <a:off x="376704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12"/>
          <p:cNvSpPr/>
          <p:nvPr/>
        </p:nvSpPr>
        <p:spPr>
          <a:xfrm>
            <a:off x="420624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3"/>
          <p:cNvSpPr/>
          <p:nvPr/>
        </p:nvSpPr>
        <p:spPr>
          <a:xfrm>
            <a:off x="423360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4"/>
          <p:cNvSpPr/>
          <p:nvPr/>
        </p:nvSpPr>
        <p:spPr>
          <a:xfrm>
            <a:off x="541296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15"/>
          <p:cNvSpPr/>
          <p:nvPr/>
        </p:nvSpPr>
        <p:spPr>
          <a:xfrm>
            <a:off x="585216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16"/>
          <p:cNvSpPr/>
          <p:nvPr/>
        </p:nvSpPr>
        <p:spPr>
          <a:xfrm>
            <a:off x="587952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global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17"/>
          <p:cNvSpPr/>
          <p:nvPr/>
        </p:nvSpPr>
        <p:spPr>
          <a:xfrm>
            <a:off x="705888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18"/>
          <p:cNvSpPr/>
          <p:nvPr/>
        </p:nvSpPr>
        <p:spPr>
          <a:xfrm>
            <a:off x="749808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F1EAFE"/>
          </a:solidFill>
          <a:ln w="1524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9"/>
          <p:cNvSpPr/>
          <p:nvPr/>
        </p:nvSpPr>
        <p:spPr>
          <a:xfrm>
            <a:off x="752544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fixed vector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[N,F]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20"/>
          <p:cNvSpPr/>
          <p:nvPr/>
        </p:nvSpPr>
        <p:spPr>
          <a:xfrm>
            <a:off x="8704800" y="3090600"/>
            <a:ext cx="393480" cy="360"/>
          </a:xfrm>
          <a:prstGeom prst="line">
            <a:avLst/>
          </a:prstGeom>
          <a:ln w="1270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21"/>
          <p:cNvSpPr/>
          <p:nvPr/>
        </p:nvSpPr>
        <p:spPr>
          <a:xfrm>
            <a:off x="9144000" y="2743200"/>
            <a:ext cx="1188360" cy="685440"/>
          </a:xfrm>
          <a:prstGeom prst="roundRect">
            <a:avLst>
              <a:gd name="adj" fmla="val 6667"/>
            </a:avLst>
          </a:prstGeom>
          <a:solidFill>
            <a:srgbClr val="FFECE9"/>
          </a:solidFill>
          <a:ln w="15240">
            <a:solidFill>
              <a:srgbClr val="E94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22"/>
          <p:cNvSpPr/>
          <p:nvPr/>
        </p:nvSpPr>
        <p:spPr>
          <a:xfrm>
            <a:off x="9171360" y="2985480"/>
            <a:ext cx="1133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classifier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[N,K]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3"/>
          <p:cNvSpPr/>
          <p:nvPr/>
        </p:nvSpPr>
        <p:spPr>
          <a:xfrm>
            <a:off x="914400" y="425196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Example: [64, 500, 6] → [64, 125, 64] → [64, 64] → [64, 4]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53B5D39-2CCF-B562-48D6-B5FA7D8F6A8C}"/>
              </a:ext>
            </a:extLst>
          </p:cNvPr>
          <p:cNvSpPr txBox="1"/>
          <p:nvPr/>
        </p:nvSpPr>
        <p:spPr>
          <a:xfrm>
            <a:off x="1257300" y="5172075"/>
            <a:ext cx="2041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[samples, </a:t>
            </a:r>
            <a:r>
              <a:rPr lang="it-IT" sz="1200" dirty="0" err="1"/>
              <a:t>length</a:t>
            </a:r>
            <a:r>
              <a:rPr lang="it-IT" sz="1200" dirty="0"/>
              <a:t>, features]</a:t>
            </a:r>
            <a:endParaRPr lang="en-GB" sz="1200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C7E55970-B9E7-7B85-B584-D0C8AE310E99}"/>
              </a:ext>
            </a:extLst>
          </p:cNvPr>
          <p:cNvCxnSpPr/>
          <p:nvPr/>
        </p:nvCxnSpPr>
        <p:spPr>
          <a:xfrm flipV="1">
            <a:off x="1762125" y="4480200"/>
            <a:ext cx="358995" cy="577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67506-0A8F-8FDA-C0DC-76A07C4B6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Strided</a:t>
            </a:r>
            <a:r>
              <a:rPr lang="en-GB" dirty="0"/>
              <a:t> convolution or pooling?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0B147F-7C01-886D-F7D3-C930D353B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Both can reduce temporal resolution.</a:t>
            </a:r>
          </a:p>
          <a:p>
            <a:r>
              <a:rPr lang="en-GB" b="1" dirty="0" err="1"/>
              <a:t>Strided</a:t>
            </a:r>
            <a:r>
              <a:rPr lang="en-GB" b="1" dirty="0"/>
              <a:t> convolution</a:t>
            </a:r>
          </a:p>
          <a:p>
            <a:pPr lvl="1"/>
            <a:r>
              <a:rPr lang="en-GB" dirty="0" err="1"/>
              <a:t>downsampling</a:t>
            </a:r>
            <a:r>
              <a:rPr lang="en-GB" dirty="0"/>
              <a:t> and feature extraction happen together; </a:t>
            </a:r>
          </a:p>
          <a:p>
            <a:pPr lvl="1"/>
            <a:r>
              <a:rPr lang="en-GB" dirty="0"/>
              <a:t>weights are learned; </a:t>
            </a:r>
          </a:p>
          <a:p>
            <a:pPr lvl="1"/>
            <a:r>
              <a:rPr lang="en-GB" b="1" dirty="0"/>
              <a:t>potentially more flexible. </a:t>
            </a:r>
          </a:p>
          <a:p>
            <a:r>
              <a:rPr lang="en-GB" b="1" dirty="0"/>
              <a:t>Pooling</a:t>
            </a:r>
          </a:p>
          <a:p>
            <a:pPr lvl="1"/>
            <a:r>
              <a:rPr lang="en-GB" dirty="0"/>
              <a:t>uses a predefined aggregation rule; </a:t>
            </a:r>
          </a:p>
          <a:p>
            <a:pPr lvl="1"/>
            <a:r>
              <a:rPr lang="en-GB" dirty="0"/>
              <a:t>no additional learned filter weights; </a:t>
            </a:r>
          </a:p>
          <a:p>
            <a:pPr lvl="1"/>
            <a:r>
              <a:rPr lang="en-GB" b="1" dirty="0"/>
              <a:t>simple and computationally efficient.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219809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DFBAF-DC14-6725-41AA-075246E33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4E3A5A-0A91-2F43-7E98-50DE24393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Strided</a:t>
            </a:r>
            <a:r>
              <a:rPr lang="en-GB" dirty="0"/>
              <a:t> convolution or pooling?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F4126E-4B62-3D1F-6B47-8E2319524D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Option A:</a:t>
            </a:r>
          </a:p>
          <a:p>
            <a:pPr lvl="1"/>
            <a:r>
              <a:rPr lang="en-GB" dirty="0"/>
              <a:t>Conv1D stride 2</a:t>
            </a:r>
          </a:p>
          <a:p>
            <a:r>
              <a:rPr lang="en-GB" dirty="0"/>
              <a:t>Option B:</a:t>
            </a:r>
          </a:p>
          <a:p>
            <a:pPr lvl="1"/>
            <a:r>
              <a:rPr lang="en-GB" dirty="0"/>
              <a:t>Conv1D stride 1</a:t>
            </a:r>
          </a:p>
          <a:p>
            <a:pPr lvl="1"/>
            <a:r>
              <a:rPr lang="en-GB" dirty="0"/>
              <a:t>↓</a:t>
            </a:r>
          </a:p>
          <a:p>
            <a:pPr lvl="1"/>
            <a:r>
              <a:rPr lang="en-GB" dirty="0" err="1"/>
              <a:t>MaxPool</a:t>
            </a:r>
            <a:r>
              <a:rPr lang="en-GB" dirty="0"/>
              <a:t> stride 2</a:t>
            </a:r>
          </a:p>
          <a:p>
            <a:r>
              <a:rPr lang="en-GB" dirty="0"/>
              <a:t>Both can reduce temporal length approximately by a factor of 2.</a:t>
            </a:r>
          </a:p>
          <a:p>
            <a:endParaRPr lang="en-GB" b="1" dirty="0"/>
          </a:p>
          <a:p>
            <a:r>
              <a:rPr lang="en-GB" b="1" dirty="0"/>
              <a:t>Which should be used?</a:t>
            </a:r>
          </a:p>
          <a:p>
            <a:r>
              <a:rPr lang="en-GB" dirty="0"/>
              <a:t>This is an architectural choice to be validated empirically.</a:t>
            </a:r>
          </a:p>
          <a:p>
            <a:r>
              <a:rPr lang="en-GB" dirty="0"/>
              <a:t>Modern temporal CNNs often use </a:t>
            </a:r>
            <a:r>
              <a:rPr lang="en-GB" dirty="0" err="1"/>
              <a:t>strided</a:t>
            </a:r>
            <a:r>
              <a:rPr lang="en-GB" dirty="0"/>
              <a:t> convolution, pooling, or both depending on the task.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20879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Strided convolution or pooling?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06070"/>
                </a:solidFill>
                <a:effectLst/>
                <a:uFillTx/>
                <a:latin typeface="Aptos"/>
              </a:rPr>
              <a:t>Both can reduce temporal length, but they do it differently.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This is an architectural choice to validate empirically.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6"/>
          <p:cNvSpPr/>
          <p:nvPr/>
        </p:nvSpPr>
        <p:spPr>
          <a:xfrm>
            <a:off x="1097280" y="1371600"/>
            <a:ext cx="29257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6BC25"/>
                </a:solidFill>
                <a:effectLst/>
                <a:uFillTx/>
                <a:latin typeface="Aptos"/>
              </a:rPr>
              <a:t>Option A: strided convolution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7"/>
          <p:cNvSpPr/>
          <p:nvPr/>
        </p:nvSpPr>
        <p:spPr>
          <a:xfrm>
            <a:off x="1097280" y="2011680"/>
            <a:ext cx="1828440" cy="685440"/>
          </a:xfrm>
          <a:prstGeom prst="roundRect">
            <a:avLst>
              <a:gd name="adj" fmla="val 6667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8"/>
          <p:cNvSpPr/>
          <p:nvPr/>
        </p:nvSpPr>
        <p:spPr>
          <a:xfrm>
            <a:off x="1124640" y="225396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9"/>
          <p:cNvSpPr/>
          <p:nvPr/>
        </p:nvSpPr>
        <p:spPr>
          <a:xfrm>
            <a:off x="3108960" y="2359080"/>
            <a:ext cx="109728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10"/>
          <p:cNvSpPr/>
          <p:nvPr/>
        </p:nvSpPr>
        <p:spPr>
          <a:xfrm>
            <a:off x="4389120" y="2011680"/>
            <a:ext cx="2285640" cy="685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11"/>
          <p:cNvSpPr/>
          <p:nvPr/>
        </p:nvSpPr>
        <p:spPr>
          <a:xfrm>
            <a:off x="4416480" y="2253960"/>
            <a:ext cx="2230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feature extraction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+ downsampling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12"/>
          <p:cNvSpPr/>
          <p:nvPr/>
        </p:nvSpPr>
        <p:spPr>
          <a:xfrm>
            <a:off x="1097280" y="3657600"/>
            <a:ext cx="32914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A900"/>
                </a:solidFill>
                <a:effectLst/>
                <a:uFillTx/>
                <a:latin typeface="Aptos"/>
              </a:rPr>
              <a:t>Option B: convolution then pooling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13"/>
          <p:cNvSpPr/>
          <p:nvPr/>
        </p:nvSpPr>
        <p:spPr>
          <a:xfrm>
            <a:off x="1097280" y="4297680"/>
            <a:ext cx="1828440" cy="685440"/>
          </a:xfrm>
          <a:prstGeom prst="roundRect">
            <a:avLst>
              <a:gd name="adj" fmla="val 6667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14"/>
          <p:cNvSpPr/>
          <p:nvPr/>
        </p:nvSpPr>
        <p:spPr>
          <a:xfrm>
            <a:off x="1124640" y="453996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1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15"/>
          <p:cNvSpPr/>
          <p:nvPr/>
        </p:nvSpPr>
        <p:spPr>
          <a:xfrm>
            <a:off x="3108960" y="4645080"/>
            <a:ext cx="91440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6"/>
          <p:cNvSpPr/>
          <p:nvPr/>
        </p:nvSpPr>
        <p:spPr>
          <a:xfrm>
            <a:off x="4206240" y="4297680"/>
            <a:ext cx="1828440" cy="685440"/>
          </a:xfrm>
          <a:prstGeom prst="roundRect">
            <a:avLst>
              <a:gd name="adj" fmla="val 6667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7"/>
          <p:cNvSpPr/>
          <p:nvPr/>
        </p:nvSpPr>
        <p:spPr>
          <a:xfrm>
            <a:off x="4233600" y="4539960"/>
            <a:ext cx="1773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MaxPool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stride 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18"/>
          <p:cNvSpPr/>
          <p:nvPr/>
        </p:nvSpPr>
        <p:spPr>
          <a:xfrm>
            <a:off x="6217920" y="4645080"/>
            <a:ext cx="100584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19"/>
          <p:cNvSpPr/>
          <p:nvPr/>
        </p:nvSpPr>
        <p:spPr>
          <a:xfrm>
            <a:off x="7406640" y="4297680"/>
            <a:ext cx="2377080" cy="685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20"/>
          <p:cNvSpPr/>
          <p:nvPr/>
        </p:nvSpPr>
        <p:spPr>
          <a:xfrm>
            <a:off x="7434000" y="4539960"/>
            <a:ext cx="23223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separate feature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extraction + pooling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CD8BA1-1EA3-3EA9-47E7-EF6E3FCE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Downsampling</a:t>
            </a:r>
            <a:r>
              <a:rPr lang="en-GB" dirty="0"/>
              <a:t> changes information and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B1C174-CA88-5E82-FBC2-2A69388726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Increasing </a:t>
            </a:r>
            <a:r>
              <a:rPr lang="en-GB" dirty="0" err="1"/>
              <a:t>downsampling</a:t>
            </a:r>
            <a:r>
              <a:rPr lang="en-GB" dirty="0"/>
              <a:t> generally gives: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shorter feature maps; </a:t>
            </a:r>
          </a:p>
          <a:p>
            <a:pPr lvl="1"/>
            <a:r>
              <a:rPr lang="en-GB" dirty="0"/>
              <a:t>lower memory; </a:t>
            </a:r>
          </a:p>
          <a:p>
            <a:pPr lvl="1"/>
            <a:r>
              <a:rPr lang="en-GB" dirty="0"/>
              <a:t>faster later layers; </a:t>
            </a:r>
          </a:p>
          <a:p>
            <a:pPr lvl="1"/>
            <a:r>
              <a:rPr lang="en-GB" dirty="0"/>
              <a:t>wider effective temporal context; </a:t>
            </a:r>
          </a:p>
          <a:p>
            <a:pPr lvl="1"/>
            <a:r>
              <a:rPr lang="en-GB" dirty="0"/>
              <a:t>some tolerance to small shifts.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C481A5-0F7B-E138-874A-EC7BEAC9F3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Disadvantages</a:t>
            </a:r>
          </a:p>
          <a:p>
            <a:pPr lvl="1"/>
            <a:r>
              <a:rPr lang="en-GB" dirty="0"/>
              <a:t>lower temporal resolution; </a:t>
            </a:r>
          </a:p>
          <a:p>
            <a:pPr lvl="1"/>
            <a:r>
              <a:rPr lang="en-GB" dirty="0"/>
              <a:t>possible loss of short events; </a:t>
            </a:r>
          </a:p>
          <a:p>
            <a:pPr lvl="1"/>
            <a:r>
              <a:rPr lang="en-GB" dirty="0"/>
              <a:t>reduced event-localisation precision; </a:t>
            </a:r>
          </a:p>
          <a:p>
            <a:pPr lvl="1"/>
            <a:r>
              <a:rPr lang="en-GB" dirty="0"/>
              <a:t>potential loss of high-frequency temporal structure. </a:t>
            </a:r>
          </a:p>
          <a:p>
            <a:r>
              <a:rPr lang="en-GB" b="1" dirty="0"/>
              <a:t>Engineering trade-off</a:t>
            </a:r>
          </a:p>
          <a:p>
            <a:r>
              <a:rPr lang="en-GB" dirty="0"/>
              <a:t>Suppose an event lasts only: 20 ms</a:t>
            </a:r>
          </a:p>
          <a:p>
            <a:pPr lvl="1"/>
            <a:r>
              <a:rPr lang="en-GB" dirty="0"/>
              <a:t>If aggressive </a:t>
            </a:r>
            <a:r>
              <a:rPr lang="en-GB" dirty="0" err="1"/>
              <a:t>downsampling</a:t>
            </a:r>
            <a:r>
              <a:rPr lang="en-GB" dirty="0"/>
              <a:t> produces one representation every: 100 ms</a:t>
            </a:r>
          </a:p>
          <a:p>
            <a:pPr lvl="1"/>
            <a:r>
              <a:rPr lang="en-GB" dirty="0"/>
              <a:t>the event may become difficult to localize or may disappear entirely.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2AF5CA-04FD-9167-57A9-92C201A0F376}"/>
              </a:ext>
            </a:extLst>
          </p:cNvPr>
          <p:cNvSpPr txBox="1"/>
          <p:nvPr/>
        </p:nvSpPr>
        <p:spPr>
          <a:xfrm>
            <a:off x="2500313" y="6041361"/>
            <a:ext cx="61055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 err="1"/>
              <a:t>Downsampling</a:t>
            </a:r>
            <a:r>
              <a:rPr lang="en-GB" sz="1600" b="1" dirty="0"/>
              <a:t> should be chosen relative to the shortest temporal phenomenon that must be detectable.</a:t>
            </a:r>
          </a:p>
        </p:txBody>
      </p:sp>
    </p:spTree>
    <p:extLst>
      <p:ext uri="{BB962C8B-B14F-4D97-AF65-F5344CB8AC3E}">
        <p14:creationId xmlns:p14="http://schemas.microsoft.com/office/powerpoint/2010/main" val="21527764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55A08F-751D-F316-F3E7-33164CD2E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pooling to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D44B1E-CCA6-FCE2-7CB0-56B617A93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Kernel size and pooling both determine how much original input contributes to a deeper feature.</a:t>
            </a:r>
          </a:p>
          <a:p>
            <a:r>
              <a:rPr lang="en-GB" dirty="0"/>
              <a:t>Consider:</a:t>
            </a:r>
          </a:p>
          <a:p>
            <a:pPr lvl="1"/>
            <a:r>
              <a:rPr lang="en-GB" dirty="0"/>
              <a:t>Conv1D kernel = 3</a:t>
            </a:r>
          </a:p>
          <a:p>
            <a:pPr lvl="1"/>
            <a:r>
              <a:rPr lang="en-GB" dirty="0"/>
              <a:t>↓</a:t>
            </a:r>
          </a:p>
          <a:p>
            <a:pPr lvl="1"/>
            <a:r>
              <a:rPr lang="en-GB" dirty="0"/>
              <a:t>Pool by 2</a:t>
            </a:r>
          </a:p>
          <a:p>
            <a:pPr lvl="1"/>
            <a:r>
              <a:rPr lang="en-GB" dirty="0"/>
              <a:t>↓</a:t>
            </a:r>
          </a:p>
          <a:p>
            <a:pPr lvl="1"/>
            <a:r>
              <a:rPr lang="en-GB" dirty="0"/>
              <a:t>Conv1D kernel = 3</a:t>
            </a:r>
          </a:p>
          <a:p>
            <a:r>
              <a:rPr lang="en-GB" dirty="0"/>
              <a:t>The second convolution does not see only three original input frames.</a:t>
            </a:r>
          </a:p>
          <a:p>
            <a:r>
              <a:rPr lang="en-GB" dirty="0"/>
              <a:t>Each of its inputs already summarizes a region from the previous layer.</a:t>
            </a:r>
          </a:p>
          <a:p>
            <a:r>
              <a:rPr lang="en-GB" dirty="0"/>
              <a:t>Therefore its effective temporal context is larger.</a:t>
            </a:r>
          </a:p>
          <a:p>
            <a:endParaRPr lang="en-GB" b="1" dirty="0"/>
          </a:p>
          <a:p>
            <a:r>
              <a:rPr lang="en-GB" b="1" dirty="0"/>
              <a:t>A central CNN concept: receptive field</a:t>
            </a:r>
          </a:p>
          <a:p>
            <a:r>
              <a:rPr lang="en-GB" dirty="0"/>
              <a:t>How large a region of the original input can influence one activation in a deeper layer?</a:t>
            </a:r>
          </a:p>
          <a:p>
            <a:r>
              <a:rPr lang="en-GB" dirty="0"/>
              <a:t>This region is called the </a:t>
            </a:r>
            <a:r>
              <a:rPr lang="en-GB" b="1" dirty="0"/>
              <a:t>receptive field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397944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11466720" y="0"/>
            <a:ext cx="722160" cy="6857640"/>
          </a:xfrm>
          <a:prstGeom prst="rect">
            <a:avLst/>
          </a:prstGeom>
          <a:solidFill>
            <a:srgbClr val="86BC25"/>
          </a:solidFill>
          <a:ln w="1270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1"/>
          <p:cNvSpPr/>
          <p:nvPr/>
        </p:nvSpPr>
        <p:spPr>
          <a:xfrm>
            <a:off x="11301840" y="0"/>
            <a:ext cx="54360" cy="6857640"/>
          </a:xfrm>
          <a:prstGeom prst="rect">
            <a:avLst/>
          </a:prstGeom>
          <a:solidFill>
            <a:srgbClr val="E7F4D2"/>
          </a:solidFill>
          <a:ln w="12700">
            <a:solidFill>
              <a:srgbClr val="E7F4D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2"/>
          <p:cNvSpPr/>
          <p:nvPr/>
        </p:nvSpPr>
        <p:spPr>
          <a:xfrm>
            <a:off x="502920" y="320040"/>
            <a:ext cx="105609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From pooling to receptive field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3"/>
          <p:cNvSpPr/>
          <p:nvPr/>
        </p:nvSpPr>
        <p:spPr>
          <a:xfrm>
            <a:off x="502920" y="841320"/>
            <a:ext cx="10332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506070"/>
                </a:solidFill>
                <a:effectLst/>
                <a:uFillTx/>
                <a:latin typeface="Aptos"/>
              </a:rPr>
              <a:t>Later layers see regions that have already summarized earlier local regions.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4"/>
          <p:cNvSpPr/>
          <p:nvPr/>
        </p:nvSpPr>
        <p:spPr>
          <a:xfrm>
            <a:off x="502920" y="6364080"/>
            <a:ext cx="10240920" cy="383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5"/>
          <p:cNvSpPr/>
          <p:nvPr/>
        </p:nvSpPr>
        <p:spPr>
          <a:xfrm>
            <a:off x="594360" y="6455520"/>
            <a:ext cx="1005804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Receptive field is the central concept for understanding </a:t>
            </a:r>
            <a:r>
              <a:rPr lang="en-US" sz="1000" b="1" u="none" strike="noStrike" dirty="0">
                <a:solidFill>
                  <a:srgbClr val="111827"/>
                </a:solidFill>
                <a:effectLst/>
                <a:uFillTx/>
                <a:latin typeface="Aptos"/>
              </a:rPr>
              <a:t>temporal CNN context.</a:t>
            </a:r>
            <a:endParaRPr lang="it-IT" sz="10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6"/>
          <p:cNvSpPr/>
          <p:nvPr/>
        </p:nvSpPr>
        <p:spPr>
          <a:xfrm>
            <a:off x="1097280" y="2011680"/>
            <a:ext cx="1645560" cy="594000"/>
          </a:xfrm>
          <a:prstGeom prst="roundRect">
            <a:avLst>
              <a:gd name="adj" fmla="val 769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7"/>
          <p:cNvSpPr/>
          <p:nvPr/>
        </p:nvSpPr>
        <p:spPr>
          <a:xfrm>
            <a:off x="1124640" y="22082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3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8"/>
          <p:cNvSpPr/>
          <p:nvPr/>
        </p:nvSpPr>
        <p:spPr>
          <a:xfrm>
            <a:off x="2926080" y="2331720"/>
            <a:ext cx="82296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9"/>
          <p:cNvSpPr/>
          <p:nvPr/>
        </p:nvSpPr>
        <p:spPr>
          <a:xfrm>
            <a:off x="3931920" y="2011680"/>
            <a:ext cx="1554120" cy="594000"/>
          </a:xfrm>
          <a:prstGeom prst="roundRect">
            <a:avLst>
              <a:gd name="adj" fmla="val 7692"/>
            </a:avLst>
          </a:prstGeom>
          <a:solidFill>
            <a:srgbClr val="FFF4D7"/>
          </a:solidFill>
          <a:ln w="15240">
            <a:solidFill>
              <a:srgbClr val="F2A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0"/>
          <p:cNvSpPr/>
          <p:nvPr/>
        </p:nvSpPr>
        <p:spPr>
          <a:xfrm>
            <a:off x="3959280" y="2208240"/>
            <a:ext cx="1499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Pool ×2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1"/>
          <p:cNvSpPr/>
          <p:nvPr/>
        </p:nvSpPr>
        <p:spPr>
          <a:xfrm>
            <a:off x="5669280" y="2331720"/>
            <a:ext cx="822960" cy="360"/>
          </a:xfrm>
          <a:prstGeom prst="line">
            <a:avLst/>
          </a:prstGeom>
          <a:ln w="15240">
            <a:solidFill>
              <a:srgbClr val="6B72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2"/>
          <p:cNvSpPr/>
          <p:nvPr/>
        </p:nvSpPr>
        <p:spPr>
          <a:xfrm>
            <a:off x="6675120" y="2011680"/>
            <a:ext cx="1645560" cy="594000"/>
          </a:xfrm>
          <a:prstGeom prst="roundRect">
            <a:avLst>
              <a:gd name="adj" fmla="val 7692"/>
            </a:avLst>
          </a:prstGeom>
          <a:solidFill>
            <a:srgbClr val="E7F4D2"/>
          </a:solidFill>
          <a:ln w="15240">
            <a:solidFill>
              <a:srgbClr val="86BC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3"/>
          <p:cNvSpPr/>
          <p:nvPr/>
        </p:nvSpPr>
        <p:spPr>
          <a:xfrm>
            <a:off x="6702480" y="2208240"/>
            <a:ext cx="1590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Conv1D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K = 3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4"/>
          <p:cNvSpPr/>
          <p:nvPr/>
        </p:nvSpPr>
        <p:spPr>
          <a:xfrm>
            <a:off x="1097280" y="33375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The second convolution sees 3 positions in the pooled map, but each of those positions already summarizes multiple original samples.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5"/>
          <p:cNvSpPr/>
          <p:nvPr/>
        </p:nvSpPr>
        <p:spPr>
          <a:xfrm>
            <a:off x="2194560" y="4572000"/>
            <a:ext cx="5303160" cy="5940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6"/>
          <p:cNvSpPr/>
          <p:nvPr/>
        </p:nvSpPr>
        <p:spPr>
          <a:xfrm>
            <a:off x="2221920" y="4768560"/>
            <a:ext cx="52484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How much original input can influence one deeper activation?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17"/>
          <p:cNvSpPr/>
          <p:nvPr/>
        </p:nvSpPr>
        <p:spPr>
          <a:xfrm>
            <a:off x="7818120" y="4572000"/>
            <a:ext cx="2102760" cy="594000"/>
          </a:xfrm>
          <a:prstGeom prst="roundRect">
            <a:avLst>
              <a:gd name="adj" fmla="val 7692"/>
            </a:avLst>
          </a:prstGeom>
          <a:solidFill>
            <a:srgbClr val="EAF2FF"/>
          </a:solidFill>
          <a:ln w="15240">
            <a:solidFill>
              <a:srgbClr val="2F66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18"/>
          <p:cNvSpPr/>
          <p:nvPr/>
        </p:nvSpPr>
        <p:spPr>
          <a:xfrm>
            <a:off x="7845480" y="4768560"/>
            <a:ext cx="2048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receptive field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8AA36D-6F7B-B40D-3756-BF77445E9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5.E —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1222FC-4941-1251-F5B9-98C4D1F78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05277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F2F0B1-3506-3480-2892-8AD7B148C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receptive field?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94FC09-0715-C26E-2208-DCCA39897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For a convolutional network, the </a:t>
            </a:r>
            <a:r>
              <a:rPr lang="en-GB" b="1" dirty="0"/>
              <a:t>receptive field of one activation </a:t>
            </a:r>
            <a:r>
              <a:rPr lang="en-GB" dirty="0"/>
              <a:t>is: the region of the original input sequence that can influence that activation.</a:t>
            </a:r>
          </a:p>
          <a:p>
            <a:r>
              <a:rPr lang="en-GB" dirty="0"/>
              <a:t>Consider a Conv1D layer with:</a:t>
            </a:r>
          </a:p>
          <a:p>
            <a:r>
              <a:rPr lang="en-GB" dirty="0"/>
              <a:t>kernel size K = 3</a:t>
            </a:r>
          </a:p>
          <a:p>
            <a:r>
              <a:rPr lang="en-GB" dirty="0"/>
              <a:t>One output activation depends directly on three </a:t>
            </a:r>
            <a:r>
              <a:rPr lang="en-GB" dirty="0" err="1"/>
              <a:t>neighboring</a:t>
            </a:r>
            <a:r>
              <a:rPr lang="en-GB" dirty="0"/>
              <a:t> input time steps.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x[1] x[2] x[3] x[4] x[5]</a:t>
            </a:r>
          </a:p>
          <a:p>
            <a:pPr lvl="1"/>
            <a:r>
              <a:rPr lang="en-GB" dirty="0"/>
              <a:t>             ↓</a:t>
            </a:r>
          </a:p>
          <a:p>
            <a:pPr lvl="1"/>
            <a:r>
              <a:rPr lang="en-GB" dirty="0"/>
              <a:t>output at one position</a:t>
            </a:r>
          </a:p>
          <a:p>
            <a:r>
              <a:rPr lang="en-GB" dirty="0"/>
              <a:t>      depends on 3 inputs</a:t>
            </a:r>
          </a:p>
          <a:p>
            <a:r>
              <a:rPr lang="en-GB" b="1" dirty="0"/>
              <a:t>First-layer receptive field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676622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19F796-913F-C352-F1D6-2E7D00771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receptive field?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4A954-8F00-F93D-5738-742D3E2EC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a single convolutional layer with:</a:t>
            </a:r>
          </a:p>
          <a:p>
            <a:pPr lvl="0"/>
            <a:r>
              <a:rPr lang="en-GB" dirty="0"/>
              <a:t>stride 1; </a:t>
            </a:r>
          </a:p>
          <a:p>
            <a:pPr lvl="0"/>
            <a:r>
              <a:rPr lang="en-GB" dirty="0"/>
              <a:t>no dilation; </a:t>
            </a:r>
          </a:p>
          <a:p>
            <a:r>
              <a:rPr lang="en-GB" dirty="0"/>
              <a:t>the receptive field is simply: K (kernel size)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K = 5</a:t>
            </a:r>
          </a:p>
          <a:p>
            <a:r>
              <a:rPr lang="en-GB" dirty="0"/>
              <a:t>means each first-layer activation directly depends on five original time steps.</a:t>
            </a:r>
          </a:p>
          <a:p>
            <a:endParaRPr lang="en-GB" dirty="0"/>
          </a:p>
          <a:p>
            <a:r>
              <a:rPr lang="en-GB" b="1" dirty="0"/>
              <a:t>The receptive field tells us how much temporal context an output can actually use.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899481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5.E.1 — Receptive field: one activation sees a local region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</a:t>
            </a: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first-layer Conv1D activation </a:t>
            </a: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depends only on the frames covered by its kernel.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</a:rPr>
              <a:t>original input sequence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5087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5087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945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945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803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8803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661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5661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519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2519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x6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8745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937760" y="20025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x7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 flipV="1">
            <a:off x="2148840" y="2441448"/>
            <a:ext cx="1783080" cy="274320"/>
          </a:xfrm>
          <a:prstGeom prst="bracePair">
            <a:avLst/>
          </a:prstGeom>
          <a:noFill/>
          <a:ln w="1651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011680" y="27614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4B91F"/>
                </a:solidFill>
              </a:rPr>
              <a:t>kernel K =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63240" y="3154680"/>
            <a:ext cx="0" cy="73152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240280" y="3977640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286000" y="416417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one output activation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51560" y="4983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receptive field = 3 input time steps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623560" y="1828800"/>
            <a:ext cx="361188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669280" y="21762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Output can only use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what is inside the highlighted region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943600" y="3886200"/>
            <a:ext cx="292608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623560" y="4251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</a:rPr>
              <a:t>No information outside the receptive field can influence this activation.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Receptive field = region of the original input that can influence an output activation.</a:t>
            </a:r>
            <a:endParaRPr lang="en-US" sz="12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19B8AA-D522-8960-4D60-3A490B5C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grows with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8A7930C-8C77-5758-56AC-078273346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two Conv1D layers.</a:t>
            </a:r>
          </a:p>
          <a:p>
            <a:r>
              <a:rPr lang="en-GB" dirty="0"/>
              <a:t>Both have:</a:t>
            </a:r>
          </a:p>
          <a:p>
            <a:r>
              <a:rPr lang="en-GB" dirty="0"/>
              <a:t>kernel size = 3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stride = 1</a:t>
            </a:r>
          </a:p>
          <a:p>
            <a:r>
              <a:rPr lang="en-GB" b="1" dirty="0"/>
              <a:t>Layer 1</a:t>
            </a:r>
          </a:p>
          <a:p>
            <a:r>
              <a:rPr lang="en-GB" dirty="0"/>
              <a:t>One activation depends on: 3 original input samples</a:t>
            </a:r>
          </a:p>
          <a:p>
            <a:r>
              <a:rPr lang="en-GB" b="1" dirty="0"/>
              <a:t>Layer 2</a:t>
            </a:r>
          </a:p>
          <a:p>
            <a:r>
              <a:rPr lang="en-GB" dirty="0"/>
              <a:t>One activation depends on three activations from Layer 1.</a:t>
            </a:r>
          </a:p>
          <a:p>
            <a:r>
              <a:rPr lang="en-GB" dirty="0"/>
              <a:t>But each Layer-1 activation already depends on three original inputs.</a:t>
            </a:r>
          </a:p>
          <a:p>
            <a:r>
              <a:rPr lang="en-GB" b="1" dirty="0"/>
              <a:t>Therefore the Layer-2 activation depends on a larger region of the original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297465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DCED-5350-5372-C589-08D68C08A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914366-463D-6A23-33F9-30463B795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grows with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B96A8D-4013-16F6-5D24-E31E9D963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Input:</a:t>
            </a:r>
          </a:p>
          <a:p>
            <a:r>
              <a:rPr lang="en-GB" dirty="0"/>
              <a:t>x1 x2 x3 x4 x5</a:t>
            </a:r>
          </a:p>
          <a:p>
            <a:r>
              <a:rPr lang="en-GB" dirty="0"/>
              <a:t>Layer 1:</a:t>
            </a:r>
          </a:p>
          <a:p>
            <a:r>
              <a:rPr lang="en-GB" dirty="0"/>
              <a:t>   a1 a2 a3</a:t>
            </a:r>
            <a:br>
              <a:rPr lang="en-GB" dirty="0"/>
            </a:br>
            <a:endParaRPr lang="en-GB" dirty="0"/>
          </a:p>
          <a:p>
            <a:r>
              <a:rPr lang="en-GB" dirty="0"/>
              <a:t>Layer 2:</a:t>
            </a:r>
          </a:p>
          <a:p>
            <a:r>
              <a:rPr lang="en-GB" dirty="0"/>
              <a:t>      b1</a:t>
            </a:r>
          </a:p>
          <a:p>
            <a:r>
              <a:rPr lang="en-GB" dirty="0"/>
              <a:t>b1 can depend on:</a:t>
            </a:r>
          </a:p>
          <a:p>
            <a:r>
              <a:rPr lang="en-GB" dirty="0"/>
              <a:t>x1 ... x5</a:t>
            </a:r>
          </a:p>
          <a:p>
            <a:r>
              <a:rPr lang="en-GB" b="1" dirty="0"/>
              <a:t>Result</a:t>
            </a:r>
          </a:p>
          <a:p>
            <a:r>
              <a:rPr lang="en-GB" dirty="0"/>
              <a:t>For two layers with K = 3: receptive field = 5</a:t>
            </a:r>
          </a:p>
          <a:p>
            <a:endParaRPr lang="en-GB" b="1" dirty="0"/>
          </a:p>
          <a:p>
            <a:r>
              <a:rPr lang="en-GB" b="1" dirty="0"/>
              <a:t>Stacking local convolutions produces progressively larger temporal context.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441452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6123E1-BCAF-2CA7-F67A-D3E70008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three convolutional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4A0051-49F2-A0D0-151E-46DC24DE48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Suppose we stack three convolutional layers.</a:t>
            </a:r>
          </a:p>
          <a:p>
            <a:r>
              <a:rPr lang="en-GB" dirty="0"/>
              <a:t>Each uses:</a:t>
            </a:r>
          </a:p>
          <a:p>
            <a:pPr lvl="0"/>
            <a:r>
              <a:rPr lang="en-GB" dirty="0"/>
              <a:t>kernel size K = 3; </a:t>
            </a:r>
          </a:p>
          <a:p>
            <a:pPr lvl="0"/>
            <a:r>
              <a:rPr lang="en-GB" dirty="0"/>
              <a:t>stride 1; </a:t>
            </a:r>
          </a:p>
          <a:p>
            <a:pPr lvl="0"/>
            <a:r>
              <a:rPr lang="en-GB" dirty="0"/>
              <a:t>no dilation. </a:t>
            </a:r>
          </a:p>
          <a:p>
            <a:r>
              <a:rPr lang="en-GB" b="1" dirty="0"/>
              <a:t>Layer 1</a:t>
            </a:r>
          </a:p>
          <a:p>
            <a:r>
              <a:rPr lang="en-GB" dirty="0"/>
              <a:t>Receptive field (number of original frames): 3</a:t>
            </a:r>
          </a:p>
          <a:p>
            <a:r>
              <a:rPr lang="en-GB" b="1" dirty="0"/>
              <a:t>Layer 2</a:t>
            </a:r>
          </a:p>
          <a:p>
            <a:r>
              <a:rPr lang="en-GB" dirty="0"/>
              <a:t>Receptive field: 5</a:t>
            </a:r>
          </a:p>
          <a:p>
            <a:r>
              <a:rPr lang="en-GB" b="1" dirty="0"/>
              <a:t>Layer 3</a:t>
            </a:r>
          </a:p>
          <a:p>
            <a:r>
              <a:rPr lang="en-GB" dirty="0"/>
              <a:t>Receptive field: 7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5A14495-D945-DC2C-356F-AE259A7B63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663880" cy="4516436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General pattern for stride 1</a:t>
            </a:r>
          </a:p>
          <a:p>
            <a:r>
              <a:rPr lang="en-GB" dirty="0"/>
              <a:t>For n layers with the same kernel size K:</a:t>
            </a:r>
          </a:p>
          <a:p>
            <a:r>
              <a:rPr lang="en-GB" dirty="0"/>
              <a:t>receptive field of the n-</a:t>
            </a:r>
            <a:r>
              <a:rPr lang="en-GB" dirty="0" err="1"/>
              <a:t>th</a:t>
            </a:r>
            <a:r>
              <a:rPr lang="en-GB" dirty="0"/>
              <a:t> layer= 1 + n × (K − 1)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For: n = 4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K = 5</a:t>
            </a:r>
          </a:p>
          <a:p>
            <a:r>
              <a:rPr lang="en-GB" dirty="0"/>
              <a:t>we obtain:</a:t>
            </a:r>
          </a:p>
          <a:p>
            <a:r>
              <a:rPr lang="en-GB" dirty="0"/>
              <a:t>1 + 4 × 4 = 17</a:t>
            </a:r>
          </a:p>
          <a:p>
            <a:r>
              <a:rPr lang="en-GB" dirty="0"/>
              <a:t>original time steps.</a:t>
            </a:r>
          </a:p>
        </p:txBody>
      </p:sp>
    </p:spTree>
    <p:extLst>
      <p:ext uri="{BB962C8B-B14F-4D97-AF65-F5344CB8AC3E}">
        <p14:creationId xmlns:p14="http://schemas.microsoft.com/office/powerpoint/2010/main" val="158136718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5.E.2 — Receptive field grows with depth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Stacking local convolutions creates larger temporal context in deeper layers.</a:t>
            </a:r>
            <a:endParaRPr lang="en-US" sz="1350" b="1" dirty="0"/>
          </a:p>
        </p:txBody>
      </p:sp>
      <p:sp>
        <p:nvSpPr>
          <p:cNvPr id="6" name="Shape 4"/>
          <p:cNvSpPr/>
          <p:nvPr/>
        </p:nvSpPr>
        <p:spPr>
          <a:xfrm>
            <a:off x="91440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50876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50876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0312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10312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9748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9748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9184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29184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88620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88620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x6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480560" y="4846320"/>
            <a:ext cx="53035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480560" y="49743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1440" y="49834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Input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21615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26187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1051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85623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0487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245059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9923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04495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93592" y="3794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639312" y="390814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a5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" y="38862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Layer 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810512" y="274320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856232" y="285658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b1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04872" y="274320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450592" y="285658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b2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99232" y="274320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044952" y="285658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b3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1440" y="285292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Layer 2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404872" y="169164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2450592" y="1805026"/>
            <a:ext cx="365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</a:rPr>
              <a:t>c1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1440" y="180136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172A"/>
                </a:solidFill>
              </a:rPr>
              <a:t>Layer 3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143000" y="4846320"/>
            <a:ext cx="301752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73736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33172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33172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92608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352044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352044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11480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4709160" y="4846320"/>
            <a:ext cx="0" cy="0"/>
          </a:xfrm>
          <a:prstGeom prst="line">
            <a:avLst/>
          </a:prstGeom>
          <a:noFill/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444752" y="3794760"/>
            <a:ext cx="59436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03911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63347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63347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22783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822192" y="3794760"/>
            <a:ext cx="0" cy="0"/>
          </a:xfrm>
          <a:prstGeom prst="line">
            <a:avLst/>
          </a:prstGeom>
          <a:noFill/>
          <a:ln w="1270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2039112" y="2743200"/>
            <a:ext cx="594360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633472" y="2743200"/>
            <a:ext cx="0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3227832" y="2743200"/>
            <a:ext cx="0" cy="0"/>
          </a:xfrm>
          <a:prstGeom prst="line">
            <a:avLst/>
          </a:prstGeom>
          <a:noFill/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486400" y="1737360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5532120" y="2304288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K = 3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1 layer → RF = 3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2 layers → RF = 5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3 layers → RF = 7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5440680" y="4069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</a:rPr>
              <a:t>A deeper activation can depend on a wider region of the original input.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Depth increases receptive field</a:t>
            </a:r>
            <a:endParaRPr lang="en-US" sz="1200" b="1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78A866-B884-7B2E-9B34-F3F32C70C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is different from kernel size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C42C4F-5D55-D054-B355-37C33DF213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These two concepts should not be confused.</a:t>
            </a:r>
          </a:p>
          <a:p>
            <a:endParaRPr lang="en-GB" b="1" dirty="0"/>
          </a:p>
          <a:p>
            <a:r>
              <a:rPr lang="en-GB" b="1" dirty="0"/>
              <a:t>Kernel size</a:t>
            </a:r>
          </a:p>
          <a:p>
            <a:pPr lvl="1"/>
            <a:r>
              <a:rPr lang="en-GB" dirty="0"/>
              <a:t>Describes the local region seen by </a:t>
            </a:r>
            <a:r>
              <a:rPr lang="en-GB" b="1" dirty="0"/>
              <a:t>one convolutional layer</a:t>
            </a:r>
            <a:r>
              <a:rPr lang="en-GB" dirty="0"/>
              <a:t>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3</a:t>
            </a:r>
          </a:p>
          <a:p>
            <a:endParaRPr lang="en-GB" b="1" dirty="0"/>
          </a:p>
          <a:p>
            <a:r>
              <a:rPr lang="en-GB" b="1" dirty="0"/>
              <a:t>Receptive field</a:t>
            </a:r>
          </a:p>
          <a:p>
            <a:r>
              <a:rPr lang="en-GB" dirty="0"/>
              <a:t>Describes how much of the </a:t>
            </a:r>
            <a:r>
              <a:rPr lang="en-GB" b="1" dirty="0"/>
              <a:t>original input sequence</a:t>
            </a:r>
            <a:r>
              <a:rPr lang="en-GB" dirty="0"/>
              <a:t> can influence an activation after several layers.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8B5FD87-2E0F-7D43-0256-4A2AF6B7D0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70198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Example:</a:t>
            </a:r>
          </a:p>
          <a:p>
            <a:r>
              <a:rPr lang="en-GB" dirty="0"/>
              <a:t>Conv K=3</a:t>
            </a:r>
          </a:p>
          <a:p>
            <a:r>
              <a:rPr lang="en-GB" dirty="0"/>
              <a:t>↓</a:t>
            </a:r>
          </a:p>
          <a:p>
            <a:r>
              <a:rPr lang="en-GB" dirty="0"/>
              <a:t>Conv K=3</a:t>
            </a:r>
          </a:p>
          <a:p>
            <a:r>
              <a:rPr lang="en-GB" dirty="0"/>
              <a:t>↓</a:t>
            </a:r>
          </a:p>
          <a:p>
            <a:r>
              <a:rPr lang="en-GB" dirty="0"/>
              <a:t>Conv K=3</a:t>
            </a:r>
          </a:p>
          <a:p>
            <a:r>
              <a:rPr lang="en-GB" dirty="0"/>
              <a:t>Final kernel size is still: 3</a:t>
            </a:r>
          </a:p>
          <a:p>
            <a:r>
              <a:rPr lang="en-GB" dirty="0"/>
              <a:t>but the receptive field is: 7</a:t>
            </a:r>
          </a:p>
          <a:p>
            <a:endParaRPr lang="en-GB" dirty="0"/>
          </a:p>
          <a:p>
            <a:r>
              <a:rPr lang="en-GB" dirty="0"/>
              <a:t>Kernel size is a layer parameter; receptive field is a property of the complete computation leading to an output.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02457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5.E.3 — Kernel size is not the same as receptive field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Kernel size is a layer parameter; receptive field is a property of the path to an output.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1463040"/>
            <a:ext cx="2468880" cy="502920"/>
          </a:xfrm>
          <a:prstGeom prst="roundRect">
            <a:avLst>
              <a:gd name="adj" fmla="val 1090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60120" y="160568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Single layer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41732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41732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96596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96596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1460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51460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63240" y="2423160"/>
            <a:ext cx="484632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063240" y="2551176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143000" y="3337560"/>
            <a:ext cx="1828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188720" y="3494837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Conv K = 3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057400" y="2898648"/>
            <a:ext cx="0" cy="420624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051560" y="42519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kernel size = 3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receptive field = 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257800" y="146304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303520" y="1605686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Three stacked layers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83480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983480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58968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458968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34456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934456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9944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409944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85432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885432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360920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360920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836408" y="242316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836408" y="25511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x7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96256" y="3176626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092827" y="3267227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Conv K = 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75604" y="370332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126480" y="381670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Conv K = 3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949440" y="4251960"/>
            <a:ext cx="12801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995160" y="436534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Conv K = 3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852160" y="2880360"/>
            <a:ext cx="0" cy="256032"/>
          </a:xfrm>
          <a:prstGeom prst="line">
            <a:avLst/>
          </a:prstGeom>
          <a:noFill/>
          <a:ln w="1651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6720840" y="3566160"/>
            <a:ext cx="0" cy="118872"/>
          </a:xfrm>
          <a:prstGeom prst="line">
            <a:avLst/>
          </a:prstGeom>
          <a:noFill/>
          <a:ln w="16510">
            <a:solidFill>
              <a:srgbClr val="F7C94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7543800" y="4114800"/>
            <a:ext cx="0" cy="118872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57784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each kernel = 3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final receptive field = 7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Do not infer temporal context only from the final layer kernel size.</a:t>
            </a:r>
            <a:endParaRPr lang="en-US" sz="12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33593-92BE-90E9-993A-D56B6F605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must match the temporal dependency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9840FD-39A0-5034-C930-B380ACA30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a model receives sensor data at: 100 Hz</a:t>
            </a:r>
          </a:p>
          <a:p>
            <a:r>
              <a:rPr lang="en-GB" dirty="0"/>
              <a:t>and a relevant process dependency extends over: 5 seconds</a:t>
            </a:r>
          </a:p>
          <a:p>
            <a:r>
              <a:rPr lang="en-GB" dirty="0"/>
              <a:t>Then the architecture must potentially access: 5 × 100 = 500 samples</a:t>
            </a:r>
          </a:p>
          <a:p>
            <a:r>
              <a:rPr lang="en-GB" b="1" dirty="0"/>
              <a:t>If the receptive field is only: </a:t>
            </a:r>
            <a:r>
              <a:rPr lang="en-GB" dirty="0"/>
              <a:t>50 frames </a:t>
            </a:r>
          </a:p>
          <a:p>
            <a:r>
              <a:rPr lang="en-GB" dirty="0"/>
              <a:t>then the model sees only: 0.5 seconds of effective context.</a:t>
            </a:r>
          </a:p>
          <a:p>
            <a:r>
              <a:rPr lang="en-GB" dirty="0"/>
              <a:t>Even if the full input window contains 500 frames, the prediction cannot use the entire history if the architecture's receptive field covers only 50.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014372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EC24E-2D55-A976-2414-36476864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67428F-1BF0-40E2-F386-31CBB0BAF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must match the temporal dependency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2BC83A-D7AB-725F-83DC-27ECDBDDA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Important consequence</a:t>
            </a:r>
          </a:p>
          <a:p>
            <a:r>
              <a:rPr lang="en-GB" dirty="0"/>
              <a:t>Input-window length and receptive field are different.</a:t>
            </a:r>
          </a:p>
          <a:p>
            <a:r>
              <a:rPr lang="en-GB" dirty="0"/>
              <a:t>A model may receive L = 1000 time steps,</a:t>
            </a:r>
          </a:p>
          <a:p>
            <a:r>
              <a:rPr lang="en-GB" dirty="0"/>
              <a:t>but an output may depend on only 100 of them.</a:t>
            </a:r>
          </a:p>
          <a:p>
            <a:endParaRPr lang="en-GB" dirty="0"/>
          </a:p>
          <a:p>
            <a:r>
              <a:rPr lang="en-GB" b="1" dirty="0"/>
              <a:t>A long input window is useful only if the architecture provides a path from that history to the prediction.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24645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D9C492-636A-5E76-ABBE-6D9393F9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interpretation of the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B4AF48-A276-926E-E683-5527C4B756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523441" cy="4487861"/>
          </a:xfrm>
        </p:spPr>
        <p:txBody>
          <a:bodyPr>
            <a:normAutofit/>
          </a:bodyPr>
          <a:lstStyle/>
          <a:p>
            <a:r>
              <a:rPr lang="en-GB" sz="1900" b="1" dirty="0"/>
              <a:t>A receptive field should always be translated into physical time.</a:t>
            </a:r>
            <a:endParaRPr lang="en-GB" b="1" dirty="0"/>
          </a:p>
          <a:p>
            <a:r>
              <a:rPr lang="en-GB" dirty="0"/>
              <a:t>Suppose: Fs = 50 Hz</a:t>
            </a:r>
          </a:p>
          <a:p>
            <a:r>
              <a:rPr lang="en-GB" dirty="0"/>
              <a:t>and the receptive field is: R = 200 samples</a:t>
            </a:r>
          </a:p>
          <a:p>
            <a:r>
              <a:rPr lang="en-GB" dirty="0"/>
              <a:t>Then the temporal duration represented is: 200 / 50 = 4 seconds</a:t>
            </a:r>
          </a:p>
          <a:p>
            <a:r>
              <a:rPr lang="en-GB" b="1" dirty="0"/>
              <a:t>Another example</a:t>
            </a:r>
          </a:p>
          <a:p>
            <a:r>
              <a:rPr lang="en-GB" dirty="0"/>
              <a:t>Hourly demand data:</a:t>
            </a:r>
          </a:p>
          <a:p>
            <a:r>
              <a:rPr lang="en-GB" dirty="0"/>
              <a:t>one sample = 1 hour</a:t>
            </a:r>
          </a:p>
          <a:p>
            <a:r>
              <a:rPr lang="en-GB" dirty="0"/>
              <a:t>A receptive field of: 168 frames</a:t>
            </a:r>
          </a:p>
          <a:p>
            <a:r>
              <a:rPr lang="en-GB" dirty="0"/>
              <a:t>corresponds to: 168 hours = 7 days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B0DB639-A479-D2FE-1EBF-A58218F170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3469" y="2197102"/>
            <a:ext cx="5416105" cy="4317998"/>
          </a:xfrm>
        </p:spPr>
        <p:txBody>
          <a:bodyPr>
            <a:normAutofit/>
          </a:bodyPr>
          <a:lstStyle/>
          <a:p>
            <a:r>
              <a:rPr lang="en-GB" b="1" dirty="0"/>
              <a:t>Why this matters</a:t>
            </a:r>
          </a:p>
          <a:p>
            <a:r>
              <a:rPr lang="en-GB" dirty="0"/>
              <a:t>The same numerical receptive field has very different physical meaning depending on sampling.</a:t>
            </a:r>
          </a:p>
          <a:p>
            <a:r>
              <a:rPr lang="en-GB" dirty="0"/>
              <a:t>R = 100 could mean:</a:t>
            </a:r>
          </a:p>
          <a:p>
            <a:pPr lvl="1"/>
            <a:r>
              <a:rPr lang="en-GB" dirty="0"/>
              <a:t>1 second at 100 Hz; </a:t>
            </a:r>
          </a:p>
          <a:p>
            <a:pPr lvl="1"/>
            <a:r>
              <a:rPr lang="en-GB" dirty="0"/>
              <a:t>100 seconds at 1 Hz; </a:t>
            </a:r>
          </a:p>
          <a:p>
            <a:pPr lvl="1"/>
            <a:r>
              <a:rPr lang="en-GB" dirty="0"/>
              <a:t>100 hours for hourly data. </a:t>
            </a:r>
          </a:p>
          <a:p>
            <a:endParaRPr lang="en-GB" b="1" dirty="0"/>
          </a:p>
          <a:p>
            <a:r>
              <a:rPr lang="en-GB" b="1" dirty="0"/>
              <a:t>Engineering question</a:t>
            </a:r>
          </a:p>
          <a:p>
            <a:r>
              <a:rPr lang="en-GB" dirty="0"/>
              <a:t>Does the receptive field cover the physical time scale over which relevant effects occur?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279198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5.E.4 — Receptive field has physical duration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Translate samples into seconds, minutes, hours, or cycles.</a:t>
            </a:r>
            <a:endParaRPr lang="en-US" sz="1350" b="1" dirty="0">
              <a:highlight>
                <a:srgbClr val="FFFF00"/>
              </a:highlight>
            </a:endParaRPr>
          </a:p>
        </p:txBody>
      </p:sp>
      <p:sp>
        <p:nvSpPr>
          <p:cNvPr id="6" name="Shape 4"/>
          <p:cNvSpPr/>
          <p:nvPr/>
        </p:nvSpPr>
        <p:spPr>
          <a:xfrm>
            <a:off x="960120" y="1508760"/>
            <a:ext cx="24688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05840" y="1812341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Sampling frequency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Fs = 50 Hz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160520" y="150876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206240" y="1812341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Receptive field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R = 200 frames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566160" y="2011680"/>
            <a:ext cx="502920" cy="0"/>
          </a:xfrm>
          <a:prstGeom prst="line">
            <a:avLst/>
          </a:prstGeom>
          <a:noFill/>
          <a:ln w="2540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086600" y="2011680"/>
            <a:ext cx="502920" cy="0"/>
          </a:xfrm>
          <a:prstGeom prst="line">
            <a:avLst/>
          </a:prstGeom>
          <a:noFill/>
          <a:ln w="2540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680960" y="1325880"/>
            <a:ext cx="2468880" cy="1371600"/>
          </a:xfrm>
          <a:prstGeom prst="roundRect">
            <a:avLst>
              <a:gd name="adj" fmla="val 4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726680" y="1746504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Duration = R / Fs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= 200 / 50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= 4 seconds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97280" y="4206240"/>
            <a:ext cx="8321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097280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130552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163824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197096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230368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63640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296912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8330184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363456" y="4069080"/>
            <a:ext cx="0" cy="27432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1143000" y="4434840"/>
            <a:ext cx="8229600" cy="320040"/>
          </a:xfrm>
          <a:prstGeom prst="bracePair">
            <a:avLst/>
          </a:prstGeom>
          <a:noFill/>
          <a:ln w="1905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108960" y="48920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172A"/>
                </a:solidFill>
              </a:rPr>
              <a:t>200 samples = 4 seconds at 50 Hz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The same R has different meaning for high-frequency sensors and hourly demand data.</a:t>
            </a:r>
            <a:endParaRPr lang="en-US" sz="12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659376-B3E9-9BEC-D86F-BFFABBF53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changes receptive-field growth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1B9BE6-8E5A-F39F-8A90-3217DDCDC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When stride is greater than 1, deeper-layer positions correspond to larger jumps in the original input.</a:t>
            </a:r>
          </a:p>
          <a:p>
            <a:r>
              <a:rPr lang="en-GB" dirty="0"/>
              <a:t>Consider:</a:t>
            </a:r>
          </a:p>
          <a:p>
            <a:r>
              <a:rPr lang="en-GB" dirty="0"/>
              <a:t>Conv1: kernel 3, stride 2</a:t>
            </a:r>
          </a:p>
          <a:p>
            <a:r>
              <a:rPr lang="en-GB" dirty="0"/>
              <a:t>Conv2: kernel 3, stride 1</a:t>
            </a:r>
          </a:p>
          <a:p>
            <a:r>
              <a:rPr lang="en-GB" dirty="0"/>
              <a:t>The second-layer convolution processes activations that are already spaced farther apart in the original sequence.</a:t>
            </a:r>
          </a:p>
          <a:p>
            <a:r>
              <a:rPr lang="en-GB" b="1" dirty="0"/>
              <a:t>Consequence</a:t>
            </a:r>
          </a:p>
          <a:p>
            <a:r>
              <a:rPr lang="en-GB" dirty="0"/>
              <a:t>The receptive field grows faster than with stride 1 everywhere.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6782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A226-FAA1-1C47-0305-27E16BBC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87A3B7-5951-B934-AF8A-F9AAA4FDB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Stride changes receptive-field growth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C3E16D-7565-0221-F1BE-63726BD35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Intuitive interpretation</a:t>
            </a:r>
          </a:p>
          <a:p>
            <a:r>
              <a:rPr lang="en-GB" dirty="0" err="1"/>
              <a:t>Downsampling</a:t>
            </a:r>
            <a:r>
              <a:rPr lang="en-GB" dirty="0"/>
              <a:t> causes later layers to operate on a coarser temporal grid.</a:t>
            </a:r>
          </a:p>
          <a:p>
            <a:r>
              <a:rPr lang="en-GB" dirty="0"/>
              <a:t>A small kernel in a deeper layer may therefore span a relatively large interval of the original signal.</a:t>
            </a:r>
          </a:p>
          <a:p>
            <a:r>
              <a:rPr lang="en-GB" b="1" dirty="0"/>
              <a:t>Important point</a:t>
            </a:r>
          </a:p>
          <a:p>
            <a:r>
              <a:rPr lang="en-GB" dirty="0"/>
              <a:t>Stride affects both:</a:t>
            </a:r>
          </a:p>
          <a:p>
            <a:pPr lvl="1"/>
            <a:r>
              <a:rPr lang="en-GB" dirty="0"/>
              <a:t>temporal resolution; </a:t>
            </a:r>
          </a:p>
          <a:p>
            <a:pPr lvl="1"/>
            <a:r>
              <a:rPr lang="en-GB" dirty="0"/>
              <a:t>receptive-field growth. </a:t>
            </a:r>
          </a:p>
          <a:p>
            <a:r>
              <a:rPr lang="en-GB" dirty="0"/>
              <a:t>This is one reason convolutional architectures can build long temporal context efficiently.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246622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5.E.5 — Long input window ≠ long usable context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local output can only use the part of the input inside its receptive field.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68680" y="3063240"/>
            <a:ext cx="8183880" cy="0"/>
          </a:xfrm>
          <a:prstGeom prst="line">
            <a:avLst/>
          </a:prstGeom>
          <a:noFill/>
          <a:ln w="508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92608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input window: L = 1000 frames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2834640"/>
            <a:ext cx="818388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617720" y="2779776"/>
            <a:ext cx="1005840" cy="566928"/>
          </a:xfrm>
          <a:prstGeom prst="rect">
            <a:avLst/>
          </a:prstGeom>
          <a:solidFill>
            <a:srgbClr val="E7F5C7"/>
          </a:solidFill>
          <a:ln w="1905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5120640" y="3474720"/>
            <a:ext cx="0" cy="777240"/>
          </a:xfrm>
          <a:prstGeom prst="line">
            <a:avLst/>
          </a:prstGeom>
          <a:noFill/>
          <a:ln w="2540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389120" y="4389120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434840" y="4531766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local output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908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4B91F"/>
                </a:solidFill>
              </a:rPr>
              <a:t>RF = 121 samples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72200" y="4069080"/>
            <a:ext cx="3337560" cy="1143000"/>
          </a:xfrm>
          <a:prstGeom prst="roundRect">
            <a:avLst>
              <a:gd name="adj" fmla="val 4800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217920" y="4416552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Input may contain long history,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but local outputs are constrained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by architectural receptive field.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Check receptive field before training when long dependencies are expected.</a:t>
            </a:r>
            <a:endParaRPr lang="en-US" sz="1200" b="1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39D28A-5A9E-5FD1-8296-22CE32292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Pooling also increases effective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C0D24F-4B53-F48E-C2E1-C5E73B8141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828116" cy="40878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Consider:</a:t>
            </a:r>
          </a:p>
          <a:p>
            <a:r>
              <a:rPr lang="en-GB" dirty="0"/>
              <a:t>Conv1D</a:t>
            </a:r>
          </a:p>
          <a:p>
            <a:r>
              <a:rPr lang="en-GB" dirty="0"/>
              <a:t>↓</a:t>
            </a:r>
          </a:p>
          <a:p>
            <a:r>
              <a:rPr lang="en-GB" dirty="0" err="1"/>
              <a:t>MaxPool</a:t>
            </a:r>
            <a:r>
              <a:rPr lang="en-GB" dirty="0"/>
              <a:t> by 2</a:t>
            </a:r>
          </a:p>
          <a:p>
            <a:r>
              <a:rPr lang="en-GB" dirty="0"/>
              <a:t>↓</a:t>
            </a:r>
          </a:p>
          <a:p>
            <a:r>
              <a:rPr lang="en-GB" dirty="0"/>
              <a:t>Conv1D</a:t>
            </a:r>
          </a:p>
          <a:p>
            <a:r>
              <a:rPr lang="en-GB" dirty="0"/>
              <a:t>The pooling layer reduces the temporal grid.</a:t>
            </a:r>
          </a:p>
          <a:p>
            <a:r>
              <a:rPr lang="en-GB" dirty="0"/>
              <a:t>After pooling, one activation summarizes a larger interval of the original input.</a:t>
            </a:r>
          </a:p>
          <a:p>
            <a:r>
              <a:rPr lang="en-GB" dirty="0"/>
              <a:t>Therefore a later convolution covers more original time steps.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DB23ED-2639-ADBB-5F4F-967D9BF0D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61495" y="2065339"/>
            <a:ext cx="5959030" cy="43545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 intuition</a:t>
            </a:r>
          </a:p>
          <a:p>
            <a:r>
              <a:rPr lang="en-GB" dirty="0"/>
              <a:t>Before pooling:</a:t>
            </a:r>
          </a:p>
          <a:p>
            <a:pPr lvl="1"/>
            <a:r>
              <a:rPr lang="en-GB" dirty="0"/>
              <a:t>one position ≈ one original temporal step</a:t>
            </a:r>
          </a:p>
          <a:p>
            <a:r>
              <a:rPr lang="en-GB" dirty="0"/>
              <a:t>After pooling by 2:</a:t>
            </a:r>
          </a:p>
          <a:p>
            <a:pPr lvl="1"/>
            <a:r>
              <a:rPr lang="en-GB" dirty="0"/>
              <a:t>one position ≈ two original temporal steps</a:t>
            </a:r>
          </a:p>
          <a:p>
            <a:r>
              <a:rPr lang="en-GB" dirty="0"/>
              <a:t>A kernel of size 3 after pooling therefore spans approximately six original steps, plus the context introduced by previous convolution.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Pooling and stride not only reduce computation but also alter the temporal scale of later feature extraction.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57863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E81EB8-08FA-F978-A41D-7ACAC036B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Several ways to increase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3F9864-D809-3A5D-BC90-E0B26B115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61466" cy="4306886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Larger kernels</a:t>
            </a:r>
          </a:p>
          <a:p>
            <a:r>
              <a:rPr lang="en-GB" dirty="0"/>
              <a:t>Example: K = 15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large context immediately. </a:t>
            </a:r>
          </a:p>
          <a:p>
            <a:r>
              <a:rPr lang="en-GB" dirty="0"/>
              <a:t>Cost:</a:t>
            </a:r>
          </a:p>
          <a:p>
            <a:pPr lvl="1"/>
            <a:r>
              <a:rPr lang="en-GB" dirty="0"/>
              <a:t>more parameters. </a:t>
            </a:r>
          </a:p>
          <a:p>
            <a:endParaRPr lang="en-GB" b="1" dirty="0"/>
          </a:p>
          <a:p>
            <a:r>
              <a:rPr lang="en-GB" b="1" dirty="0"/>
              <a:t>Greater depth</a:t>
            </a:r>
          </a:p>
          <a:p>
            <a:r>
              <a:rPr lang="en-GB" dirty="0"/>
              <a:t>Stack several small kernels.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K=3 → K=3 → K=3 → K=3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hierarchical nonlinear representation.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7A091A-0AE1-9DB2-7A75-2AE6B13BB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1894" y="2160589"/>
            <a:ext cx="6606731" cy="4459286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 err="1"/>
              <a:t>Downsampling</a:t>
            </a:r>
            <a:endParaRPr lang="en-GB" b="1" dirty="0"/>
          </a:p>
          <a:p>
            <a:r>
              <a:rPr lang="en-GB" dirty="0"/>
              <a:t>Use:</a:t>
            </a:r>
          </a:p>
          <a:p>
            <a:pPr lvl="1"/>
            <a:r>
              <a:rPr lang="en-GB" dirty="0"/>
              <a:t>stride; </a:t>
            </a:r>
          </a:p>
          <a:p>
            <a:pPr lvl="1"/>
            <a:r>
              <a:rPr lang="en-GB" dirty="0"/>
              <a:t>pooling. 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rapid growth of effective temporal scale. </a:t>
            </a:r>
          </a:p>
          <a:p>
            <a:r>
              <a:rPr lang="en-GB" dirty="0"/>
              <a:t>Cost:</a:t>
            </a:r>
          </a:p>
          <a:p>
            <a:pPr lvl="1"/>
            <a:r>
              <a:rPr lang="en-GB" dirty="0"/>
              <a:t>reduced temporal resolution. </a:t>
            </a:r>
          </a:p>
          <a:p>
            <a:endParaRPr lang="en-GB" b="1" dirty="0"/>
          </a:p>
          <a:p>
            <a:r>
              <a:rPr lang="en-GB" b="1" dirty="0"/>
              <a:t>Dilation</a:t>
            </a:r>
          </a:p>
          <a:p>
            <a:r>
              <a:rPr lang="en-GB" dirty="0"/>
              <a:t>Introduce gaps between kernel positions.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large receptive field without aggressive </a:t>
            </a:r>
            <a:r>
              <a:rPr lang="en-GB" dirty="0" err="1"/>
              <a:t>downsampling</a:t>
            </a:r>
            <a:r>
              <a:rPr lang="en-GB" dirty="0"/>
              <a:t>. </a:t>
            </a:r>
          </a:p>
          <a:p>
            <a:r>
              <a:rPr lang="en-GB" dirty="0"/>
              <a:t>This will be introduced in Block 5.G.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432091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5.E.6 — Four ways to increase receptive field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option </a:t>
            </a: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increases temporal context with different costs.</a:t>
            </a:r>
            <a:endParaRPr lang="en-US" sz="1350" b="1" dirty="0"/>
          </a:p>
        </p:txBody>
      </p:sp>
      <p:sp>
        <p:nvSpPr>
          <p:cNvPr id="6" name="Shape 4"/>
          <p:cNvSpPr/>
          <p:nvPr/>
        </p:nvSpPr>
        <p:spPr>
          <a:xfrm>
            <a:off x="77724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82296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Larger kernels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2296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K = 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large context immediately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more parameters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38328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Greater depth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3756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38328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K=3 → K=3 → K=3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hierarchical features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38328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more layers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9788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94360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Downsampling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9788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94360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stride / pooling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fast context growth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4360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lower resolution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58200" y="1371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503920" y="149961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Dilation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458200" y="2103120"/>
            <a:ext cx="21488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503920" y="224576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skip input positions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0392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large RF, small kernels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503920" y="320040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DC2626"/>
                </a:solidFill>
              </a:rPr>
              <a:t>sparser sampling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0584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00584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9844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29844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59105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59105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88366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88366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7627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217627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56616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356616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85876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385876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15137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44398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44398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3659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473659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2648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612648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41908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41908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71169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71169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00430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700430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29691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729691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686800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8686800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979408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8979408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72016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9272016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564624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9564624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9857232" y="4343400"/>
            <a:ext cx="228600" cy="457200"/>
          </a:xfrm>
          <a:prstGeom prst="roundRect">
            <a:avLst>
              <a:gd name="adj" fmla="val 16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9857232" y="447141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Large context can be obtained through architecture, not only by increasing input-window length.</a:t>
            </a:r>
            <a:endParaRPr lang="en-US" sz="12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13D559-E9B3-B0F1-4381-BA9FDDECF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and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802759-DF73-C1EF-2431-2B8F1B76F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For sequence classification, the final prediction may need information from the complete window.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500-step vibration window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Conv layers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global pooling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fault class</a:t>
            </a:r>
          </a:p>
          <a:p>
            <a:r>
              <a:rPr lang="en-GB" dirty="0"/>
              <a:t>Global pooling aggregates across all temporal positions.</a:t>
            </a:r>
          </a:p>
          <a:p>
            <a:r>
              <a:rPr lang="en-GB" dirty="0"/>
              <a:t>However, each local feature reaching that pooling layer still has its own receptive field.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31682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A9C8-12D0-9A23-671D-60526C6FE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7274AF-2132-C065-2B41-1AB074F6E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and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91B38E-6718-F987-DB34-083E9F105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If the discriminative pattern is local</a:t>
            </a:r>
          </a:p>
          <a:p>
            <a:pPr lvl="1"/>
            <a:r>
              <a:rPr lang="en-GB" dirty="0"/>
              <a:t>A moderate receptive field may be sufficient.</a:t>
            </a:r>
          </a:p>
          <a:p>
            <a:r>
              <a:rPr lang="en-GB" b="1" dirty="0"/>
              <a:t>If classification depends on a long temporal relation</a:t>
            </a:r>
          </a:p>
          <a:p>
            <a:pPr lvl="1"/>
            <a:r>
              <a:rPr lang="en-GB" dirty="0"/>
              <a:t>Example:</a:t>
            </a:r>
          </a:p>
          <a:p>
            <a:pPr lvl="2"/>
            <a:r>
              <a:rPr lang="en-GB" dirty="0"/>
              <a:t>a first event followed several seconds later by another event</a:t>
            </a:r>
          </a:p>
          <a:p>
            <a:pPr lvl="1"/>
            <a:r>
              <a:rPr lang="en-GB" dirty="0"/>
              <a:t>then the network must have a receptive field large enough to combine both events before final aggregation.</a:t>
            </a:r>
          </a:p>
          <a:p>
            <a:endParaRPr lang="en-GB" b="1" dirty="0"/>
          </a:p>
          <a:p>
            <a:r>
              <a:rPr lang="en-GB" b="1" dirty="0"/>
              <a:t>Key point</a:t>
            </a:r>
          </a:p>
          <a:p>
            <a:r>
              <a:rPr lang="en-GB" dirty="0"/>
              <a:t>Global pooling does not automatically create arbitrary temporal interactions.</a:t>
            </a:r>
          </a:p>
          <a:p>
            <a:r>
              <a:rPr lang="en-GB" dirty="0"/>
              <a:t>The preceding convolutional representation still matters.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610714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147FD4-B52F-859B-8350-171F9C7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and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62B126-2B61-86FA-AB29-A93CCE3FE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sequence labelling, each output: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should depend on an appropriate temporal </a:t>
            </a:r>
            <a:r>
              <a:rPr lang="en-GB" dirty="0" err="1"/>
              <a:t>neighborhood</a:t>
            </a:r>
            <a:r>
              <a:rPr lang="en-GB" dirty="0"/>
              <a:t>.</a:t>
            </a:r>
          </a:p>
          <a:p>
            <a:endParaRPr lang="en-GB" b="1" dirty="0"/>
          </a:p>
          <a:p>
            <a:r>
              <a:rPr lang="en-GB" b="1" dirty="0"/>
              <a:t>Small receptive field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precise local decisions; </a:t>
            </a:r>
          </a:p>
          <a:p>
            <a:pPr lvl="1"/>
            <a:r>
              <a:rPr lang="en-GB" dirty="0"/>
              <a:t>low latency.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may miss broader context.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493314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1CC1F-E7E0-498A-9822-D408AEE8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101C8C-C835-0B13-19F8-73BF27156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and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EA17F-CE43-26B0-2A7C-8CFD960D7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Large receptive field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incorporates long temporal context. </a:t>
            </a:r>
          </a:p>
          <a:p>
            <a:r>
              <a:rPr lang="en-GB" dirty="0"/>
              <a:t>Potential limitation:</a:t>
            </a:r>
          </a:p>
          <a:p>
            <a:pPr lvl="1"/>
            <a:r>
              <a:rPr lang="en-GB" dirty="0"/>
              <a:t>may blur local temporal distinctions; </a:t>
            </a:r>
          </a:p>
          <a:p>
            <a:pPr lvl="1"/>
            <a:r>
              <a:rPr lang="en-GB" dirty="0"/>
              <a:t>increases computation. 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For activity recognition:</a:t>
            </a:r>
          </a:p>
          <a:p>
            <a:r>
              <a:rPr lang="en-GB" dirty="0"/>
              <a:t>A single accelerometer spike may be ambiguous.</a:t>
            </a:r>
          </a:p>
          <a:p>
            <a:r>
              <a:rPr lang="en-GB" dirty="0"/>
              <a:t>Several seconds of motion context may be needed to distinguish:</a:t>
            </a:r>
          </a:p>
          <a:p>
            <a:pPr lvl="1"/>
            <a:r>
              <a:rPr lang="en-GB" dirty="0"/>
              <a:t>walking; </a:t>
            </a:r>
          </a:p>
          <a:p>
            <a:pPr lvl="1"/>
            <a:r>
              <a:rPr lang="en-GB" dirty="0"/>
              <a:t>running; </a:t>
            </a:r>
          </a:p>
          <a:p>
            <a:pPr lvl="1"/>
            <a:r>
              <a:rPr lang="en-GB" dirty="0"/>
              <a:t>climbing stairs.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A2AD61-D985-557A-B647-AC67FC5467F7}"/>
              </a:ext>
            </a:extLst>
          </p:cNvPr>
          <p:cNvSpPr txBox="1"/>
          <p:nvPr/>
        </p:nvSpPr>
        <p:spPr>
          <a:xfrm>
            <a:off x="5338763" y="5948385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For per-time-step prediction, receptive field defines how much context supports each temporal decision.</a:t>
            </a:r>
          </a:p>
        </p:txBody>
      </p:sp>
    </p:spTree>
    <p:extLst>
      <p:ext uri="{BB962C8B-B14F-4D97-AF65-F5344CB8AC3E}">
        <p14:creationId xmlns:p14="http://schemas.microsoft.com/office/powerpoint/2010/main" val="40861757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3C41AB-2206-0C98-D161-EDC86C942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Receptive field is an architectural constraint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AFDC18-4966-C77F-2E3E-B84B1CD7B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input window length = 1000; </a:t>
            </a:r>
          </a:p>
          <a:p>
            <a:pPr lvl="1"/>
            <a:r>
              <a:rPr lang="en-GB" dirty="0"/>
              <a:t>receptive field = 121. </a:t>
            </a:r>
          </a:p>
          <a:p>
            <a:r>
              <a:rPr lang="en-GB" dirty="0"/>
              <a:t>Then the network receives 1000 input steps, but one local output can be influenced by at most 121 of them.</a:t>
            </a:r>
          </a:p>
          <a:p>
            <a:r>
              <a:rPr lang="en-GB" b="1" dirty="0"/>
              <a:t>If the relevant dependency is longer than 121</a:t>
            </a:r>
          </a:p>
          <a:p>
            <a:pPr lvl="1"/>
            <a:r>
              <a:rPr lang="en-GB" dirty="0"/>
              <a:t>No amount of additional training can make that local output directly use the missing information.</a:t>
            </a:r>
          </a:p>
          <a:p>
            <a:pPr lvl="1"/>
            <a:r>
              <a:rPr lang="en-GB" dirty="0"/>
              <a:t>The architecture itself prevents the interaction.</a:t>
            </a:r>
          </a:p>
          <a:p>
            <a:endParaRPr lang="en-GB" b="1" dirty="0"/>
          </a:p>
          <a:p>
            <a:r>
              <a:rPr lang="en-GB" b="1" dirty="0"/>
              <a:t>Therefore receptive field should be checked before training</a:t>
            </a:r>
          </a:p>
          <a:p>
            <a:r>
              <a:rPr lang="en-GB" dirty="0"/>
              <a:t>Ask:</a:t>
            </a:r>
          </a:p>
          <a:p>
            <a:pPr lvl="1"/>
            <a:r>
              <a:rPr lang="en-GB" dirty="0"/>
              <a:t>What is the expected temporal dependency? </a:t>
            </a:r>
          </a:p>
          <a:p>
            <a:pPr lvl="1"/>
            <a:r>
              <a:rPr lang="en-GB" dirty="0"/>
              <a:t>How many samples (frames) correspond to that duration? </a:t>
            </a:r>
          </a:p>
          <a:p>
            <a:pPr lvl="1"/>
            <a:r>
              <a:rPr lang="en-GB" dirty="0"/>
              <a:t>Does the architecture's receptive field cover it? </a:t>
            </a:r>
          </a:p>
          <a:p>
            <a:pPr lvl="1"/>
            <a:r>
              <a:rPr lang="en-GB" dirty="0"/>
              <a:t>Is temporal resolution still sufficient?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28764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D25571-4CBB-B760-CDF0-C119934E0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Transition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652E91-475F-654D-D4CA-CAA42D1DD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large receptive field alone is not enough for forecasting.</a:t>
            </a:r>
          </a:p>
          <a:p>
            <a:r>
              <a:rPr lang="en-GB" dirty="0"/>
              <a:t>We must also control </a:t>
            </a:r>
            <a:r>
              <a:rPr lang="en-GB" b="1" dirty="0"/>
              <a:t>which side of time</a:t>
            </a:r>
            <a:r>
              <a:rPr lang="en-GB" dirty="0"/>
              <a:t> the receptive field can access.</a:t>
            </a:r>
          </a:p>
          <a:p>
            <a:r>
              <a:rPr lang="en-GB" dirty="0"/>
              <a:t>This leads to causal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26408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B7845B-EE46-E55B-08B1-C86D5CDD2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5.F — Causal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4DB1DE-E476-4487-CC09-2907E844E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44115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3917F9-036E-F753-2D9C-DD4FD2185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temporal convolution can accidentally use the future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A40C0F-56B0-3793-71C8-50DEB6097F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086881" cy="3880772"/>
          </a:xfrm>
        </p:spPr>
        <p:txBody>
          <a:bodyPr>
            <a:normAutofit/>
          </a:bodyPr>
          <a:lstStyle/>
          <a:p>
            <a:r>
              <a:rPr lang="en-GB" dirty="0"/>
              <a:t>Consider a sequence:</a:t>
            </a:r>
          </a:p>
          <a:p>
            <a:r>
              <a:rPr lang="en-GB" dirty="0"/>
              <a:t>... x[t−2], x[t−1], x[t], x[t+1], x[t+2] ...</a:t>
            </a:r>
          </a:p>
          <a:p>
            <a:r>
              <a:rPr lang="en-GB" dirty="0"/>
              <a:t>Suppose we want an output associated with time: t</a:t>
            </a:r>
          </a:p>
          <a:p>
            <a:r>
              <a:rPr lang="en-GB" b="1" dirty="0"/>
              <a:t>A </a:t>
            </a:r>
            <a:r>
              <a:rPr lang="en-GB" b="1" dirty="0" err="1"/>
              <a:t>centered</a:t>
            </a:r>
            <a:r>
              <a:rPr lang="en-GB" b="1" dirty="0"/>
              <a:t> convolution </a:t>
            </a:r>
            <a:r>
              <a:rPr lang="en-GB" dirty="0"/>
              <a:t>with kernel size 3 might use:</a:t>
            </a:r>
          </a:p>
          <a:p>
            <a:r>
              <a:rPr lang="en-GB" dirty="0"/>
              <a:t>x[t−1], x[t], x[t+1]</a:t>
            </a:r>
          </a:p>
          <a:p>
            <a:r>
              <a:rPr lang="en-GB" dirty="0"/>
              <a:t>This is perfectly reasonable for </a:t>
            </a:r>
            <a:r>
              <a:rPr lang="en-GB" b="1" dirty="0"/>
              <a:t>some offline tasks</a:t>
            </a:r>
            <a:r>
              <a:rPr lang="en-GB" dirty="0"/>
              <a:t>.</a:t>
            </a:r>
          </a:p>
          <a:p>
            <a:r>
              <a:rPr lang="en-GB" dirty="0"/>
              <a:t>But it uses:</a:t>
            </a:r>
          </a:p>
          <a:p>
            <a:r>
              <a:rPr lang="en-GB" dirty="0"/>
              <a:t>x[t+1]</a:t>
            </a:r>
          </a:p>
          <a:p>
            <a:r>
              <a:rPr lang="en-GB" dirty="0"/>
              <a:t>which is a future observation relative to time 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B5C80C6-2B66-4A24-A8A0-0FED7A2309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3" y="2160589"/>
            <a:ext cx="4184034" cy="3880773"/>
          </a:xfrm>
        </p:spPr>
        <p:txBody>
          <a:bodyPr>
            <a:normAutofit/>
          </a:bodyPr>
          <a:lstStyle/>
          <a:p>
            <a:r>
              <a:rPr lang="en-GB" b="1" dirty="0"/>
              <a:t>For real-time prediction</a:t>
            </a:r>
          </a:p>
          <a:p>
            <a:pPr lvl="1"/>
            <a:r>
              <a:rPr lang="en-GB" dirty="0"/>
              <a:t>That value is unavailable.</a:t>
            </a:r>
          </a:p>
          <a:p>
            <a:r>
              <a:rPr lang="en-GB" b="1" dirty="0"/>
              <a:t>Therefore</a:t>
            </a:r>
          </a:p>
          <a:p>
            <a:pPr lvl="1"/>
            <a:r>
              <a:rPr lang="en-GB" dirty="0"/>
              <a:t>A standard temporal convolution is not automatically causal.</a:t>
            </a:r>
          </a:p>
          <a:p>
            <a:endParaRPr lang="en-GB" dirty="0"/>
          </a:p>
          <a:p>
            <a:r>
              <a:rPr lang="en-GB" b="1" dirty="0"/>
              <a:t>Convolution specifies local connectivity; causality specifies which temporal positions are allowed to contribute.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20469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4E720-D363-87AF-DAA5-D82A5DDC1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Non-causal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3F66CA-CBFF-411B-D60E-5BDDA2DA33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321343" cy="4451226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A non-causal convolution may use observations on both sides of the output time.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past        now        future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x[t−2] x[t−1] x[t] x[t+1] x[t+2]</a:t>
            </a:r>
          </a:p>
          <a:p>
            <a:r>
              <a:rPr lang="en-GB" dirty="0"/>
              <a:t>        └──────┬──────┘</a:t>
            </a:r>
          </a:p>
          <a:p>
            <a:r>
              <a:rPr lang="en-GB" dirty="0"/>
              <a:t>               ↓</a:t>
            </a:r>
          </a:p>
          <a:p>
            <a:r>
              <a:rPr lang="en-GB" dirty="0"/>
              <a:t>            output[t]</a:t>
            </a:r>
          </a:p>
          <a:p>
            <a:r>
              <a:rPr lang="en-GB" b="1" dirty="0"/>
              <a:t>Appropriate applications</a:t>
            </a:r>
          </a:p>
          <a:p>
            <a:r>
              <a:rPr lang="en-GB" dirty="0"/>
              <a:t>When the complete sequence is already available:</a:t>
            </a:r>
          </a:p>
          <a:p>
            <a:pPr lvl="0"/>
            <a:r>
              <a:rPr lang="en-GB" dirty="0"/>
              <a:t>offline sequence classification; </a:t>
            </a:r>
          </a:p>
          <a:p>
            <a:pPr lvl="0"/>
            <a:r>
              <a:rPr lang="en-GB" dirty="0"/>
              <a:t>retrospective segmentation; </a:t>
            </a:r>
          </a:p>
          <a:p>
            <a:pPr lvl="0"/>
            <a:r>
              <a:rPr lang="en-GB" dirty="0"/>
              <a:t>post-processing; </a:t>
            </a:r>
          </a:p>
          <a:p>
            <a:pPr lvl="0"/>
            <a:r>
              <a:rPr lang="en-GB" dirty="0"/>
              <a:t>analysis of stored recordings.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38EDBCC-FC96-A4C3-F641-E36F7A5583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3" y="2160588"/>
            <a:ext cx="4184034" cy="4333997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Advantage</a:t>
            </a:r>
          </a:p>
          <a:p>
            <a:r>
              <a:rPr lang="en-GB" dirty="0"/>
              <a:t>The model can exploit both earlier and later context.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When labelling a stored production cycle, observations immediately after a transition may help identify precisely when the transition occurred.</a:t>
            </a:r>
          </a:p>
          <a:p>
            <a:endParaRPr lang="en-GB" dirty="0"/>
          </a:p>
          <a:p>
            <a:r>
              <a:rPr lang="en-GB" b="1" dirty="0"/>
              <a:t>Non-causal does not mean incorrect.</a:t>
            </a:r>
          </a:p>
          <a:p>
            <a:r>
              <a:rPr lang="en-GB" dirty="0"/>
              <a:t>It is incorrect only when future observations would not exist at deployment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689358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5.F.1 — Non-causal convolution can use future observations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</a:t>
            </a: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centered temporal kernel </a:t>
            </a: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look both backward and forward around time 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</a:rPr>
              <a:t>past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1691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1691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</a:rPr>
              <a:t>future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0584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19456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9456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38328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57200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x[t+1]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22860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760720" y="24140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x[t+2]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V="1">
            <a:off x="2148840" y="2926080"/>
            <a:ext cx="3154680" cy="320040"/>
          </a:xfrm>
          <a:prstGeom prst="bracePair">
            <a:avLst/>
          </a:prstGeom>
          <a:noFill/>
          <a:ln w="2032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828800" y="3364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</a:rPr>
              <a:t>centered kernel uses x[t−1], x[t], x[t+1]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977640" y="3749040"/>
            <a:ext cx="0" cy="82296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246120" y="4709160"/>
            <a:ext cx="1463040" cy="594360"/>
          </a:xfrm>
          <a:prstGeom prst="roundRect">
            <a:avLst>
              <a:gd name="adj" fmla="val 9231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291840" y="4881067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output[t]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4160520"/>
            <a:ext cx="310896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217920" y="4464101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Valid for offline analysis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Invalid for real-time forecasting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Non-causal is not wrong by itself; </a:t>
            </a:r>
            <a:r>
              <a:rPr lang="en-US" sz="1200" b="1" dirty="0">
                <a:solidFill>
                  <a:srgbClr val="0F172A"/>
                </a:solidFill>
              </a:rPr>
              <a:t>it is wrong when future values are unavailable at deployment</a:t>
            </a:r>
            <a:r>
              <a:rPr lang="en-US" sz="1200" dirty="0">
                <a:solidFill>
                  <a:srgbClr val="0F172A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0269CB-902D-FAD1-9478-322CDAC2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58F644-5397-03E7-DBB0-827E5F29EF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535897" cy="4333996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causal convolution ensures that an output at time t uses only:</a:t>
            </a:r>
          </a:p>
          <a:p>
            <a:r>
              <a:rPr lang="en-GB" dirty="0"/>
              <a:t>x[t], x[t−1], x[t−2], ...</a:t>
            </a:r>
          </a:p>
          <a:p>
            <a:r>
              <a:rPr lang="en-GB" dirty="0"/>
              <a:t>and never:</a:t>
            </a:r>
          </a:p>
          <a:p>
            <a:r>
              <a:rPr lang="en-GB" dirty="0"/>
              <a:t>x[t+1], x[t+2], ...</a:t>
            </a:r>
          </a:p>
          <a:p>
            <a:r>
              <a:rPr lang="en-GB" dirty="0"/>
              <a:t>For kernel size 3:</a:t>
            </a:r>
          </a:p>
          <a:p>
            <a:r>
              <a:rPr lang="en-GB" dirty="0"/>
              <a:t>past                 now       future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x[t−2]  x[t−1]  x[t] | x[t+1] x[t+2]</a:t>
            </a:r>
          </a:p>
          <a:p>
            <a:r>
              <a:rPr lang="en-GB" dirty="0"/>
              <a:t>  └──────┘</a:t>
            </a:r>
          </a:p>
          <a:p>
            <a:r>
              <a:rPr lang="en-GB" dirty="0"/>
              <a:t>       allowed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36834F2-10D7-B35D-0820-681465E0A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37415" y="2160588"/>
            <a:ext cx="5109107" cy="4333997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Causal dependency</a:t>
            </a:r>
          </a:p>
          <a:p>
            <a:r>
              <a:rPr lang="en-GB" dirty="0"/>
              <a:t>output[t]</a:t>
            </a:r>
          </a:p>
          <a:p>
            <a:r>
              <a:rPr lang="en-GB" dirty="0"/>
              <a:t>can depend on:</a:t>
            </a:r>
          </a:p>
          <a:p>
            <a:pPr lvl="1"/>
            <a:r>
              <a:rPr lang="en-GB" dirty="0"/>
              <a:t>current input; </a:t>
            </a:r>
          </a:p>
          <a:p>
            <a:pPr lvl="1"/>
            <a:r>
              <a:rPr lang="en-GB" dirty="0"/>
              <a:t>previous inputs. </a:t>
            </a:r>
          </a:p>
          <a:p>
            <a:r>
              <a:rPr lang="en-GB" dirty="0"/>
              <a:t>It cannot depend on future values.</a:t>
            </a:r>
          </a:p>
          <a:p>
            <a:endParaRPr lang="en-GB" b="1" dirty="0"/>
          </a:p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online anomaly detection; </a:t>
            </a:r>
          </a:p>
          <a:p>
            <a:pPr lvl="1"/>
            <a:r>
              <a:rPr lang="en-GB" dirty="0"/>
              <a:t>real-time sequence labelling; </a:t>
            </a:r>
          </a:p>
          <a:p>
            <a:pPr lvl="1"/>
            <a:r>
              <a:rPr lang="en-GB" dirty="0"/>
              <a:t>streaming condition monitoring.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145508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5.F.2 — Causal convolution: use only past and present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time t, a causal output never depends on x[t+1], x[t+2], ...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4B91F"/>
                </a:solidFill>
              </a:rPr>
              <a:t>allowed history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0" y="1600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</a:rPr>
              <a:t>future not allowed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x[t−4]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7452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7452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x[t−3]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88036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8036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88620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9204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89204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9788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89788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x[t+1]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03720" y="224028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903720" y="2368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x[t+2]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897880" y="2852928"/>
            <a:ext cx="164592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760720" y="295351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future values are not available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flipV="1">
            <a:off x="2834640" y="2926080"/>
            <a:ext cx="2560320" cy="320040"/>
          </a:xfrm>
          <a:prstGeom prst="bracePair">
            <a:avLst/>
          </a:prstGeom>
          <a:noFill/>
          <a:ln w="2032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971800" y="33649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4B91F"/>
                </a:solidFill>
              </a:rPr>
              <a:t>causal kernel K = 3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114800" y="3749040"/>
            <a:ext cx="0" cy="73152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383280" y="4617720"/>
            <a:ext cx="1463040" cy="594360"/>
          </a:xfrm>
          <a:prstGeom prst="roundRect">
            <a:avLst>
              <a:gd name="adj" fmla="val 9231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429000" y="4789627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output[t]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For forecasting and online monitoring, causal connectivity enforces prediction-time availability.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DD7D58-F9E3-294D-ADD3-EA7F6BB3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padding preserves temporal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3B2042-DDDC-45F4-5D04-17E33FB35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4934" y="2175856"/>
            <a:ext cx="4184035" cy="3880772"/>
          </a:xfrm>
        </p:spPr>
        <p:txBody>
          <a:bodyPr>
            <a:normAutofit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stride 1. </a:t>
            </a:r>
          </a:p>
          <a:p>
            <a:r>
              <a:rPr lang="en-GB" dirty="0"/>
              <a:t>To produce an output at the first time step, two earlier observations would normally be required.</a:t>
            </a:r>
          </a:p>
          <a:p>
            <a:r>
              <a:rPr lang="en-GB" dirty="0"/>
              <a:t>But they do not exist.</a:t>
            </a:r>
          </a:p>
          <a:p>
            <a:r>
              <a:rPr lang="en-GB" b="1" dirty="0"/>
              <a:t>Causal padding</a:t>
            </a:r>
          </a:p>
          <a:p>
            <a:pPr lvl="1"/>
            <a:r>
              <a:rPr lang="en-GB" dirty="0"/>
              <a:t>Add padding only on the </a:t>
            </a:r>
            <a:r>
              <a:rPr lang="en-GB" b="1" dirty="0"/>
              <a:t>left side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0  0  x[1] x[2] x[3] x[4] 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44F014-2766-FF4C-6EC1-F16C60B817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09724" y="2160589"/>
            <a:ext cx="4184034" cy="3880773"/>
          </a:xfrm>
        </p:spPr>
        <p:txBody>
          <a:bodyPr>
            <a:normAutofit/>
          </a:bodyPr>
          <a:lstStyle/>
          <a:p>
            <a:r>
              <a:rPr lang="en-GB" b="1" dirty="0"/>
              <a:t>Result</a:t>
            </a:r>
          </a:p>
          <a:p>
            <a:r>
              <a:rPr lang="en-GB" dirty="0"/>
              <a:t>Input length: L</a:t>
            </a:r>
          </a:p>
          <a:p>
            <a:r>
              <a:rPr lang="en-GB" dirty="0"/>
              <a:t>Output length: L</a:t>
            </a:r>
          </a:p>
          <a:p>
            <a:r>
              <a:rPr lang="en-GB" dirty="0"/>
              <a:t>while causality is preserved.</a:t>
            </a:r>
          </a:p>
          <a:p>
            <a:endParaRPr lang="en-GB" dirty="0"/>
          </a:p>
          <a:p>
            <a:r>
              <a:rPr lang="en-GB" b="1" dirty="0"/>
              <a:t>Same-length output does not require symmetric padding.</a:t>
            </a:r>
          </a:p>
          <a:p>
            <a:r>
              <a:rPr lang="en-GB" b="1" dirty="0"/>
              <a:t>For causal convolution, padding is placed only before the sequence.</a:t>
            </a:r>
          </a:p>
          <a:p>
            <a:endParaRPr lang="en-GB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9BB95004-2298-2C5E-1C9E-A783A22995EE}"/>
              </a:ext>
            </a:extLst>
          </p:cNvPr>
          <p:cNvSpPr txBox="1">
            <a:spLocks/>
          </p:cNvSpPr>
          <p:nvPr/>
        </p:nvSpPr>
        <p:spPr>
          <a:xfrm>
            <a:off x="4861369" y="2247799"/>
            <a:ext cx="418403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Then:</a:t>
            </a:r>
          </a:p>
          <a:p>
            <a:r>
              <a:rPr lang="en-GB" dirty="0"/>
              <a:t>output[1] uses:</a:t>
            </a:r>
          </a:p>
          <a:p>
            <a:r>
              <a:rPr lang="en-GB" dirty="0"/>
              <a:t>0, 0, x[1]</a:t>
            </a:r>
            <a:br>
              <a:rPr lang="en-GB" dirty="0"/>
            </a:br>
            <a:endParaRPr lang="en-GB" dirty="0"/>
          </a:p>
          <a:p>
            <a:r>
              <a:rPr lang="en-GB" dirty="0"/>
              <a:t>output[2] uses:</a:t>
            </a:r>
          </a:p>
          <a:p>
            <a:r>
              <a:rPr lang="en-GB" dirty="0"/>
              <a:t>0, x[1], x[2]</a:t>
            </a:r>
            <a:br>
              <a:rPr lang="en-GB" dirty="0"/>
            </a:br>
            <a:endParaRPr lang="en-GB" dirty="0"/>
          </a:p>
          <a:p>
            <a:r>
              <a:rPr lang="en-GB" dirty="0"/>
              <a:t>output[3] uses:</a:t>
            </a:r>
          </a:p>
          <a:p>
            <a:r>
              <a:rPr lang="en-GB" dirty="0"/>
              <a:t>x[1], x[2], x[3]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043049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5.F.3 — Causal padding preserves length without using the future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Padding is added only before the sequence.</a:t>
            </a:r>
            <a:endParaRPr lang="en-US" sz="1350" b="1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475569"/>
                </a:solidFill>
              </a:rPr>
              <a:t>causally padded sequence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6012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69164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69164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2316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397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42316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5468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15468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8620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88620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x3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61772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x4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349240" y="192024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349240" y="204825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x5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4400" y="260604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padding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23160" y="26060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real observations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36576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60120" y="3888029"/>
            <a:ext cx="1828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output[1]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uses 0, 0, x1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08960" y="36576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154680" y="3888029"/>
            <a:ext cx="1828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output[2]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uses 0, x1, x2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303520" y="36576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349240" y="3888029"/>
            <a:ext cx="1828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output[3]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uses x1, x2, x3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4983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172A"/>
                </a:solidFill>
              </a:rPr>
              <a:t>Input length L → Output length L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Same-length output does not require symmetric padding. </a:t>
            </a:r>
            <a:r>
              <a:rPr lang="en-US" sz="1200" b="1" dirty="0">
                <a:solidFill>
                  <a:srgbClr val="0F172A"/>
                </a:solidFill>
              </a:rPr>
              <a:t>Causal padding is directional.</a:t>
            </a:r>
            <a:endParaRPr lang="en-US" sz="1200" b="1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7135B3-CD9A-43B7-B7A7-51F5AD845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Same padding and causal padding are not the same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F43B94A-F53F-558B-1591-5508346C98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Both may preserve output length.</a:t>
            </a:r>
          </a:p>
          <a:p>
            <a:r>
              <a:rPr lang="en-GB" dirty="0"/>
              <a:t>But their information usage differs.</a:t>
            </a:r>
          </a:p>
          <a:p>
            <a:r>
              <a:rPr lang="en-GB" b="1" dirty="0"/>
              <a:t>Symmetric same padding</a:t>
            </a:r>
          </a:p>
          <a:p>
            <a:r>
              <a:rPr lang="en-GB" dirty="0"/>
              <a:t>For a </a:t>
            </a:r>
            <a:r>
              <a:rPr lang="en-GB" dirty="0" err="1"/>
              <a:t>centered</a:t>
            </a:r>
            <a:r>
              <a:rPr lang="en-GB" dirty="0"/>
              <a:t> kernel:</a:t>
            </a:r>
          </a:p>
          <a:p>
            <a:pPr lvl="1"/>
            <a:r>
              <a:rPr lang="en-GB" dirty="0"/>
              <a:t>past + current + future</a:t>
            </a:r>
          </a:p>
          <a:p>
            <a:pPr lvl="1"/>
            <a:r>
              <a:rPr lang="en-GB" dirty="0"/>
              <a:t>may contribute.</a:t>
            </a:r>
          </a:p>
          <a:p>
            <a:r>
              <a:rPr lang="en-GB" b="1" dirty="0"/>
              <a:t>Causal padding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past + current</a:t>
            </a:r>
          </a:p>
          <a:p>
            <a:pPr lvl="1"/>
            <a:r>
              <a:rPr lang="en-GB" dirty="0"/>
              <a:t>only.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D6EFFFF-ECD0-2D0F-70E2-97F92DB8A4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 with K = 5</a:t>
            </a:r>
          </a:p>
          <a:p>
            <a:r>
              <a:rPr lang="en-GB" dirty="0"/>
              <a:t>Non-causal </a:t>
            </a:r>
            <a:r>
              <a:rPr lang="en-GB" dirty="0" err="1"/>
              <a:t>centered</a:t>
            </a:r>
            <a:r>
              <a:rPr lang="en-GB" dirty="0"/>
              <a:t> output at t may use:</a:t>
            </a:r>
          </a:p>
          <a:p>
            <a:r>
              <a:rPr lang="en-GB" dirty="0"/>
              <a:t>x[t−2], x[t−1], x[t], x[t+1], x[t+2]</a:t>
            </a:r>
          </a:p>
          <a:p>
            <a:r>
              <a:rPr lang="en-GB" dirty="0"/>
              <a:t>Causal output at t uses:</a:t>
            </a:r>
          </a:p>
          <a:p>
            <a:r>
              <a:rPr lang="en-GB" dirty="0"/>
              <a:t>x[t−4], x[t−3], x[t−2], x[t−1], x[t]</a:t>
            </a:r>
          </a:p>
          <a:p>
            <a:endParaRPr lang="en-GB" dirty="0"/>
          </a:p>
          <a:p>
            <a:r>
              <a:rPr lang="en-GB" dirty="0"/>
              <a:t>Preserving temporal length and preserving causality are different requirements.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283809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Same padding and causal padding are different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may preserve length, but they use different information.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1325880"/>
            <a:ext cx="3886200" cy="502920"/>
          </a:xfrm>
          <a:prstGeom prst="roundRect">
            <a:avLst>
              <a:gd name="adj" fmla="val 10909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60120" y="1468526"/>
            <a:ext cx="3794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Symmetric same padding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544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544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402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2402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260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9260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x[t+1]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1188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1397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61188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x[t+2]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43000" y="32004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</a:rPr>
              <a:t>past + current + future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623560" y="1325880"/>
            <a:ext cx="3886200" cy="502920"/>
          </a:xfrm>
          <a:prstGeom prst="roundRect">
            <a:avLst>
              <a:gd name="adj" fmla="val 10909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669280" y="1468526"/>
            <a:ext cx="3794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Causal padding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5321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x[t−4]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179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2179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x[t−3]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037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9037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x[t−2]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5895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5895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x[t−1]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75320" y="233172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E7F5C7"/>
          </a:solidFill>
          <a:ln w="1397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27532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x[t]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97880" y="32004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4B91F"/>
                </a:solidFill>
              </a:rPr>
              <a:t>past + current only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508760" y="4434840"/>
            <a:ext cx="2423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1554480" y="4577486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Preserve length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080760" y="4343400"/>
            <a:ext cx="25146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126480" y="454456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Preserve length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AND causality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Preserving temporal length and preserving causality are separate requirements</a:t>
            </a:r>
            <a:r>
              <a:rPr lang="en-US" sz="1200" dirty="0">
                <a:solidFill>
                  <a:srgbClr val="0F172A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1EE246-3D1E-BE51-A62C-41AFDBF1D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Causality creates directional receptive fields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48B63E-CEFB-8661-8CF7-C898987ADA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333066" cy="4392611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In a non-causal convolution, the receptive field may extend both:</a:t>
            </a:r>
          </a:p>
          <a:p>
            <a:pPr lvl="1"/>
            <a:r>
              <a:rPr lang="en-GB" dirty="0"/>
              <a:t>backward; </a:t>
            </a:r>
          </a:p>
          <a:p>
            <a:pPr lvl="1"/>
            <a:r>
              <a:rPr lang="en-GB" dirty="0"/>
              <a:t>forward. </a:t>
            </a:r>
          </a:p>
          <a:p>
            <a:r>
              <a:rPr lang="en-GB" dirty="0"/>
              <a:t>For one output at time t:</a:t>
            </a:r>
          </a:p>
          <a:p>
            <a:pPr lvl="1"/>
            <a:r>
              <a:rPr lang="en-GB" dirty="0"/>
              <a:t>← past | t | future →</a:t>
            </a:r>
          </a:p>
          <a:p>
            <a:endParaRPr lang="en-GB" dirty="0"/>
          </a:p>
          <a:p>
            <a:r>
              <a:rPr lang="en-GB" dirty="0"/>
              <a:t>In a causal convolution, the receptive field extends only backward:</a:t>
            </a:r>
          </a:p>
          <a:p>
            <a:r>
              <a:rPr lang="en-GB" dirty="0"/>
              <a:t>← past | t</a:t>
            </a:r>
          </a:p>
          <a:p>
            <a:r>
              <a:rPr lang="en-GB" b="1" dirty="0"/>
              <a:t>With deeper causal layers</a:t>
            </a:r>
          </a:p>
          <a:p>
            <a:r>
              <a:rPr lang="en-GB" dirty="0"/>
              <a:t>The receptive field becomes longer, but remains entirely in the past.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AD3482-C9C2-8BC4-314D-F1EC62C44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2" y="2160588"/>
            <a:ext cx="4645467" cy="4392612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Example for simple K=3, stride-1 stacking:</a:t>
            </a:r>
          </a:p>
          <a:p>
            <a:r>
              <a:rPr lang="en-GB" dirty="0"/>
              <a:t>Layer 1:</a:t>
            </a:r>
          </a:p>
          <a:p>
            <a:r>
              <a:rPr lang="en-GB" dirty="0"/>
              <a:t>t−2 ... t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Layer 2:</a:t>
            </a:r>
          </a:p>
          <a:p>
            <a:r>
              <a:rPr lang="en-GB" dirty="0"/>
              <a:t>t−4 ... t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/>
              <a:t>Layer 3:</a:t>
            </a:r>
          </a:p>
          <a:p>
            <a:r>
              <a:rPr lang="en-GB" dirty="0"/>
              <a:t>t−6 ... t</a:t>
            </a:r>
          </a:p>
          <a:p>
            <a:endParaRPr lang="en-GB" dirty="0"/>
          </a:p>
          <a:p>
            <a:r>
              <a:rPr lang="en-GB" b="1" dirty="0"/>
              <a:t>Depth can increase historical context without violating prediction-time availability.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937712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5.F.5 — Causal receptive fields extend only backward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 increases historical context while respecting prediction time.</a:t>
            </a:r>
            <a:endParaRPr lang="en-US" sz="1350" b="1" dirty="0"/>
          </a:p>
        </p:txBody>
      </p:sp>
      <p:sp>
        <p:nvSpPr>
          <p:cNvPr id="6" name="Shape 4"/>
          <p:cNvSpPr/>
          <p:nvPr/>
        </p:nvSpPr>
        <p:spPr>
          <a:xfrm>
            <a:off x="9144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t−6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002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6002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2860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718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t−3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576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434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3434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t−1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0292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</a:rPr>
              <a:t>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15000" y="5029200"/>
            <a:ext cx="548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715000" y="51572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</a:rPr>
              <a:t>t+1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" y="4965192"/>
            <a:ext cx="4663440" cy="594360"/>
          </a:xfrm>
          <a:prstGeom prst="rect">
            <a:avLst/>
          </a:prstGeom>
          <a:solidFill>
            <a:srgbClr val="E7F5C7">
              <a:alpha val="50000"/>
            </a:srgbClr>
          </a:solidFill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715000" y="4864608"/>
            <a:ext cx="0" cy="82296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440680" y="57150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now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83680" y="39776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629400" y="41056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Layer 1 RF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 flipV="1">
            <a:off x="4206240" y="4069080"/>
            <a:ext cx="1371600" cy="320040"/>
          </a:xfrm>
          <a:prstGeom prst="bracePair">
            <a:avLst/>
          </a:prstGeom>
          <a:noFill/>
          <a:ln w="1905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389120" y="36576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</a:rPr>
              <a:t>t−2 ... 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0" y="30632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629400" y="3191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Layer 2 RF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 flipV="1">
            <a:off x="2834640" y="3154680"/>
            <a:ext cx="2743200" cy="320040"/>
          </a:xfrm>
          <a:prstGeom prst="bracePair">
            <a:avLst/>
          </a:prstGeom>
          <a:noFill/>
          <a:ln w="1905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017520" y="27432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</a:rPr>
              <a:t>t−4 ... 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583680" y="214884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629400" y="22768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</a:rPr>
              <a:t>Layer 3 RF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 flipV="1">
            <a:off x="1463040" y="2240280"/>
            <a:ext cx="4114800" cy="320040"/>
          </a:xfrm>
          <a:prstGeom prst="bracePair">
            <a:avLst/>
          </a:prstGeom>
          <a:noFill/>
          <a:ln w="1905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645920" y="1828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</a:rPr>
              <a:t>t−6 ... 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Causal depth increases how far back the model can look; it does not introduce future access</a:t>
            </a:r>
            <a:r>
              <a:rPr lang="en-US" sz="1200" dirty="0">
                <a:solidFill>
                  <a:srgbClr val="0F172A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BE278B-1EC8-AF45-BA66-0755ED76B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 for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59E7D9-7E35-DCCA-0D25-0FAD977962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634566" cy="439261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Suppose we want to forecast: y[t+1]</a:t>
            </a:r>
          </a:p>
          <a:p>
            <a:r>
              <a:rPr lang="en-GB" dirty="0"/>
              <a:t>using information available at time t.</a:t>
            </a:r>
          </a:p>
          <a:p>
            <a:r>
              <a:rPr lang="en-GB" dirty="0"/>
              <a:t>The convolutional representation must depend only on:</a:t>
            </a:r>
          </a:p>
          <a:p>
            <a:r>
              <a:rPr lang="en-GB" dirty="0"/>
              <a:t>x[1], ..., x[t]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past 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temporal representation at t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forecast layer</a:t>
            </a:r>
          </a:p>
          <a:p>
            <a:r>
              <a:rPr lang="en-GB" dirty="0"/>
              <a:t>      ↓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93877CC-D2BB-7DEC-BEAE-DBFE937834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17170" y="2160588"/>
            <a:ext cx="5260530" cy="4392612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Multi-horizon output</a:t>
            </a:r>
          </a:p>
          <a:p>
            <a:r>
              <a:rPr lang="en-GB" dirty="0"/>
              <a:t>The representation at time t can also be mapped to: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dirty="0"/>
          </a:p>
          <a:p>
            <a:r>
              <a:rPr lang="en-GB" dirty="0"/>
              <a:t>For sequence-to-vector forecasting, the CNN can use features from the whole input window to produce only the required future output; it does not need an output aligned with every input time step.</a:t>
            </a:r>
          </a:p>
          <a:p>
            <a:r>
              <a:rPr lang="en-GB" dirty="0"/>
              <a:t>A final causal representation can be used to predict future values directly.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102890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Causal convolution for forecasting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causal temporal representation at time t can be mapped to one or many future targets.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68680" y="20574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past input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[x[1], ..., x[t]]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2514600"/>
            <a:ext cx="868680" cy="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840480" y="1920240"/>
            <a:ext cx="1920240" cy="1188720"/>
          </a:xfrm>
          <a:prstGeom prst="roundRect">
            <a:avLst>
              <a:gd name="adj" fmla="val 4615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886200" y="228234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causal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Conv1D stack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06440" y="2514600"/>
            <a:ext cx="914400" cy="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766560" y="2057400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representation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at time 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41080" y="2514600"/>
            <a:ext cx="777240" cy="0"/>
          </a:xfrm>
          <a:prstGeom prst="line">
            <a:avLst/>
          </a:prstGeom>
          <a:noFill/>
          <a:ln w="2794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464040" y="205740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50976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forecast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y[t+1 : t+H]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" y="4526280"/>
            <a:ext cx="978408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05840" y="4343400"/>
            <a:ext cx="5394960" cy="347472"/>
          </a:xfrm>
          <a:prstGeom prst="rect">
            <a:avLst/>
          </a:prstGeom>
          <a:solidFill>
            <a:srgbClr val="E7F5C7">
              <a:alpha val="80000"/>
            </a:srgbClr>
          </a:solidFill>
          <a:ln w="1270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675120" y="4343400"/>
            <a:ext cx="2286000" cy="347472"/>
          </a:xfrm>
          <a:prstGeom prst="rect">
            <a:avLst/>
          </a:prstGeom>
          <a:solidFill>
            <a:srgbClr val="EDE9FE">
              <a:alpha val="85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08960" y="4754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4B91F"/>
                </a:solidFill>
              </a:rPr>
              <a:t>past context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78040" y="47548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future target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4160520"/>
            <a:ext cx="0" cy="73152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309360" y="49377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The architecture can be causal while producing forecasts for future horizons.</a:t>
            </a:r>
            <a:endParaRPr lang="en-US" sz="12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0324BA-1772-8F90-D7B8-0BC1D06B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 for online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AEFA1F-531A-7C23-ACA5-7E18072240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Suppose we need:</a:t>
            </a:r>
          </a:p>
          <a:p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as soon as observation: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arrives.</a:t>
            </a:r>
          </a:p>
          <a:p>
            <a:endParaRPr lang="en-GB" dirty="0"/>
          </a:p>
          <a:p>
            <a:r>
              <a:rPr lang="en-GB" dirty="0"/>
              <a:t>A causal CNN ensures:</a:t>
            </a:r>
          </a:p>
          <a:p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depends on</a:t>
            </a:r>
          </a:p>
          <a:p>
            <a:r>
              <a:rPr lang="en-GB" dirty="0"/>
              <a:t>x[t], x[t−1], ...</a:t>
            </a:r>
          </a:p>
          <a:p>
            <a:r>
              <a:rPr lang="en-GB" dirty="0"/>
              <a:t>but not on future inputs.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83E0B1B-4F67-BE04-A55E-8D12BBEBC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14800" y="1931989"/>
            <a:ext cx="7851604" cy="468471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Real-time machine monitoring:</a:t>
            </a:r>
          </a:p>
          <a:p>
            <a:r>
              <a:rPr lang="en-GB" dirty="0"/>
              <a:t>At each new sample:</a:t>
            </a:r>
          </a:p>
          <a:p>
            <a:pPr lvl="1"/>
            <a:r>
              <a:rPr lang="en-GB" dirty="0"/>
              <a:t>update convolutional representation; </a:t>
            </a:r>
          </a:p>
          <a:p>
            <a:pPr lvl="1"/>
            <a:r>
              <a:rPr lang="en-GB" dirty="0"/>
              <a:t>output fault probability; </a:t>
            </a:r>
          </a:p>
          <a:p>
            <a:pPr lvl="1"/>
            <a:r>
              <a:rPr lang="en-GB" dirty="0"/>
              <a:t>raise alarm if needed. </a:t>
            </a:r>
          </a:p>
          <a:p>
            <a:r>
              <a:rPr lang="en-GB" b="1" dirty="0"/>
              <a:t>Advantage</a:t>
            </a:r>
          </a:p>
          <a:p>
            <a:r>
              <a:rPr lang="en-GB" dirty="0"/>
              <a:t>The model can exploit a fixed historical context while respecting online operation.</a:t>
            </a:r>
          </a:p>
          <a:p>
            <a:r>
              <a:rPr lang="en-GB" b="1" dirty="0"/>
              <a:t>Contrast with offline labelling</a:t>
            </a:r>
          </a:p>
          <a:p>
            <a:r>
              <a:rPr lang="en-GB" dirty="0"/>
              <a:t>If the complete recording is available, a non-causal model may use future context and could achieve better boundary decisions.</a:t>
            </a:r>
          </a:p>
          <a:p>
            <a:r>
              <a:rPr lang="en-GB" b="1" dirty="0"/>
              <a:t>Key question</a:t>
            </a:r>
          </a:p>
          <a:p>
            <a:r>
              <a:rPr lang="en-GB" dirty="0"/>
              <a:t>Is the prediction required now, or after the complete sequence is available?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8736647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5006E9-08A1-5FC7-6037-CD4C2797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Architectural causality is not enough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5A2611-807D-CE12-4712-8D4BE44CB9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29297" cy="4252911"/>
          </a:xfrm>
        </p:spPr>
        <p:txBody>
          <a:bodyPr>
            <a:normAutofit/>
          </a:bodyPr>
          <a:lstStyle/>
          <a:p>
            <a:r>
              <a:rPr lang="en-GB" dirty="0"/>
              <a:t>A model can use causal convolutions and still suffer from leakage.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Input preprocessing includes:</a:t>
            </a:r>
          </a:p>
          <a:p>
            <a:pPr lvl="1"/>
            <a:r>
              <a:rPr lang="en-GB" dirty="0" err="1"/>
              <a:t>centered</a:t>
            </a:r>
            <a:r>
              <a:rPr lang="en-GB" dirty="0"/>
              <a:t> moving average; </a:t>
            </a:r>
          </a:p>
          <a:p>
            <a:pPr lvl="1"/>
            <a:r>
              <a:rPr lang="en-GB" dirty="0"/>
              <a:t>interpolation using future frames; </a:t>
            </a:r>
          </a:p>
          <a:p>
            <a:pPr lvl="1"/>
            <a:r>
              <a:rPr lang="en-GB" dirty="0"/>
              <a:t>complete-recording normalization. </a:t>
            </a:r>
          </a:p>
          <a:p>
            <a:r>
              <a:rPr lang="en-GB" dirty="0"/>
              <a:t>The convolution itself may be causal, but the input x[t] already contains future information.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F075992-2DA4-1C4F-A87D-95D1F8F414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5370" y="2160589"/>
            <a:ext cx="5362130" cy="4430711"/>
          </a:xfrm>
        </p:spPr>
        <p:txBody>
          <a:bodyPr>
            <a:normAutofit/>
          </a:bodyPr>
          <a:lstStyle/>
          <a:p>
            <a:r>
              <a:rPr lang="en-GB" b="1" dirty="0"/>
              <a:t>Therefore a valid causal system requires</a:t>
            </a:r>
          </a:p>
          <a:p>
            <a:pPr lvl="1"/>
            <a:r>
              <a:rPr lang="en-GB" dirty="0"/>
              <a:t>causal feature construction; </a:t>
            </a:r>
          </a:p>
          <a:p>
            <a:pPr lvl="1"/>
            <a:r>
              <a:rPr lang="en-GB" dirty="0"/>
              <a:t>causal preprocessing; </a:t>
            </a:r>
          </a:p>
          <a:p>
            <a:pPr lvl="1"/>
            <a:r>
              <a:rPr lang="en-GB" dirty="0"/>
              <a:t>causal model architecture; </a:t>
            </a:r>
          </a:p>
          <a:p>
            <a:pPr lvl="1"/>
            <a:r>
              <a:rPr lang="en-GB" dirty="0"/>
              <a:t>correct temporal evaluation. </a:t>
            </a:r>
          </a:p>
          <a:p>
            <a:r>
              <a:rPr lang="en-GB" b="1" dirty="0"/>
              <a:t>Connection to Lecture 2</a:t>
            </a:r>
          </a:p>
          <a:p>
            <a:r>
              <a:rPr lang="en-GB" dirty="0"/>
              <a:t>Prediction-time availability must be respected through the </a:t>
            </a:r>
            <a:r>
              <a:rPr lang="en-GB" b="1" dirty="0"/>
              <a:t>entire pipeline</a:t>
            </a:r>
            <a:r>
              <a:rPr lang="en-GB" dirty="0"/>
              <a:t>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E4D60D6-85F9-97F8-68A7-70705C2F2C87}"/>
              </a:ext>
            </a:extLst>
          </p:cNvPr>
          <p:cNvSpPr txBox="1"/>
          <p:nvPr/>
        </p:nvSpPr>
        <p:spPr>
          <a:xfrm>
            <a:off x="2957735" y="5767168"/>
            <a:ext cx="45606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causal layer does not make a non-causal data pipeline valid.</a:t>
            </a:r>
          </a:p>
        </p:txBody>
      </p:sp>
    </p:spTree>
    <p:extLst>
      <p:ext uri="{BB962C8B-B14F-4D97-AF65-F5344CB8AC3E}">
        <p14:creationId xmlns:p14="http://schemas.microsoft.com/office/powerpoint/2010/main" val="18405055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causal layer does not fix a leaking pipeline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Prediction-time availability must be respected by every pipeline component.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6868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raw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06040" y="2377440"/>
            <a:ext cx="502920" cy="0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20040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24612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preprocessing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37760" y="2377440"/>
            <a:ext cx="502920" cy="0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553212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57784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causal Conv1D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269480" y="2377440"/>
            <a:ext cx="502920" cy="0"/>
          </a:xfrm>
          <a:prstGeom prst="line">
            <a:avLst/>
          </a:prstGeom>
          <a:noFill/>
          <a:ln w="22860">
            <a:solidFill>
              <a:srgbClr val="84B9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863840" y="2011680"/>
            <a:ext cx="16916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909560" y="222747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143000" y="374904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FFE4E6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188720" y="4155034"/>
            <a:ext cx="3840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Examples of non-causal preprocessing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• centered moving average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• interpolation using future frames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• complete-recording normalization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23560" y="3749040"/>
            <a:ext cx="3931920" cy="1325880"/>
          </a:xfrm>
          <a:prstGeom prst="roundRect">
            <a:avLst>
              <a:gd name="adj" fmla="val 4138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669280" y="4155034"/>
            <a:ext cx="3840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A valid causal system requires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causal features + causal preprocessing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+ causal architecture + temporal evaluation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Causal architecture is necessary but not sufficient for a causal evaluation.</a:t>
            </a:r>
            <a:endParaRPr lang="en-US" sz="12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42416" cy="6858000"/>
          </a:xfrm>
          <a:prstGeom prst="rect">
            <a:avLst/>
          </a:prstGeom>
          <a:solidFill>
            <a:srgbClr val="84B91F">
              <a:alpha val="95000"/>
            </a:srgbClr>
          </a:solidFill>
          <a:ln w="12700">
            <a:solidFill>
              <a:srgbClr val="84B9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927080" y="0"/>
            <a:ext cx="0" cy="6858000"/>
          </a:xfrm>
          <a:prstGeom prst="line">
            <a:avLst/>
          </a:prstGeom>
          <a:noFill/>
          <a:ln w="889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94360" y="320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5.F.8 — Causal versus non-causal choice is task-dependent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12648" y="84124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according to what information is available at prediction time.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123444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E7F5C7"/>
          </a:solidFill>
          <a:ln w="15240">
            <a:solidFill>
              <a:srgbClr val="84B9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60120" y="1391717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</a:rPr>
              <a:t>Causal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0" y="123444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7CC"/>
          </a:solidFill>
          <a:ln w="15240">
            <a:solidFill>
              <a:srgbClr val="F7C94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532120" y="1391717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2A"/>
                </a:solidFill>
              </a:rPr>
              <a:t>Non-causal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234440" y="205740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280160" y="216200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forecasting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34440" y="265176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280160" y="275636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online monitoring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234440" y="324612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280160" y="335072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real-time alarms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234440" y="384048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1280160" y="394508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streaming labels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234440" y="443484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280160" y="453944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uses past + present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06440" y="205740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852160" y="216200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offline classification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806440" y="265176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852160" y="275636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retrospective segmentation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806440" y="324612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852160" y="335072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post-processing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806440" y="384048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852160" y="394508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0F172A"/>
                </a:solidFill>
              </a:rPr>
              <a:t>stored recordings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806440" y="4434840"/>
            <a:ext cx="32918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852160" y="4539447"/>
            <a:ext cx="320040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may use future context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166360" y="1097280"/>
            <a:ext cx="0" cy="4480560"/>
          </a:xfrm>
          <a:prstGeom prst="line">
            <a:avLst/>
          </a:prstGeom>
          <a:noFill/>
          <a:ln w="165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4B91F"/>
                </a:solidFill>
              </a:rPr>
              <a:t>Stricter information constraint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852160" y="5394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Can exploit complete sequence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" y="6281928"/>
            <a:ext cx="9829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749808" y="634593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Causal models satisfy a stricter deployment constraint.</a:t>
            </a:r>
            <a:endParaRPr lang="en-US" sz="1200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B81BA28C-648F-A194-9691-05A0A48DA073}"/>
              </a:ext>
            </a:extLst>
          </p:cNvPr>
          <p:cNvSpPr txBox="1"/>
          <p:nvPr/>
        </p:nvSpPr>
        <p:spPr>
          <a:xfrm>
            <a:off x="5768976" y="5930437"/>
            <a:ext cx="44037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Non-causal model</a:t>
            </a:r>
          </a:p>
          <a:p>
            <a:pPr>
              <a:buNone/>
            </a:pPr>
            <a:r>
              <a:rPr lang="en-GB" sz="1600" dirty="0"/>
              <a:t>Use when the complete sequence is available before prediction.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EE84BB-02D3-A6FE-D89E-E071A68A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receptive field and latency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1D8F87-B735-3E08-F96A-A88549FCA8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498166" cy="4379911"/>
          </a:xfrm>
        </p:spPr>
        <p:txBody>
          <a:bodyPr>
            <a:normAutofit/>
          </a:bodyPr>
          <a:lstStyle/>
          <a:p>
            <a:r>
              <a:rPr lang="en-GB" dirty="0"/>
              <a:t>Suppose a causal network has a receptive field of: R = 500 frames</a:t>
            </a:r>
          </a:p>
          <a:p>
            <a:r>
              <a:rPr lang="en-GB" dirty="0"/>
              <a:t>At: Fs = 100 Hz this corresponds to: 5 seconds</a:t>
            </a:r>
          </a:p>
          <a:p>
            <a:r>
              <a:rPr lang="en-GB" b="1" dirty="0"/>
              <a:t>At time t</a:t>
            </a:r>
          </a:p>
          <a:p>
            <a:r>
              <a:rPr lang="en-GB" dirty="0"/>
              <a:t>the output can depend on approximately the previous five seconds.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B63E6CB-8DD7-A598-F97B-A4548F7D0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3770" y="2058989"/>
            <a:ext cx="4396930" cy="4481510"/>
          </a:xfrm>
        </p:spPr>
        <p:txBody>
          <a:bodyPr>
            <a:normAutofit/>
          </a:bodyPr>
          <a:lstStyle/>
          <a:p>
            <a:r>
              <a:rPr lang="en-GB" b="1" dirty="0"/>
              <a:t>Distinguish</a:t>
            </a:r>
          </a:p>
          <a:p>
            <a:r>
              <a:rPr lang="en-GB" b="1" dirty="0"/>
              <a:t>Historical context</a:t>
            </a:r>
            <a:endParaRPr lang="en-GB" dirty="0"/>
          </a:p>
          <a:p>
            <a:r>
              <a:rPr lang="en-GB" dirty="0"/>
              <a:t>How far into the past the output can look.</a:t>
            </a:r>
          </a:p>
          <a:p>
            <a:r>
              <a:rPr lang="en-GB" b="1" dirty="0"/>
              <a:t>Algorithmic latency</a:t>
            </a:r>
            <a:endParaRPr lang="en-GB" dirty="0"/>
          </a:p>
          <a:p>
            <a:r>
              <a:rPr lang="en-GB" dirty="0"/>
              <a:t>How long computation takes before the output becomes available.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62668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43B98-62CB-A24E-71C7-DE1760DE3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convolution still needs an efficient way to obtain long context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747B43-CD06-5DEF-BFD8-C8C2D4581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555066" cy="388077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causal convolution with:</a:t>
            </a:r>
          </a:p>
          <a:p>
            <a:r>
              <a:rPr lang="en-GB" dirty="0"/>
              <a:t>kernel size = 3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stride = 1</a:t>
            </a:r>
          </a:p>
          <a:p>
            <a:r>
              <a:rPr lang="en-GB" dirty="0"/>
              <a:t>increases historical receptive field only gradually with depth.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1 layer  → 3 frames</a:t>
            </a:r>
          </a:p>
          <a:p>
            <a:r>
              <a:rPr lang="en-GB" dirty="0"/>
              <a:t>2 layers → 5 </a:t>
            </a:r>
            <a:r>
              <a:rPr lang="en-GB" dirty="0" err="1"/>
              <a:t>sframes</a:t>
            </a:r>
            <a:endParaRPr lang="en-GB" dirty="0"/>
          </a:p>
          <a:p>
            <a:r>
              <a:rPr lang="en-GB" dirty="0"/>
              <a:t>3 layers → 7 </a:t>
            </a:r>
            <a:r>
              <a:rPr lang="en-GB" dirty="0" err="1"/>
              <a:t>sframes</a:t>
            </a:r>
            <a:endParaRPr lang="en-GB" dirty="0"/>
          </a:p>
          <a:p>
            <a:r>
              <a:rPr lang="en-GB" dirty="0"/>
              <a:t>4 layers → 9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5F46FB6-BFEB-D42D-5F5C-820ED12B71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2000" y="2200278"/>
            <a:ext cx="6197600" cy="446722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To cover hundreds or thousands of past steps, we could:</a:t>
            </a:r>
          </a:p>
          <a:p>
            <a:pPr lvl="1"/>
            <a:r>
              <a:rPr lang="en-GB" dirty="0"/>
              <a:t>use very large kernels; </a:t>
            </a:r>
          </a:p>
          <a:p>
            <a:pPr lvl="1"/>
            <a:r>
              <a:rPr lang="en-GB" dirty="0"/>
              <a:t>build many layers; </a:t>
            </a:r>
          </a:p>
          <a:p>
            <a:pPr lvl="1"/>
            <a:r>
              <a:rPr lang="en-GB" dirty="0" err="1"/>
              <a:t>downsample</a:t>
            </a:r>
            <a:r>
              <a:rPr lang="en-GB" dirty="0"/>
              <a:t> aggressively. </a:t>
            </a:r>
          </a:p>
          <a:p>
            <a:r>
              <a:rPr lang="en-GB" dirty="0"/>
              <a:t>Each option has disadvantages.</a:t>
            </a:r>
          </a:p>
          <a:p>
            <a:endParaRPr lang="en-GB" b="1" dirty="0"/>
          </a:p>
          <a:p>
            <a:r>
              <a:rPr lang="en-GB" b="1" dirty="0"/>
              <a:t>Better question</a:t>
            </a:r>
          </a:p>
          <a:p>
            <a:r>
              <a:rPr lang="en-GB" dirty="0"/>
              <a:t>Can we increase the causal receptive field rapidly while keeping small kernels and high temporal resolution?</a:t>
            </a:r>
          </a:p>
          <a:p>
            <a:r>
              <a:rPr lang="en-GB" dirty="0"/>
              <a:t>The answer is </a:t>
            </a:r>
            <a:r>
              <a:rPr lang="en-GB" b="1" dirty="0"/>
              <a:t>dilated convolution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060014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86821D-A47B-5822-5EF6-884066E8C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Block 5.G — Dilated Convolution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65DEEB-B3DB-C893-7501-DBF33EE18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480651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8A5E42-4A38-94C6-0180-7157E36E6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Increasing receptive field without large kernels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3651E4-B637-AF0A-E370-26CFE88E9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313766" cy="43545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 causal Conv1D with: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stride 1; </a:t>
            </a:r>
          </a:p>
          <a:p>
            <a:r>
              <a:rPr lang="en-GB" b="1" dirty="0"/>
              <a:t>increases receptive field only gradually with depth.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1 layer  → 3 frames</a:t>
            </a:r>
          </a:p>
          <a:p>
            <a:pPr lvl="1"/>
            <a:r>
              <a:rPr lang="en-GB" dirty="0"/>
              <a:t>2 layers → 5 frames</a:t>
            </a:r>
          </a:p>
          <a:p>
            <a:pPr lvl="1"/>
            <a:r>
              <a:rPr lang="en-GB" dirty="0"/>
              <a:t>3 layers → 7 frames</a:t>
            </a:r>
          </a:p>
          <a:p>
            <a:pPr lvl="1"/>
            <a:r>
              <a:rPr lang="en-GB" dirty="0"/>
              <a:t>4 layers → 9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6841F3B-383C-58EF-BED6-1A3A6027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848030" cy="45069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To cover hundreds of time steps, we could use:</a:t>
            </a:r>
          </a:p>
          <a:p>
            <a:pPr lvl="1"/>
            <a:r>
              <a:rPr lang="en-GB" dirty="0"/>
              <a:t>many layers; </a:t>
            </a:r>
          </a:p>
          <a:p>
            <a:pPr lvl="1"/>
            <a:r>
              <a:rPr lang="en-GB" dirty="0"/>
              <a:t>very large kernels; </a:t>
            </a:r>
          </a:p>
          <a:p>
            <a:pPr lvl="1"/>
            <a:r>
              <a:rPr lang="en-GB" dirty="0"/>
              <a:t>aggressive </a:t>
            </a:r>
            <a:r>
              <a:rPr lang="en-GB" dirty="0" err="1"/>
              <a:t>downsampling</a:t>
            </a:r>
            <a:r>
              <a:rPr lang="en-GB" dirty="0"/>
              <a:t>. </a:t>
            </a:r>
          </a:p>
          <a:p>
            <a:r>
              <a:rPr lang="en-GB" dirty="0"/>
              <a:t>Each option has a cost.</a:t>
            </a:r>
          </a:p>
          <a:p>
            <a:r>
              <a:rPr lang="en-GB" b="1" dirty="0"/>
              <a:t>Alternative</a:t>
            </a:r>
          </a:p>
          <a:p>
            <a:r>
              <a:rPr lang="en-GB" dirty="0"/>
              <a:t>A </a:t>
            </a:r>
            <a:r>
              <a:rPr lang="en-GB" b="1" dirty="0"/>
              <a:t>dilated convolution</a:t>
            </a:r>
            <a:r>
              <a:rPr lang="en-GB" dirty="0"/>
              <a:t> increases the spacing between the input positions used by the kernel.</a:t>
            </a:r>
          </a:p>
          <a:p>
            <a:r>
              <a:rPr lang="en-GB" dirty="0"/>
              <a:t>This allows a small kernel to cover a much larger temporal interval.</a:t>
            </a:r>
          </a:p>
          <a:p>
            <a:endParaRPr lang="en-GB" dirty="0"/>
          </a:p>
          <a:p>
            <a:r>
              <a:rPr lang="en-GB" b="1" dirty="0"/>
              <a:t>Dilation expands temporal context without increasing the number of kernel weights.</a:t>
            </a:r>
          </a:p>
        </p:txBody>
      </p:sp>
    </p:spTree>
    <p:extLst>
      <p:ext uri="{BB962C8B-B14F-4D97-AF65-F5344CB8AC3E}">
        <p14:creationId xmlns:p14="http://schemas.microsoft.com/office/powerpoint/2010/main" val="89656558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Dilated Convolution and TCN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14173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475569"/>
                </a:solidFill>
              </a:rPr>
              <a:t>This figure deck collects the visual explanations for dilation, causal receptive fields, residual TCN blocks and task-specific TCN use.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242316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46988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76756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906524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336292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766060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195828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625596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55364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485132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914900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344668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774436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204204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33972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063740" y="23728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063740" y="237286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633972" y="237286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204204" y="237286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772400" y="23225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97280" y="306324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046988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476756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906524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336292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766060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195828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3625596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055364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485132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914900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344668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5774436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204204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6633972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7063740" y="3012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7063740" y="301294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6204204" y="301294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344668" y="301294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7772400" y="29626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2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97280" y="370332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46988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476756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906524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336292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766060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195828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625596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4055364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4485132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4914900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344668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5774436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204204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6633972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7063740" y="36530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7063740" y="365302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5344668" y="365302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3625596" y="365302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7772400" y="36027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4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97280" y="4343400"/>
            <a:ext cx="60167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1046988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1476756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1906524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2336292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2766060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3195828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3625596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4055364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4485132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914900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8"/>
          <p:cNvSpPr/>
          <p:nvPr/>
        </p:nvSpPr>
        <p:spPr>
          <a:xfrm>
            <a:off x="5344668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9"/>
          <p:cNvSpPr/>
          <p:nvPr/>
        </p:nvSpPr>
        <p:spPr>
          <a:xfrm>
            <a:off x="5774436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6204204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6633972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2"/>
          <p:cNvSpPr/>
          <p:nvPr/>
        </p:nvSpPr>
        <p:spPr>
          <a:xfrm>
            <a:off x="7063740" y="42931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7063740" y="429310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4"/>
          <p:cNvSpPr/>
          <p:nvPr/>
        </p:nvSpPr>
        <p:spPr>
          <a:xfrm>
            <a:off x="3625596" y="429310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5"/>
          <p:cNvSpPr/>
          <p:nvPr/>
        </p:nvSpPr>
        <p:spPr>
          <a:xfrm>
            <a:off x="7772400" y="4242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dilation 8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From local kernels to large causal receptive fields.</a:t>
            </a:r>
            <a:endParaRPr lang="en-US" sz="11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72E5DB-2B44-7315-68AA-5B233AD4E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Standard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7C68BAD-2203-2A54-E97D-0538FE9F4E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a causal convolution with:</a:t>
            </a:r>
          </a:p>
          <a:p>
            <a:pPr lvl="1"/>
            <a:r>
              <a:rPr lang="en-GB" dirty="0"/>
              <a:t>kernel size K = 3</a:t>
            </a:r>
          </a:p>
          <a:p>
            <a:pPr lvl="1"/>
            <a:r>
              <a:rPr lang="en-GB" dirty="0"/>
              <a:t>and:</a:t>
            </a:r>
          </a:p>
          <a:p>
            <a:pPr lvl="1"/>
            <a:r>
              <a:rPr lang="en-GB" dirty="0"/>
              <a:t>dilation = 1</a:t>
            </a:r>
          </a:p>
          <a:p>
            <a:r>
              <a:rPr lang="en-GB" dirty="0"/>
              <a:t>For an output at time t, the kernel uses:</a:t>
            </a:r>
          </a:p>
          <a:p>
            <a:r>
              <a:rPr lang="en-GB" dirty="0"/>
              <a:t>x[t−2], x[t−1], x[t]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6FA43A8-6D5B-8665-C124-9B57E4D0601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Conceptually:</a:t>
            </a:r>
          </a:p>
          <a:p>
            <a:r>
              <a:rPr lang="en-GB" dirty="0"/>
              <a:t>time →</a:t>
            </a:r>
          </a:p>
          <a:p>
            <a:r>
              <a:rPr lang="en-GB" dirty="0"/>
              <a:t>x[t−4] x[t−3] x[t−2] x[t−1] x[t]</a:t>
            </a:r>
          </a:p>
          <a:p>
            <a:r>
              <a:rPr lang="en-GB" dirty="0"/>
              <a:t>                        ●        ●      ●</a:t>
            </a:r>
          </a:p>
          <a:p>
            <a:r>
              <a:rPr lang="en-GB" dirty="0"/>
              <a:t>                 └── kernel ───┘</a:t>
            </a:r>
          </a:p>
          <a:p>
            <a:r>
              <a:rPr lang="en-GB" dirty="0"/>
              <a:t>The kernel covers three consecutive observations.</a:t>
            </a:r>
          </a:p>
          <a:p>
            <a:r>
              <a:rPr lang="en-GB" b="1" dirty="0"/>
              <a:t>Effective temporal span</a:t>
            </a:r>
          </a:p>
          <a:p>
            <a:r>
              <a:rPr lang="en-GB" dirty="0"/>
              <a:t>For dilation 1:</a:t>
            </a:r>
          </a:p>
          <a:p>
            <a:r>
              <a:rPr lang="en-GB" dirty="0"/>
              <a:t>span = 3 frames</a:t>
            </a:r>
          </a:p>
          <a:p>
            <a:r>
              <a:rPr lang="en-GB" dirty="0"/>
              <a:t>This is the well-known ordinary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9875300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4A7E09-C9BD-08F7-DE33-296D7ADD9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introduces gaps between kernel positions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60060A4-16FE-2309-06A5-CC378FCCA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231466" cy="44307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Now keep:</a:t>
            </a:r>
          </a:p>
          <a:p>
            <a:r>
              <a:rPr lang="en-GB" dirty="0"/>
              <a:t>K = 3</a:t>
            </a:r>
          </a:p>
          <a:p>
            <a:r>
              <a:rPr lang="en-GB" dirty="0"/>
              <a:t>but use:</a:t>
            </a:r>
          </a:p>
          <a:p>
            <a:r>
              <a:rPr lang="en-GB" dirty="0"/>
              <a:t>dilation = 2</a:t>
            </a:r>
          </a:p>
          <a:p>
            <a:r>
              <a:rPr lang="en-GB" dirty="0"/>
              <a:t>The convolution uses:</a:t>
            </a:r>
          </a:p>
          <a:p>
            <a:r>
              <a:rPr lang="en-GB" dirty="0"/>
              <a:t>x[t−4], x[t−2], x[t]</a:t>
            </a:r>
          </a:p>
          <a:p>
            <a:r>
              <a:rPr lang="en-GB" dirty="0"/>
              <a:t>instead of three consecutive values.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time →</a:t>
            </a:r>
          </a:p>
          <a:p>
            <a:r>
              <a:rPr lang="en-GB" dirty="0"/>
              <a:t>x[t−4] x[t−3] x[t−2] x[t−1] x[t]</a:t>
            </a:r>
          </a:p>
          <a:p>
            <a:r>
              <a:rPr lang="en-GB" dirty="0"/>
              <a:t>   ●                 ●                 ●</a:t>
            </a:r>
          </a:p>
          <a:p>
            <a:r>
              <a:rPr lang="en-GB" dirty="0"/>
              <a:t>   └────── dilated kernel ───────┘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DEBAA0-5D7C-A193-6F49-705D53A2D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30632" y="1955800"/>
            <a:ext cx="4569267" cy="4635499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The kernel still contains only 3 learned temporal positions</a:t>
            </a:r>
          </a:p>
          <a:p>
            <a:r>
              <a:rPr lang="en-GB" dirty="0"/>
              <a:t>but now spans 5 original time steps</a:t>
            </a:r>
          </a:p>
          <a:p>
            <a:endParaRPr lang="en-GB" b="1" dirty="0"/>
          </a:p>
          <a:p>
            <a:r>
              <a:rPr lang="en-GB" b="1" dirty="0"/>
              <a:t>Effect</a:t>
            </a:r>
          </a:p>
          <a:p>
            <a:r>
              <a:rPr lang="en-GB" dirty="0"/>
              <a:t>Dilation increases the temporal coverage without:</a:t>
            </a:r>
          </a:p>
          <a:p>
            <a:pPr lvl="1"/>
            <a:r>
              <a:rPr lang="en-GB" dirty="0"/>
              <a:t>increasing kernel size; </a:t>
            </a:r>
          </a:p>
          <a:p>
            <a:pPr lvl="1"/>
            <a:r>
              <a:rPr lang="en-GB" dirty="0"/>
              <a:t>introducing more filter coefficients.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85704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 versus dilated convolution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Same kernel size, larger temporal span</a:t>
            </a:r>
            <a:endParaRPr lang="en-US" sz="1150" b="1" dirty="0"/>
          </a:p>
        </p:txBody>
      </p:sp>
      <p:sp>
        <p:nvSpPr>
          <p:cNvPr id="8" name="Text 6"/>
          <p:cNvSpPr/>
          <p:nvPr/>
        </p:nvSpPr>
        <p:spPr>
          <a:xfrm>
            <a:off x="777240" y="159105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</a:rPr>
              <a:t>Dilation = 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1920240"/>
            <a:ext cx="6035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0982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1274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91566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41858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92150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342442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92734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43026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93318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3610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93902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44194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44868" y="18699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939028" y="186994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441948" y="186994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944868" y="186994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989320" y="1691640"/>
            <a:ext cx="1005840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360920" y="17556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uses x[t-2], x[t-1], x[t]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77240" y="264261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</a:rPr>
              <a:t>Dilation = 2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2971800"/>
            <a:ext cx="6035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90982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41274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91566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41858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92150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42442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392734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443026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93318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543610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93902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44194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944868" y="29215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933188" y="292150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5939028" y="292150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6944868" y="292150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4983480" y="2743200"/>
            <a:ext cx="2011680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7360920" y="2807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uses x[t-4], x[t-2], x[t]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77240" y="3694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</a:rPr>
              <a:t>Dilation = 4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960120" y="4023360"/>
            <a:ext cx="6035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90982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41274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91566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41858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292150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342442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92734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443026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493318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543610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593902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644194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6944868" y="3973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2921508" y="397306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4933188" y="397306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6944868" y="397306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2971800" y="3794760"/>
            <a:ext cx="4023360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7360920" y="38587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uses x[t-8], x[t-4], x[t]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475569"/>
                </a:solidFill>
              </a:rPr>
              <a:t>Dilation spaces the kernel positions apart while keeping the same number of learned weights.</a:t>
            </a:r>
            <a:endParaRPr lang="en-US" sz="1150" b="1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1A81B4-5311-D001-599F-86E3D77B3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Larger dilation gives larger temporal span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D7A2628-CB37-F40F-2BCD-8C9AD5285E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847166" cy="42910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For:</a:t>
            </a:r>
          </a:p>
          <a:p>
            <a:r>
              <a:rPr lang="en-GB" dirty="0"/>
              <a:t>K = 3</a:t>
            </a:r>
          </a:p>
          <a:p>
            <a:r>
              <a:rPr lang="en-GB" b="1" dirty="0"/>
              <a:t>Dilation 1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x[t−2], x[t−1], x[t]</a:t>
            </a:r>
          </a:p>
          <a:p>
            <a:r>
              <a:rPr lang="en-GB" dirty="0"/>
              <a:t>Temporal span: 3</a:t>
            </a:r>
          </a:p>
          <a:p>
            <a:endParaRPr lang="en-GB" b="1" dirty="0"/>
          </a:p>
          <a:p>
            <a:r>
              <a:rPr lang="en-GB" b="1" dirty="0"/>
              <a:t>Dilation 2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x[t−4], x[t−2], x[t]</a:t>
            </a:r>
          </a:p>
          <a:p>
            <a:r>
              <a:rPr lang="en-GB" dirty="0"/>
              <a:t>Temporal span: 5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EDA3DA0-7B36-C2E5-B9B7-49B216F812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43600" y="2160589"/>
            <a:ext cx="5854700" cy="44561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Dilation 4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x[t−8], x[t−4], x[t]</a:t>
            </a:r>
          </a:p>
          <a:p>
            <a:r>
              <a:rPr lang="en-GB" dirty="0"/>
              <a:t>Temporal span: 9</a:t>
            </a:r>
          </a:p>
          <a:p>
            <a:endParaRPr lang="en-GB" b="1" dirty="0"/>
          </a:p>
          <a:p>
            <a:r>
              <a:rPr lang="en-GB" b="1" dirty="0"/>
              <a:t>Dilation 8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x[t−16], x[t−8], x[t]</a:t>
            </a:r>
          </a:p>
          <a:p>
            <a:r>
              <a:rPr lang="en-GB" dirty="0"/>
              <a:t>Temporal span: 17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sampled positions become increasingly separated.</a:t>
            </a:r>
          </a:p>
          <a:p>
            <a:r>
              <a:rPr lang="en-GB" dirty="0"/>
              <a:t>The number of learned weights is unchanged.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918047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BD8E78-A4B5-6AEC-851C-B07B2350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Effective kernel span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2C8876-66B7-9C53-21D9-7B41EBD75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37666" cy="44942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For kernel size K and dilation D, the temporal span of one dilated kernel is:</a:t>
            </a:r>
          </a:p>
          <a:p>
            <a:r>
              <a:rPr lang="en-GB" dirty="0">
                <a:highlight>
                  <a:srgbClr val="FFFF00"/>
                </a:highlight>
              </a:rPr>
              <a:t>effective span = 1 + (K − 1) × D</a:t>
            </a:r>
          </a:p>
          <a:p>
            <a:r>
              <a:rPr lang="en-GB" b="1" dirty="0"/>
              <a:t>Example 1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D = 1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1 + 2×1 = 3</a:t>
            </a:r>
          </a:p>
          <a:p>
            <a:r>
              <a:rPr lang="en-GB" b="1" dirty="0"/>
              <a:t>Example 2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D = 4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1 + 2×4 = 9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8F48F5A-8869-0E20-A3AC-FDF7E5AD7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8370" y="2160589"/>
            <a:ext cx="5679630" cy="44942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 3</a:t>
            </a:r>
          </a:p>
          <a:p>
            <a:pPr lvl="1"/>
            <a:r>
              <a:rPr lang="en-GB" dirty="0"/>
              <a:t>K = 5</a:t>
            </a:r>
          </a:p>
          <a:p>
            <a:pPr lvl="1"/>
            <a:r>
              <a:rPr lang="en-GB" dirty="0"/>
              <a:t>D = 4</a:t>
            </a:r>
          </a:p>
          <a:p>
            <a:pPr lvl="1"/>
            <a:r>
              <a:rPr lang="en-GB" dirty="0"/>
              <a:t>Then:</a:t>
            </a:r>
          </a:p>
          <a:p>
            <a:pPr lvl="1"/>
            <a:r>
              <a:rPr lang="en-GB" dirty="0"/>
              <a:t>1 + 4×4 = 17</a:t>
            </a:r>
          </a:p>
          <a:p>
            <a:endParaRPr lang="en-GB" b="1" dirty="0"/>
          </a:p>
          <a:p>
            <a:r>
              <a:rPr lang="en-GB" dirty="0"/>
              <a:t>The </a:t>
            </a:r>
            <a:r>
              <a:rPr lang="en-GB" b="1" dirty="0"/>
              <a:t>number of kernel parameters</a:t>
            </a:r>
            <a:r>
              <a:rPr lang="en-GB" dirty="0"/>
              <a:t> still depends on K.</a:t>
            </a:r>
          </a:p>
          <a:p>
            <a:r>
              <a:rPr lang="en-GB" dirty="0"/>
              <a:t>The </a:t>
            </a:r>
            <a:r>
              <a:rPr lang="en-GB" b="1" dirty="0"/>
              <a:t>temporal span</a:t>
            </a:r>
            <a:r>
              <a:rPr lang="en-GB" dirty="0"/>
              <a:t> depends on both K and 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336372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Effective span of a dilated kernel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75569"/>
                </a:solidFill>
              </a:rPr>
              <a:t>Parameters depend on K</a:t>
            </a:r>
            <a:r>
              <a:rPr lang="en-US" sz="1150" dirty="0">
                <a:solidFill>
                  <a:srgbClr val="475569"/>
                </a:solidFill>
              </a:rPr>
              <a:t>; temporal span depends on K and 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6B817"/>
                </a:solidFill>
                <a:highlight>
                  <a:srgbClr val="FFFF00"/>
                </a:highlight>
              </a:rPr>
              <a:t>effective span = 1 + (K − 1) × D</a:t>
            </a:r>
            <a:endParaRPr lang="en-US" sz="2400" dirty="0">
              <a:highlight>
                <a:srgbClr val="FFFF00"/>
              </a:highlight>
            </a:endParaRPr>
          </a:p>
        </p:txBody>
      </p:sp>
      <p:sp>
        <p:nvSpPr>
          <p:cNvPr id="9" name="Shape 7"/>
          <p:cNvSpPr/>
          <p:nvPr/>
        </p:nvSpPr>
        <p:spPr>
          <a:xfrm>
            <a:off x="914400" y="205740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11680" y="205740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066544" y="210312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0" y="205740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163824" y="210312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Span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05740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09744" y="210312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Sampled positions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256032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69264" y="26060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011680" y="256032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066544" y="26060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08960" y="25603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163824" y="260604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25603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809744" y="260604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t−2, t−1, 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06324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69264" y="310896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011680" y="306324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066544" y="310896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08960" y="306324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163824" y="310896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9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306324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809744" y="310896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t−8, t−4, 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14400" y="35661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69264" y="361188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011680" y="35661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2066544" y="361188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108960" y="356616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163824" y="361188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17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54880" y="356616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809744" y="3611880"/>
            <a:ext cx="190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</a:rPr>
              <a:t>t−16, t−12, t−8, t−4, 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97280" y="4800600"/>
            <a:ext cx="5559552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04698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39446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741932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089404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436876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278434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313182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3479292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826764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4174236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52170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486918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5216652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5564124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5911596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6259068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6606540" y="475030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1046988" y="475030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3826764" y="475030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6606540" y="475030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1097280" y="4562856"/>
            <a:ext cx="5559552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1097280" y="5166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K = 3, D = 8 → span = 17 frames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Dilation increases temporal span without increasing the number of kernel positions.</a:t>
            </a:r>
            <a:endParaRPr lang="en-US" sz="115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38AE3D-55BE-1629-3075-0ADAA5C56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Stacking dilated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81DF5-990D-4A2A-1926-8AEE65661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Dilation becomes especially effective when several layers are stacked.</a:t>
            </a:r>
          </a:p>
          <a:p>
            <a:r>
              <a:rPr lang="en-GB" dirty="0"/>
              <a:t>A common sequence is:</a:t>
            </a:r>
          </a:p>
          <a:p>
            <a:pPr lvl="1"/>
            <a:r>
              <a:rPr lang="en-GB" dirty="0"/>
              <a:t>Layer 1: dilation = 1</a:t>
            </a:r>
          </a:p>
          <a:p>
            <a:pPr lvl="1"/>
            <a:r>
              <a:rPr lang="en-GB" dirty="0"/>
              <a:t>Layer 2: dilation = 2</a:t>
            </a:r>
          </a:p>
          <a:p>
            <a:pPr lvl="1"/>
            <a:r>
              <a:rPr lang="en-GB" dirty="0"/>
              <a:t>Layer 3: dilation = 4</a:t>
            </a:r>
          </a:p>
          <a:p>
            <a:pPr lvl="1"/>
            <a:r>
              <a:rPr lang="en-GB" dirty="0"/>
              <a:t>Layer 4: dilation = 8</a:t>
            </a:r>
          </a:p>
          <a:p>
            <a:r>
              <a:rPr lang="en-GB" dirty="0"/>
              <a:t>Each deeper layer sees activations whose own receptive fields already cover previous input regions.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814591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6B077-9907-5A7C-9857-23C1BCB57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7A045-CF11-4F2E-A27B-3F7D599FA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Stacking dilated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839CB2D-28EE-14AF-5958-B96C16F2C9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architecture</a:t>
            </a:r>
          </a:p>
          <a:p>
            <a:r>
              <a:rPr lang="en-GB" dirty="0"/>
              <a:t>input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1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2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4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Conv dilation 8</a:t>
            </a:r>
          </a:p>
          <a:p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5832E62-8792-8D75-D8D3-B01EF41EF3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Result</a:t>
            </a:r>
          </a:p>
          <a:p>
            <a:r>
              <a:rPr lang="en-GB" dirty="0"/>
              <a:t>The receptive field grows rapidly even when:</a:t>
            </a:r>
          </a:p>
          <a:p>
            <a:pPr lvl="1"/>
            <a:r>
              <a:rPr lang="en-GB" dirty="0"/>
              <a:t>kernel size stays small; </a:t>
            </a:r>
          </a:p>
          <a:p>
            <a:pPr lvl="1"/>
            <a:r>
              <a:rPr lang="en-GB" dirty="0"/>
              <a:t>stride stays 1; </a:t>
            </a:r>
          </a:p>
          <a:p>
            <a:pPr lvl="1"/>
            <a:r>
              <a:rPr lang="en-GB" dirty="0"/>
              <a:t>temporal resolution is preserved. 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Exponentially increasing dilation provides long temporal context with relatively few layers</a:t>
            </a:r>
          </a:p>
        </p:txBody>
      </p:sp>
    </p:spTree>
    <p:extLst>
      <p:ext uri="{BB962C8B-B14F-4D97-AF65-F5344CB8AC3E}">
        <p14:creationId xmlns:p14="http://schemas.microsoft.com/office/powerpoint/2010/main" val="379886436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DFC848-C762-E422-9C0D-A24FDA3EF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of receptive-field growth with dilation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E7BB98-62A4-76E7-7C47-2FCCBB308D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51966" cy="44053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Consider four causal convolutional layers with:</a:t>
            </a:r>
          </a:p>
          <a:p>
            <a:pPr lvl="1"/>
            <a:r>
              <a:rPr lang="en-GB" dirty="0"/>
              <a:t>kernel size K = 3; </a:t>
            </a:r>
          </a:p>
          <a:p>
            <a:pPr lvl="1"/>
            <a:r>
              <a:rPr lang="en-GB" dirty="0"/>
              <a:t>stride 1; </a:t>
            </a:r>
          </a:p>
          <a:p>
            <a:pPr lvl="1"/>
            <a:r>
              <a:rPr lang="en-GB" dirty="0"/>
              <a:t>dilations 1, 2, 4, 8. </a:t>
            </a:r>
          </a:p>
          <a:p>
            <a:endParaRPr lang="en-GB" dirty="0"/>
          </a:p>
          <a:p>
            <a:r>
              <a:rPr lang="en-GB" dirty="0"/>
              <a:t>The receptive field grows approximately as:</a:t>
            </a:r>
          </a:p>
          <a:p>
            <a:pPr lvl="1"/>
            <a:r>
              <a:rPr lang="en-GB" dirty="0"/>
              <a:t>Layer 1:  3 frames</a:t>
            </a:r>
          </a:p>
          <a:p>
            <a:pPr lvl="1"/>
            <a:r>
              <a:rPr lang="en-GB" dirty="0"/>
              <a:t>Layer 2:  7 frames</a:t>
            </a:r>
          </a:p>
          <a:p>
            <a:pPr lvl="1"/>
            <a:r>
              <a:rPr lang="en-GB" dirty="0"/>
              <a:t>Layer 3: 15 frames</a:t>
            </a:r>
          </a:p>
          <a:p>
            <a:pPr lvl="1"/>
            <a:r>
              <a:rPr lang="en-GB" dirty="0"/>
              <a:t>Layer 4: 31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0C00B19-5C20-23B1-7D09-6CAE43E99A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7570" y="2046289"/>
            <a:ext cx="5781230" cy="469741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Compare with no dilation</a:t>
            </a:r>
          </a:p>
          <a:p>
            <a:r>
              <a:rPr lang="en-GB" dirty="0"/>
              <a:t>Four ordinary K = 3 convolutions give:</a:t>
            </a:r>
          </a:p>
          <a:p>
            <a:r>
              <a:rPr lang="en-GB" dirty="0"/>
              <a:t>9 frames</a:t>
            </a:r>
          </a:p>
          <a:p>
            <a:r>
              <a:rPr lang="en-GB" b="1" dirty="0"/>
              <a:t>With dilation</a:t>
            </a:r>
          </a:p>
          <a:p>
            <a:r>
              <a:rPr lang="en-GB" dirty="0"/>
              <a:t>The same number of layers gives:</a:t>
            </a:r>
          </a:p>
          <a:p>
            <a:r>
              <a:rPr lang="en-GB" dirty="0"/>
              <a:t>31 frames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network can access a much longer history without:</a:t>
            </a:r>
          </a:p>
          <a:p>
            <a:pPr lvl="1"/>
            <a:r>
              <a:rPr lang="en-GB" dirty="0"/>
              <a:t>increasing depth dramatically; </a:t>
            </a:r>
          </a:p>
          <a:p>
            <a:pPr lvl="1"/>
            <a:r>
              <a:rPr lang="en-GB" b="1" dirty="0"/>
              <a:t>reducing output resolution. </a:t>
            </a:r>
          </a:p>
          <a:p>
            <a:r>
              <a:rPr lang="en-GB" dirty="0"/>
              <a:t>This is especially useful for long time-series sequences.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84665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Stacked dilations rapidly grow the receptive field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Example with K = 3 and dilations 1, 2, 4, 8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005840" y="5074920"/>
            <a:ext cx="63093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5554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6586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37617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58648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679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00710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1742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2773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63804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84835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05866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26898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47929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8960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89991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11022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32054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53085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74116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95147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16178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37210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58241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79272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00303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1334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423660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633972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844284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54596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264908" y="502462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777240" y="41422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B73FF"/>
                </a:solidFill>
              </a:rPr>
              <a:t>d=1  RF=3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94576" y="4956048"/>
            <a:ext cx="420624" cy="0"/>
          </a:xfrm>
          <a:prstGeom prst="line">
            <a:avLst/>
          </a:prstGeom>
          <a:noFill/>
          <a:ln w="3810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7772400" y="404164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827264" y="408736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B73FF"/>
                </a:solidFill>
              </a:rPr>
              <a:t>Conv d=1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394192" y="4471416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77240" y="33649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6B817"/>
                </a:solidFill>
              </a:rPr>
              <a:t>d=2  RF=7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053328" y="4956048"/>
            <a:ext cx="1261872" cy="0"/>
          </a:xfrm>
          <a:prstGeom prst="line">
            <a:avLst/>
          </a:prstGeom>
          <a:noFill/>
          <a:ln w="381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7772400" y="326440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7827264" y="331012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6B817"/>
                </a:solidFill>
              </a:rPr>
              <a:t>Conv d=2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94192" y="3694176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777240" y="25877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B400"/>
                </a:solidFill>
              </a:rPr>
              <a:t>d=4  RF=15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370832" y="4956048"/>
            <a:ext cx="2944368" cy="0"/>
          </a:xfrm>
          <a:prstGeom prst="line">
            <a:avLst/>
          </a:prstGeom>
          <a:noFill/>
          <a:ln w="3810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7772400" y="248716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827264" y="253288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1B400"/>
                </a:solidFill>
              </a:rPr>
              <a:t>Conv d=4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94192" y="2916936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77240" y="18105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</a:rPr>
              <a:t>d=8  RF=31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1005840" y="4956048"/>
            <a:ext cx="6309360" cy="0"/>
          </a:xfrm>
          <a:prstGeom prst="line">
            <a:avLst/>
          </a:prstGeom>
          <a:noFill/>
          <a:ln w="3810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772400" y="1709928"/>
            <a:ext cx="12344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827264" y="1755648"/>
            <a:ext cx="1124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</a:rPr>
              <a:t>Conv d=8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14400" y="114300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75569"/>
                </a:solidFill>
              </a:rPr>
              <a:t>Four layers cover 31 input samples instead of 9 without dilation.</a:t>
            </a:r>
            <a:endParaRPr lang="en-US" sz="1700" dirty="0"/>
          </a:p>
        </p:txBody>
      </p:sp>
      <p:sp>
        <p:nvSpPr>
          <p:cNvPr id="60" name="Text 58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Exponential dilation gives large historical context with few layers and no downsampling.</a:t>
            </a:r>
            <a:endParaRPr lang="en-US" sz="115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4E0086-EAED-4775-AF8D-B5F5EF681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Physical interpretation of dilation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C8A929-E2B2-E0A6-19C4-27CF4A9EF1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991580" cy="4291011"/>
          </a:xfrm>
        </p:spPr>
        <p:txBody>
          <a:bodyPr>
            <a:normAutofit/>
          </a:bodyPr>
          <a:lstStyle/>
          <a:p>
            <a:r>
              <a:rPr lang="en-GB" dirty="0"/>
              <a:t>Suppose:</a:t>
            </a:r>
          </a:p>
          <a:p>
            <a:r>
              <a:rPr lang="en-GB" dirty="0"/>
              <a:t>Fs = 100 Hz</a:t>
            </a:r>
          </a:p>
          <a:p>
            <a:r>
              <a:rPr lang="en-GB" dirty="0"/>
              <a:t>and a causal layer uses: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D = 10</a:t>
            </a:r>
          </a:p>
          <a:p>
            <a:r>
              <a:rPr lang="en-GB" dirty="0"/>
              <a:t>The kernel positions are separated by: 10 / 100 = 0.1 seconds</a:t>
            </a:r>
          </a:p>
          <a:p>
            <a:r>
              <a:rPr lang="en-GB" dirty="0"/>
              <a:t>The effective span is: 1 + 2×10 = 21 frames</a:t>
            </a:r>
          </a:p>
          <a:p>
            <a:r>
              <a:rPr lang="en-GB" dirty="0"/>
              <a:t>or approximately: 0.21 seconds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CFF346F-CDDA-9D45-4272-BDF80597B1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23087" y="2160589"/>
            <a:ext cx="5501830" cy="4570411"/>
          </a:xfrm>
        </p:spPr>
        <p:txBody>
          <a:bodyPr>
            <a:normAutofit/>
          </a:bodyPr>
          <a:lstStyle/>
          <a:p>
            <a:r>
              <a:rPr lang="en-GB" b="1" dirty="0"/>
              <a:t>Important point</a:t>
            </a:r>
          </a:p>
          <a:p>
            <a:r>
              <a:rPr lang="en-GB" dirty="0"/>
              <a:t>Dilation should also be interpreted in physical time.</a:t>
            </a:r>
          </a:p>
          <a:p>
            <a:r>
              <a:rPr lang="en-GB" dirty="0"/>
              <a:t>A dilation of 10 has very different meaning for:</a:t>
            </a:r>
          </a:p>
          <a:p>
            <a:pPr lvl="1"/>
            <a:r>
              <a:rPr lang="en-GB" dirty="0"/>
              <a:t>100 Hz vibration data; </a:t>
            </a:r>
          </a:p>
          <a:p>
            <a:pPr lvl="1"/>
            <a:r>
              <a:rPr lang="en-GB" dirty="0"/>
              <a:t>1 Hz process data; </a:t>
            </a:r>
          </a:p>
          <a:p>
            <a:pPr lvl="1"/>
            <a:r>
              <a:rPr lang="en-GB" dirty="0"/>
              <a:t>hourly demand data. </a:t>
            </a:r>
          </a:p>
          <a:p>
            <a:endParaRPr lang="en-GB" b="1" dirty="0"/>
          </a:p>
          <a:p>
            <a:r>
              <a:rPr lang="en-GB" b="1" dirty="0"/>
              <a:t>Design question</a:t>
            </a:r>
          </a:p>
          <a:p>
            <a:r>
              <a:rPr lang="en-GB" dirty="0"/>
              <a:t>What temporal scales should the network be able to connect directly?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325979-570A-E1C8-50E0-562283F0F9AB}"/>
              </a:ext>
            </a:extLst>
          </p:cNvPr>
          <p:cNvSpPr txBox="1"/>
          <p:nvPr/>
        </p:nvSpPr>
        <p:spPr>
          <a:xfrm>
            <a:off x="677334" y="6248400"/>
            <a:ext cx="29675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86B817"/>
                </a:solidFill>
                <a:highlight>
                  <a:srgbClr val="FFFF00"/>
                </a:highlight>
              </a:rPr>
              <a:t>effective span = 1 + (K − 1) × D</a:t>
            </a:r>
            <a:endParaRPr lang="en-US" sz="1400" dirty="0">
              <a:highlight>
                <a:srgbClr val="FFFF00"/>
              </a:highlight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E33ABCD0-593B-0C5B-511B-B30CE23FC665}"/>
              </a:ext>
            </a:extLst>
          </p:cNvPr>
          <p:cNvCxnSpPr/>
          <p:nvPr/>
        </p:nvCxnSpPr>
        <p:spPr>
          <a:xfrm flipV="1">
            <a:off x="1981200" y="5092700"/>
            <a:ext cx="2603500" cy="1168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967091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333685-777C-B862-7EF2-EFA9273A7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preserves temporal resolution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B880C4-AED6-1C6C-14EE-3336BACA99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240866" cy="4418010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Consider two methods for increasing temporal context.</a:t>
            </a:r>
          </a:p>
          <a:p>
            <a:r>
              <a:rPr lang="en-GB" b="1" dirty="0" err="1"/>
              <a:t>Downsampling</a:t>
            </a:r>
            <a:endParaRPr lang="en-GB" b="1" dirty="0"/>
          </a:p>
          <a:p>
            <a:pPr lvl="1"/>
            <a:r>
              <a:rPr lang="en-GB" dirty="0"/>
              <a:t>Conv / pooling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shorter sequence</a:t>
            </a:r>
          </a:p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efficient. </a:t>
            </a:r>
          </a:p>
          <a:p>
            <a:r>
              <a:rPr lang="en-GB" dirty="0"/>
              <a:t>Cost:</a:t>
            </a:r>
          </a:p>
          <a:p>
            <a:pPr lvl="1"/>
            <a:r>
              <a:rPr lang="en-GB" dirty="0"/>
              <a:t>lower temporal resolution. </a:t>
            </a:r>
          </a:p>
          <a:p>
            <a:r>
              <a:rPr lang="en-GB" b="1" dirty="0"/>
              <a:t>Dilation</a:t>
            </a:r>
          </a:p>
          <a:p>
            <a:pPr lvl="1"/>
            <a:r>
              <a:rPr lang="en-GB" dirty="0"/>
              <a:t>same number of output positions</a:t>
            </a:r>
          </a:p>
          <a:p>
            <a:pPr lvl="1"/>
            <a:r>
              <a:rPr lang="en-GB" dirty="0"/>
              <a:t>but kernel samples wider-spaced inputs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09A67B-BA4B-7F72-E436-306AED70C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19937" y="2225678"/>
            <a:ext cx="5108130" cy="44180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Advantage:</a:t>
            </a:r>
          </a:p>
          <a:p>
            <a:pPr lvl="1"/>
            <a:r>
              <a:rPr lang="en-GB" dirty="0"/>
              <a:t>larger receptive field; </a:t>
            </a:r>
          </a:p>
          <a:p>
            <a:pPr lvl="1"/>
            <a:r>
              <a:rPr lang="en-GB" dirty="0"/>
              <a:t>temporal resolution can stay unchanged. </a:t>
            </a:r>
          </a:p>
          <a:p>
            <a:r>
              <a:rPr lang="en-GB" b="1" dirty="0"/>
              <a:t>Especially useful for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online prediction; 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event detection. </a:t>
            </a:r>
          </a:p>
          <a:p>
            <a:r>
              <a:rPr lang="en-GB" dirty="0"/>
              <a:t>where one output may still be required at every original time position.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420278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Dilation preserves temporal resolution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Downsampling shortens the time grid; dilation keeps output positions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0584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11827"/>
                </a:solidFill>
              </a:rPr>
              <a:t>Downsampling</a:t>
            </a:r>
            <a:r>
              <a:rPr lang="en-US" sz="1600" b="1" dirty="0">
                <a:solidFill>
                  <a:srgbClr val="111827"/>
                </a:solidFill>
              </a:rPr>
              <a:t> (stride or pooling)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1965960"/>
            <a:ext cx="38404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5554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211580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467612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23644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79676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3570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91740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747772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003804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259836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51586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771900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27932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83964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539996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796028" y="19156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920240" y="2331720"/>
            <a:ext cx="0" cy="32004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05840" y="2834640"/>
            <a:ext cx="3584448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955548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467612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979676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491740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003804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3515868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027932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539996" y="27843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303520" y="26517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fewer output positions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00584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Dilation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005840" y="4434840"/>
            <a:ext cx="384048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554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211580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467612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1723644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979676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23570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491740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2747772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3003804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3259836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351586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3771900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4027932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283964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4539996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4796028" y="438454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2747772" y="438454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3771900" y="438454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4796028" y="438454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4983480" y="425196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same output grid, wider-spaced inputs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7452360" y="182880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397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7507224" y="187452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</a:rPr>
              <a:t>Resolution ↓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7452360" y="416052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7507224" y="42062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6B817"/>
                </a:solidFill>
              </a:rPr>
              <a:t>Resolution kept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Dilation expands context while avoiding the temporal coarsening caused by stride or pooling.</a:t>
            </a:r>
            <a:endParaRPr lang="en-US" sz="115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0B7EB2-6773-68FF-6214-05B57B1E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creates sparse temporal sampling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A322FD-4BD4-0A7E-E4FD-38727A101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Large dilation means that one kernel uses only selected positions within its temporal span.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K = 3, D = 8</a:t>
            </a:r>
          </a:p>
          <a:p>
            <a:r>
              <a:rPr lang="en-GB" dirty="0"/>
              <a:t>uses: x[t−16], x[t−8], x[t]</a:t>
            </a:r>
          </a:p>
          <a:p>
            <a:r>
              <a:rPr lang="en-GB" dirty="0"/>
              <a:t>but does not directly use: x[t−15], x[t−14], ...</a:t>
            </a:r>
          </a:p>
          <a:p>
            <a:r>
              <a:rPr lang="en-GB" dirty="0"/>
              <a:t>in that single convolution.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42009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E61A-B391-7458-D24D-4C0C60F3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2B7EF2-F08C-D06B-9A91-E87C27516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creates sparse temporal sampling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FF336D-F394-9A7C-B7EA-8D8D49485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177866" cy="424021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Potential concern</a:t>
            </a:r>
          </a:p>
          <a:p>
            <a:pPr lvl="1"/>
            <a:r>
              <a:rPr lang="en-GB" dirty="0"/>
              <a:t>Very large dilation may skip important local details.</a:t>
            </a:r>
          </a:p>
          <a:p>
            <a:pPr lvl="1"/>
            <a:r>
              <a:rPr lang="en-GB" dirty="0"/>
              <a:t>This can produce sparse coverage patterns sometimes described as </a:t>
            </a:r>
            <a:r>
              <a:rPr lang="en-GB" b="1" dirty="0"/>
              <a:t>gridding effects</a:t>
            </a:r>
            <a:r>
              <a:rPr lang="en-GB" dirty="0"/>
              <a:t>.</a:t>
            </a:r>
          </a:p>
          <a:p>
            <a:r>
              <a:rPr lang="en-GB" b="1" dirty="0"/>
              <a:t>How is this mitigated?</a:t>
            </a:r>
          </a:p>
          <a:p>
            <a:r>
              <a:rPr lang="en-GB" dirty="0"/>
              <a:t>Common strategies include:</a:t>
            </a:r>
          </a:p>
          <a:p>
            <a:pPr lvl="1"/>
            <a:r>
              <a:rPr lang="en-GB" dirty="0"/>
              <a:t>stacking different dilation rates; </a:t>
            </a:r>
          </a:p>
          <a:p>
            <a:pPr lvl="1"/>
            <a:r>
              <a:rPr lang="en-GB" dirty="0"/>
              <a:t>combining ordinary and dilated convolutions; </a:t>
            </a:r>
          </a:p>
          <a:p>
            <a:pPr lvl="1"/>
            <a:r>
              <a:rPr lang="en-GB" dirty="0"/>
              <a:t>repeating dilation cycles; </a:t>
            </a:r>
          </a:p>
          <a:p>
            <a:pPr lvl="1"/>
            <a:r>
              <a:rPr lang="en-GB" dirty="0"/>
              <a:t>Stacking layers with different dilations allows information from nearby time points to be combined locally before being integrated over longer temporal ranges. </a:t>
            </a:r>
          </a:p>
          <a:p>
            <a:endParaRPr lang="en-GB" b="1" dirty="0"/>
          </a:p>
          <a:p>
            <a:r>
              <a:rPr lang="en-GB" dirty="0"/>
              <a:t>Large dilations increase the receptive field efficiently, but they sample the input sparsely. Local temporal patterns should therefore be captured by smaller-dilation layers before or alongside the larger-dilation layers.</a:t>
            </a:r>
          </a:p>
        </p:txBody>
      </p:sp>
    </p:spTree>
    <p:extLst>
      <p:ext uri="{BB962C8B-B14F-4D97-AF65-F5344CB8AC3E}">
        <p14:creationId xmlns:p14="http://schemas.microsoft.com/office/powerpoint/2010/main" val="127098171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Large dilation creates sparse sampling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Good for context, </a:t>
            </a:r>
            <a:r>
              <a:rPr lang="en-US" sz="1150" b="1" dirty="0">
                <a:solidFill>
                  <a:srgbClr val="475569"/>
                </a:solidFill>
              </a:rPr>
              <a:t>but local structure must still be represented</a:t>
            </a:r>
            <a:endParaRPr lang="en-US" sz="11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2926080"/>
            <a:ext cx="731520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410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5671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4932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74193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03454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2714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1975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91236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20497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9758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79018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08279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37540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66801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96062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525322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54583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83844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13105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42366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71626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7008876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301484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7594092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7886700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8179308" y="28757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3502152" y="2606040"/>
            <a:ext cx="502920" cy="182880"/>
          </a:xfrm>
          <a:prstGeom prst="rect">
            <a:avLst/>
          </a:prstGeom>
          <a:solidFill>
            <a:srgbClr val="FDE68A"/>
          </a:solidFill>
          <a:ln w="1270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372307" y="221284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B400"/>
                </a:solidFill>
              </a:rPr>
              <a:t>short local event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327148" y="287578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668012" y="2875788"/>
            <a:ext cx="100584" cy="100584"/>
          </a:xfrm>
          <a:prstGeom prst="ellipse">
            <a:avLst/>
          </a:prstGeom>
          <a:solidFill>
            <a:srgbClr val="2B73FF"/>
          </a:solidFill>
          <a:ln w="1524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008876" y="287578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377440" y="2715768"/>
            <a:ext cx="4681728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914400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</a:rPr>
              <a:t>K = 3, D = 8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14400" y="3977640"/>
            <a:ext cx="41148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475569"/>
                </a:solidFill>
              </a:rPr>
              <a:t>The kernel spans a long interval.</a:t>
            </a:r>
            <a:endParaRPr lang="en-US" sz="1300" dirty="0"/>
          </a:p>
          <a:p>
            <a:r>
              <a:rPr lang="en-US" sz="1300" dirty="0">
                <a:solidFill>
                  <a:srgbClr val="475569"/>
                </a:solidFill>
              </a:rPr>
              <a:t>Only selected positions are directly sampled.</a:t>
            </a:r>
            <a:endParaRPr lang="en-US" sz="1300" dirty="0"/>
          </a:p>
          <a:p>
            <a:r>
              <a:rPr lang="en-US" sz="1300" b="1" dirty="0">
                <a:solidFill>
                  <a:srgbClr val="475569"/>
                </a:solidFill>
              </a:rPr>
              <a:t>Intermediate layers or mixed dilations should capture local details.</a:t>
            </a:r>
            <a:endParaRPr lang="en-US" sz="1300" b="1" dirty="0"/>
          </a:p>
        </p:txBody>
      </p:sp>
      <p:sp>
        <p:nvSpPr>
          <p:cNvPr id="43" name="Shape 41"/>
          <p:cNvSpPr/>
          <p:nvPr/>
        </p:nvSpPr>
        <p:spPr>
          <a:xfrm>
            <a:off x="5760720" y="388620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815584" y="393192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Mitigation: stack several dilation rates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475569"/>
                </a:solidFill>
              </a:rPr>
              <a:t>Large dilation should be paired with layers that still capture dense local structure</a:t>
            </a:r>
            <a:r>
              <a:rPr lang="en-US" sz="1150" i="1" dirty="0">
                <a:solidFill>
                  <a:srgbClr val="475569"/>
                </a:solidFill>
              </a:rPr>
              <a:t>.</a:t>
            </a:r>
            <a:endParaRPr lang="en-US" sz="115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D6A9CB-7AAB-43F8-5AE7-97821DDF0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does not automatically imply causality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7AD27-C7CD-5953-43B5-0FFDA7F4D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402666" cy="4087811"/>
          </a:xfrm>
        </p:spPr>
        <p:txBody>
          <a:bodyPr>
            <a:normAutofit/>
          </a:bodyPr>
          <a:lstStyle/>
          <a:p>
            <a:r>
              <a:rPr lang="en-GB" dirty="0"/>
              <a:t>Dilation and causality are separate concepts.</a:t>
            </a:r>
          </a:p>
          <a:p>
            <a:r>
              <a:rPr lang="en-GB" dirty="0"/>
              <a:t>A convolution can be:</a:t>
            </a:r>
          </a:p>
          <a:p>
            <a:pPr lvl="1"/>
            <a:r>
              <a:rPr lang="en-GB" dirty="0"/>
              <a:t>dilated and causal; </a:t>
            </a:r>
          </a:p>
          <a:p>
            <a:pPr lvl="1"/>
            <a:r>
              <a:rPr lang="en-GB" dirty="0"/>
              <a:t>dilated and non-causal; </a:t>
            </a:r>
          </a:p>
          <a:p>
            <a:pPr lvl="1"/>
            <a:r>
              <a:rPr lang="en-GB" dirty="0"/>
              <a:t>non-dilated and causal; </a:t>
            </a:r>
          </a:p>
          <a:p>
            <a:pPr lvl="1"/>
            <a:r>
              <a:rPr lang="en-GB" dirty="0"/>
              <a:t>non-dilated and non-causal.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D75D5B-FE0F-94B7-8D41-2C97512477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5270" y="2160589"/>
            <a:ext cx="6162230" cy="4443411"/>
          </a:xfrm>
        </p:spPr>
        <p:txBody>
          <a:bodyPr>
            <a:normAutofit/>
          </a:bodyPr>
          <a:lstStyle/>
          <a:p>
            <a:r>
              <a:rPr lang="en-GB" b="1" dirty="0"/>
              <a:t>Dilated causal example</a:t>
            </a:r>
          </a:p>
          <a:p>
            <a:pPr lvl="1"/>
            <a:r>
              <a:rPr lang="en-GB" dirty="0"/>
              <a:t>At time t: x[t−8], x[t−4], x[t]</a:t>
            </a:r>
          </a:p>
          <a:p>
            <a:r>
              <a:rPr lang="en-GB" b="1" dirty="0"/>
              <a:t>Dilated non-causal example</a:t>
            </a:r>
          </a:p>
          <a:p>
            <a:pPr lvl="1"/>
            <a:r>
              <a:rPr lang="en-GB" dirty="0"/>
              <a:t>A </a:t>
            </a:r>
            <a:r>
              <a:rPr lang="en-GB" dirty="0" err="1"/>
              <a:t>centered</a:t>
            </a:r>
            <a:r>
              <a:rPr lang="en-GB" dirty="0"/>
              <a:t> kernel could use x[t−4], x[t], x[t+4]</a:t>
            </a:r>
          </a:p>
          <a:p>
            <a:pPr lvl="1"/>
            <a:r>
              <a:rPr lang="en-GB" dirty="0"/>
              <a:t>which includes future information.</a:t>
            </a:r>
          </a:p>
          <a:p>
            <a:endParaRPr lang="en-GB" dirty="0"/>
          </a:p>
          <a:p>
            <a:r>
              <a:rPr lang="en-GB" b="1" dirty="0"/>
              <a:t>Dilation controls spacing; causality controls direction in time.</a:t>
            </a:r>
          </a:p>
          <a:p>
            <a:r>
              <a:rPr lang="en-GB" b="1" dirty="0"/>
              <a:t>For forecasting, both requirements must be handled correctly.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87177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Dilation and causality are separate design choices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Dilation controls spacing; causality controls direction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13258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137160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x[t−2], x[t−1], x[t]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26280" y="13258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581144" y="137160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x[t−8], x[t−4], x[t]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47472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FF7ED"/>
          </a:solidFill>
          <a:ln w="1397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969264" y="352044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x[t−1], x[t], x[t+1]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26280" y="347472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EE2E2"/>
          </a:solidFill>
          <a:ln w="1397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5021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Dilated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non-causal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x[t−4], x[t], x[t+4]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57150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For forecasting, use causal connectivity; dilation may then be added to enlarge context.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A convolution can be dilated without being causal, and causal without being dilated.</a:t>
            </a:r>
            <a:endParaRPr lang="en-US" sz="115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99804-6D61-0977-EDCC-F4D071937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dilation is important for long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B146BB-646F-1D74-D6C4-0D49A0016A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Dilated convolution provides a useful combination:</a:t>
            </a:r>
          </a:p>
          <a:p>
            <a:pPr lvl="1"/>
            <a:r>
              <a:rPr lang="en-GB" dirty="0"/>
              <a:t>small kernels; </a:t>
            </a:r>
          </a:p>
          <a:p>
            <a:pPr lvl="1"/>
            <a:r>
              <a:rPr lang="en-GB" dirty="0"/>
              <a:t>few parameters; </a:t>
            </a:r>
          </a:p>
          <a:p>
            <a:pPr lvl="1"/>
            <a:r>
              <a:rPr lang="en-GB" dirty="0"/>
              <a:t>large receptive field; </a:t>
            </a:r>
          </a:p>
          <a:p>
            <a:pPr lvl="1"/>
            <a:r>
              <a:rPr lang="en-GB" dirty="0"/>
              <a:t>preserved temporal resolution; </a:t>
            </a:r>
          </a:p>
          <a:p>
            <a:pPr lvl="1"/>
            <a:r>
              <a:rPr lang="en-GB" dirty="0"/>
              <a:t>parallel convolutional computation. </a:t>
            </a:r>
          </a:p>
          <a:p>
            <a:pPr lvl="2"/>
            <a:r>
              <a:rPr lang="en-GB" dirty="0"/>
              <a:t>Dilated convolutions preserve parallel computation across time positions: dilation changes which input positions each convolution accesses, but does not introduce a sequential dependency between outputs </a:t>
            </a:r>
            <a:r>
              <a:rPr lang="en-GB" b="1" dirty="0"/>
              <a:t>within a layer</a:t>
            </a:r>
            <a:r>
              <a:rPr lang="en-GB" dirty="0"/>
              <a:t>.</a:t>
            </a:r>
          </a:p>
          <a:p>
            <a:r>
              <a:rPr lang="en-GB" dirty="0"/>
              <a:t>This is particularly attractive when dependencies span:</a:t>
            </a:r>
          </a:p>
          <a:p>
            <a:pPr lvl="1"/>
            <a:r>
              <a:rPr lang="en-GB" dirty="0"/>
              <a:t>hundreds; </a:t>
            </a:r>
          </a:p>
          <a:p>
            <a:pPr lvl="1"/>
            <a:r>
              <a:rPr lang="en-GB" dirty="0"/>
              <a:t>thousands; </a:t>
            </a:r>
          </a:p>
          <a:p>
            <a:pPr lvl="1"/>
            <a:r>
              <a:rPr lang="en-GB" dirty="0"/>
              <a:t>of time steps.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600527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55080-1C87-7212-C4D2-DA42716C2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75B3E-A62C-25F0-A981-F102CEB9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dilation is important for long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8138AC-F7B6-E626-2935-01DD66F82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model may need both:</a:t>
            </a:r>
          </a:p>
          <a:p>
            <a:pPr lvl="1"/>
            <a:r>
              <a:rPr lang="en-GB" dirty="0"/>
              <a:t>short local vibration bursts; </a:t>
            </a:r>
          </a:p>
          <a:p>
            <a:pPr lvl="1"/>
            <a:r>
              <a:rPr lang="en-GB" dirty="0"/>
              <a:t>longer operating-cycle context. </a:t>
            </a:r>
          </a:p>
          <a:p>
            <a:r>
              <a:rPr lang="en-GB" dirty="0"/>
              <a:t>Early layers with small dilation capture local structure.</a:t>
            </a:r>
          </a:p>
          <a:p>
            <a:r>
              <a:rPr lang="en-GB" dirty="0"/>
              <a:t>Deeper layers with larger dilation integrate longer-range information.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424415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35CBEA-98E2-296D-7211-2CA8C00F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Transition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B2C49B-F099-72D4-A941-FD3D1C4D1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When we combine: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increasing dilation; </a:t>
            </a:r>
          </a:p>
          <a:p>
            <a:pPr lvl="1"/>
            <a:r>
              <a:rPr lang="en-GB" dirty="0"/>
              <a:t>deep residual blocks; </a:t>
            </a:r>
          </a:p>
          <a:p>
            <a:r>
              <a:rPr lang="en-GB" dirty="0"/>
              <a:t>we obtain the basic structure of a </a:t>
            </a:r>
            <a:r>
              <a:rPr lang="en-GB" b="1" dirty="0"/>
              <a:t>Temporal Convolutional Network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320434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73D0A8-9B98-3612-160C-A5F9153DC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5.H — Temporal Convolutional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FBD801-7BC6-F5B5-D7BB-8CEC155B6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046277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6424BD-5FDA-1D4B-A1C1-BF3DC5374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Convolutional Network (TCN)?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3E412E-E842-017C-235D-1543B1B0B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333066" cy="443071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</a:t>
            </a:r>
            <a:r>
              <a:rPr lang="en-GB" b="1" dirty="0"/>
              <a:t>Temporal Convolutional Network</a:t>
            </a:r>
            <a:r>
              <a:rPr lang="en-GB" dirty="0"/>
              <a:t>, or TCN, is a convolutional architecture designed for sequential data.</a:t>
            </a:r>
          </a:p>
          <a:p>
            <a:endParaRPr lang="en-GB" dirty="0"/>
          </a:p>
          <a:p>
            <a:r>
              <a:rPr lang="en-GB" dirty="0"/>
              <a:t>A typical TCN combines:</a:t>
            </a:r>
          </a:p>
          <a:p>
            <a:pPr lvl="1"/>
            <a:r>
              <a:rPr lang="en-GB" dirty="0"/>
              <a:t>1D temporal convolution; 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dilated convolution; </a:t>
            </a:r>
          </a:p>
          <a:p>
            <a:pPr lvl="1"/>
            <a:r>
              <a:rPr lang="en-GB" dirty="0"/>
              <a:t>multiple stacked layers; </a:t>
            </a:r>
          </a:p>
          <a:p>
            <a:pPr lvl="1"/>
            <a:r>
              <a:rPr lang="en-GB" dirty="0"/>
              <a:t>residual connections.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01FE181-51E2-0EA3-6447-A2343110F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9470" y="2174878"/>
            <a:ext cx="4523930" cy="441642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Conceptual structure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1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2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4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Conv1D, dilation 8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output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62418FD-0F7D-CB68-2D4A-82A914E7EC86}"/>
              </a:ext>
            </a:extLst>
          </p:cNvPr>
          <p:cNvSpPr txBox="1"/>
          <p:nvPr/>
        </p:nvSpPr>
        <p:spPr>
          <a:xfrm>
            <a:off x="996950" y="5667969"/>
            <a:ext cx="61087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Main objective</a:t>
            </a:r>
          </a:p>
          <a:p>
            <a:r>
              <a:rPr lang="en-GB" sz="1800" dirty="0"/>
              <a:t>Obtain long historical receptive fields without recurrent state propagation.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520930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4A45B3-8143-5453-101E-9191C5512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TCNs use explicit historical receptive fields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723E23F-F66C-F051-A0A2-BBE646834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an RNN, long context is represented through state propagation: h[t−1] → h[t]</a:t>
            </a:r>
          </a:p>
          <a:p>
            <a:r>
              <a:rPr lang="en-GB" dirty="0"/>
              <a:t>In a TCN, long context is obtained through convolutional connectivity.</a:t>
            </a:r>
          </a:p>
          <a:p>
            <a:r>
              <a:rPr lang="en-GB" dirty="0"/>
              <a:t>For an output at time t, we can determine explicitly which input positions may influence it.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75910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FCDF-F335-DE3F-DA97-CEE59551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E0EED6-11C4-7127-E16E-F310C9B25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Temporal Convolutional Network?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FABF6A-2C56-D7E4-E84C-74834064B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sufficiently deep dilated TCN may have: receptive field = 511 samples</a:t>
            </a:r>
          </a:p>
          <a:p>
            <a:r>
              <a:rPr lang="en-GB" dirty="0"/>
              <a:t>Then output at t can depend on approximately: x[t−510], ..., x[t], causal.</a:t>
            </a:r>
          </a:p>
          <a:p>
            <a:endParaRPr lang="en-GB" b="1" dirty="0"/>
          </a:p>
          <a:p>
            <a:r>
              <a:rPr lang="en-GB" b="1" dirty="0"/>
              <a:t>Key advantage</a:t>
            </a:r>
          </a:p>
          <a:p>
            <a:r>
              <a:rPr lang="en-GB" dirty="0"/>
              <a:t>The maximum temporal context is an explicit architectural property.</a:t>
            </a:r>
          </a:p>
          <a:p>
            <a:r>
              <a:rPr lang="en-GB" b="1" dirty="0"/>
              <a:t>Engineering question</a:t>
            </a:r>
          </a:p>
          <a:p>
            <a:r>
              <a:rPr lang="en-GB" dirty="0"/>
              <a:t>Is the receptive field at least as long as the dependency we expect to model?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0044243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Temporal Convolutional Network: causal dilated stack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Long historical context without recurrent state propagation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521208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397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525780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input sequence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938528" y="519379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14400" y="425196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69264" y="42976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73FF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73FF"/>
                </a:solidFill>
              </a:rPr>
              <a:t>dilation 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938528" y="423367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14400" y="32918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69264" y="333756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6B817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86B817"/>
                </a:solidFill>
              </a:rPr>
              <a:t>dilation 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938528" y="327355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14400" y="233172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969264" y="237744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B400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1B400"/>
                </a:solidFill>
              </a:rPr>
              <a:t>dilation 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938528" y="2313432"/>
            <a:ext cx="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914400" y="137160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69264" y="141732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</a:rPr>
              <a:t>causal Conv1D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7C3AED"/>
                </a:solidFill>
              </a:rPr>
              <a:t>dilation 8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55264" y="1643380"/>
            <a:ext cx="448056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82128" y="1369060"/>
            <a:ext cx="1554480" cy="548640"/>
          </a:xfrm>
          <a:prstGeom prst="roundRect">
            <a:avLst>
              <a:gd name="adj" fmla="val 13333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829804" y="1439418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output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062476" y="28346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Each layer keeps causality while expanding the past context.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062476" y="342900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475569"/>
                </a:solidFill>
              </a:rPr>
              <a:t>causal padding prevents future access</a:t>
            </a:r>
            <a:endParaRPr lang="en-US" sz="1300" dirty="0"/>
          </a:p>
          <a:p>
            <a:r>
              <a:rPr lang="en-US" sz="1300" dirty="0">
                <a:solidFill>
                  <a:srgbClr val="475569"/>
                </a:solidFill>
              </a:rPr>
              <a:t>dilation grows receptive field</a:t>
            </a:r>
            <a:endParaRPr lang="en-US" sz="1300" dirty="0"/>
          </a:p>
          <a:p>
            <a:r>
              <a:rPr lang="en-US" sz="1300" dirty="0">
                <a:solidFill>
                  <a:srgbClr val="475569"/>
                </a:solidFill>
              </a:rPr>
              <a:t>convolutions process positions in parallel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The TCN replaces recurrent state propagation with an explicit convolutional connectivity pattern.</a:t>
            </a:r>
            <a:endParaRPr lang="en-US" sz="11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typical TCN residual block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Learn a modification while preserving a direct path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3108960"/>
            <a:ext cx="10972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397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315468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input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011680" y="3364992"/>
            <a:ext cx="91440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97180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026664" y="2743200"/>
            <a:ext cx="149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dilated causal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conv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+ activation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3364992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39496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449824" y="2743200"/>
            <a:ext cx="149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dropout /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normalization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95160" y="3364992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81812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872984" y="2743200"/>
            <a:ext cx="1490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dilated causal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conv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11827"/>
                </a:solidFill>
              </a:rPr>
              <a:t>+ activation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18320" y="3364992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104120" y="3154680"/>
            <a:ext cx="411480" cy="411480"/>
          </a:xfrm>
          <a:prstGeom prst="ellipse">
            <a:avLst/>
          </a:prstGeom>
          <a:solidFill>
            <a:srgbClr val="EAF5D5"/>
          </a:solidFill>
          <a:ln w="1905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10104120" y="318211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6B817"/>
                </a:solidFill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515600" y="3364992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972800" y="3108960"/>
            <a:ext cx="841248" cy="502920"/>
          </a:xfrm>
          <a:prstGeom prst="roundRect">
            <a:avLst>
              <a:gd name="adj" fmla="val 14545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11027664" y="315468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output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463040" y="3108960"/>
            <a:ext cx="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438400" y="2057400"/>
            <a:ext cx="784860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87000" y="2057400"/>
            <a:ext cx="0" cy="109728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846320" y="17190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B400"/>
                </a:solidFill>
              </a:rPr>
              <a:t>residual connection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Residual blocks help deep TCNs preserve useful information and train more reliably.</a:t>
            </a:r>
            <a:endParaRPr lang="en-US" sz="1150" dirty="0"/>
          </a:p>
        </p:txBody>
      </p:sp>
      <p:sp>
        <p:nvSpPr>
          <p:cNvPr id="31" name="Shape 25">
            <a:extLst>
              <a:ext uri="{FF2B5EF4-FFF2-40B4-BE49-F238E27FC236}">
                <a16:creationId xmlns:a16="http://schemas.microsoft.com/office/drawing/2014/main" id="{845E8AE2-24DB-3973-2E6C-27F03876D8BA}"/>
              </a:ext>
            </a:extLst>
          </p:cNvPr>
          <p:cNvSpPr/>
          <p:nvPr/>
        </p:nvSpPr>
        <p:spPr>
          <a:xfrm flipH="1" flipV="1">
            <a:off x="2408934" y="2057399"/>
            <a:ext cx="14225" cy="1307581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65C11952-D3FD-D184-C68A-CBE6D787D965}"/>
              </a:ext>
            </a:extLst>
          </p:cNvPr>
          <p:cNvSpPr txBox="1"/>
          <p:nvPr/>
        </p:nvSpPr>
        <p:spPr>
          <a:xfrm>
            <a:off x="5650484" y="4857130"/>
            <a:ext cx="61087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Residual form</a:t>
            </a:r>
            <a:endParaRPr lang="en-GB" sz="1800" dirty="0"/>
          </a:p>
          <a:p>
            <a:pPr lvl="1"/>
            <a:r>
              <a:rPr lang="en-GB" sz="1600" dirty="0"/>
              <a:t>output = input + transformation(input)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32917F-251E-CFA0-BD11-650C5CEF2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residual connections?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94D293-FD67-B6CE-4654-5EE94AE21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532966" cy="4291011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As networks become deeper, optimization becomes more difficult.</a:t>
            </a:r>
          </a:p>
          <a:p>
            <a:r>
              <a:rPr lang="en-GB" dirty="0">
                <a:highlight>
                  <a:srgbClr val="FFFF00"/>
                </a:highlight>
              </a:rPr>
              <a:t>A residual connection provides a relatively direct path for information and gradients.</a:t>
            </a:r>
          </a:p>
          <a:p>
            <a:r>
              <a:rPr lang="en-GB" b="1" dirty="0"/>
              <a:t>Without residual connection</a:t>
            </a:r>
          </a:p>
          <a:p>
            <a:r>
              <a:rPr lang="en-GB" dirty="0"/>
              <a:t>input → transformation 1 → transformation 2 → output</a:t>
            </a:r>
          </a:p>
          <a:p>
            <a:r>
              <a:rPr lang="en-GB" b="1" dirty="0"/>
              <a:t>With residual connection</a:t>
            </a:r>
          </a:p>
          <a:p>
            <a:r>
              <a:rPr lang="en-GB" dirty="0"/>
              <a:t>input ────────────────────────┐</a:t>
            </a:r>
          </a:p>
          <a:p>
            <a:r>
              <a:rPr lang="en-GB" dirty="0"/>
              <a:t>  ↓                                                            │</a:t>
            </a:r>
          </a:p>
          <a:p>
            <a:r>
              <a:rPr lang="en-GB" dirty="0"/>
              <a:t>transformation                                          │</a:t>
            </a:r>
          </a:p>
          <a:p>
            <a:r>
              <a:rPr lang="en-GB" dirty="0"/>
              <a:t>  ↓                                                            │</a:t>
            </a:r>
          </a:p>
          <a:p>
            <a:r>
              <a:rPr lang="en-GB" dirty="0"/>
              <a:t>transformed representation                       │</a:t>
            </a:r>
          </a:p>
          <a:p>
            <a:r>
              <a:rPr lang="en-GB" dirty="0"/>
              <a:t>  └───────── + ←──────────┘</a:t>
            </a:r>
          </a:p>
          <a:p>
            <a:r>
              <a:rPr lang="en-GB" dirty="0"/>
              <a:t>                  ↓</a:t>
            </a:r>
          </a:p>
          <a:p>
            <a:r>
              <a:rPr lang="en-GB" dirty="0"/>
              <a:t>                output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CF3DBAC-482B-62D3-B839-19728E5640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66370" y="2174878"/>
            <a:ext cx="5247830" cy="4505322"/>
          </a:xfrm>
        </p:spPr>
        <p:txBody>
          <a:bodyPr>
            <a:normAutofit fontScale="77500" lnSpcReduction="20000"/>
          </a:bodyPr>
          <a:lstStyle/>
          <a:p>
            <a:r>
              <a:rPr lang="en-GB" sz="2900" b="1" dirty="0"/>
              <a:t>Benefits</a:t>
            </a:r>
          </a:p>
          <a:p>
            <a:r>
              <a:rPr lang="en-GB" sz="2900" dirty="0"/>
              <a:t>Residual connections can:</a:t>
            </a:r>
          </a:p>
          <a:p>
            <a:pPr lvl="1"/>
            <a:r>
              <a:rPr lang="en-GB" sz="2600" dirty="0"/>
              <a:t>facilitate training of deep models; </a:t>
            </a:r>
          </a:p>
          <a:p>
            <a:pPr lvl="1"/>
            <a:r>
              <a:rPr lang="en-GB" sz="2600" dirty="0"/>
              <a:t>preserve useful input information; </a:t>
            </a:r>
          </a:p>
          <a:p>
            <a:pPr lvl="1"/>
            <a:r>
              <a:rPr lang="en-GB" sz="2600" dirty="0"/>
              <a:t>improve gradient flow; </a:t>
            </a:r>
          </a:p>
          <a:p>
            <a:pPr lvl="1"/>
            <a:r>
              <a:rPr lang="en-GB" sz="2600" dirty="0"/>
              <a:t>allow layers to learn modifications rather than complete replacements. </a:t>
            </a:r>
          </a:p>
          <a:p>
            <a:endParaRPr lang="en-GB" sz="2900" dirty="0"/>
          </a:p>
          <a:p>
            <a:r>
              <a:rPr lang="en-GB" sz="2900" b="1" dirty="0"/>
              <a:t>A residual block can learn what needs to change while preserving what is already useful.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516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29A2E8-1470-432F-07FD-6D01ABB7D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Channel dimensions inside a residual block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4223EB-5E84-4AE5-8320-15E6A36688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Suppose the input to a residual block has:</a:t>
            </a:r>
          </a:p>
          <a:p>
            <a:r>
              <a:rPr lang="en-GB" dirty="0" err="1"/>
              <a:t>F_in</a:t>
            </a:r>
            <a:r>
              <a:rPr lang="en-GB" dirty="0"/>
              <a:t> = 32 channels</a:t>
            </a:r>
          </a:p>
          <a:p>
            <a:r>
              <a:rPr lang="en-GB" dirty="0"/>
              <a:t>and the block produces:</a:t>
            </a:r>
          </a:p>
          <a:p>
            <a:r>
              <a:rPr lang="en-GB" dirty="0" err="1"/>
              <a:t>F_out</a:t>
            </a:r>
            <a:r>
              <a:rPr lang="en-GB" dirty="0"/>
              <a:t> = 64 channels</a:t>
            </a:r>
          </a:p>
          <a:p>
            <a:r>
              <a:rPr lang="en-GB" dirty="0"/>
              <a:t>The residual addition requires compatible dimensions.</a:t>
            </a:r>
          </a:p>
          <a:p>
            <a:r>
              <a:rPr lang="en-GB" dirty="0"/>
              <a:t>If dimensions already match:</a:t>
            </a:r>
          </a:p>
          <a:p>
            <a:r>
              <a:rPr lang="en-GB" dirty="0"/>
              <a:t>32 channels → transformation → 32 channels                   +</a:t>
            </a:r>
          </a:p>
          <a:p>
            <a:r>
              <a:rPr lang="en-GB" dirty="0"/>
              <a:t>residual ────────┘</a:t>
            </a:r>
          </a:p>
          <a:p>
            <a:r>
              <a:rPr lang="en-GB" dirty="0"/>
              <a:t>they can be added directly.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B24C7CA-580F-A2C6-A81F-61485B296D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If dimensions differ</a:t>
            </a:r>
          </a:p>
          <a:p>
            <a:pPr lvl="1"/>
            <a:r>
              <a:rPr lang="en-GB" dirty="0"/>
              <a:t>A small transformation, often a 1×1 convolution, can project: 32 → 64 channels before the residual addition.</a:t>
            </a:r>
          </a:p>
          <a:p>
            <a:r>
              <a:rPr lang="en-GB" b="1" dirty="0"/>
              <a:t>Temporal interpretation of 1×1 Conv1D</a:t>
            </a:r>
          </a:p>
          <a:p>
            <a:r>
              <a:rPr lang="en-GB" dirty="0"/>
              <a:t>A kernel size of 1:</a:t>
            </a:r>
          </a:p>
          <a:p>
            <a:pPr lvl="1"/>
            <a:r>
              <a:rPr lang="en-GB" dirty="0"/>
              <a:t>does not combine neighbouring time steps; </a:t>
            </a:r>
          </a:p>
          <a:p>
            <a:pPr lvl="1"/>
            <a:r>
              <a:rPr lang="en-GB" dirty="0"/>
              <a:t>mixes information across channels at each temporal position. </a:t>
            </a:r>
          </a:p>
          <a:p>
            <a:r>
              <a:rPr lang="en-GB" dirty="0"/>
              <a:t>This is useful for matching feature dimensions.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649271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9189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Residual addition requires compatible channel dimensions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A 1×1 Conv1D can project channels without mixing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192024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F8FAFC"/>
          </a:solidFill>
          <a:ln w="1397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19659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input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32 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0" y="2221992"/>
            <a:ext cx="73152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063240" y="16459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118104" y="169164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TCN transformation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→ 64 channels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57800" y="2221992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080760" y="2011680"/>
            <a:ext cx="438912" cy="438912"/>
          </a:xfrm>
          <a:prstGeom prst="ellipse">
            <a:avLst/>
          </a:prstGeom>
          <a:solidFill>
            <a:srgbClr val="EAF5D5"/>
          </a:solidFill>
          <a:ln w="1905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080760" y="2048256"/>
            <a:ext cx="438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6B817"/>
                </a:solidFill>
              </a:rPr>
              <a:t>+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19672" y="2221992"/>
            <a:ext cx="79552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60920" y="192024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415784" y="196596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64 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00200" y="2514600"/>
            <a:ext cx="0" cy="150876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600200" y="4023360"/>
            <a:ext cx="137160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017520" y="37033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072384" y="374904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1×1 Conv1D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32 → 64 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4023360"/>
            <a:ext cx="146304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309360" y="4023360"/>
            <a:ext cx="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14400" y="50749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1×1 temporal convolution mixes channels at each time step but does not use neighboring time steps.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Projection makes the residual path compatible when the block changes the number of channels.</a:t>
            </a:r>
            <a:endParaRPr lang="en-US" sz="115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36FFA93-C93D-F033-C717-26BF5E7A3784}"/>
              </a:ext>
            </a:extLst>
          </p:cNvPr>
          <p:cNvSpPr/>
          <p:nvPr/>
        </p:nvSpPr>
        <p:spPr>
          <a:xfrm flipH="1" flipV="1">
            <a:off x="6309359" y="2468879"/>
            <a:ext cx="0" cy="155448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F49E56-8D24-5E37-405B-CCC0BC106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Dilation schedule in a TCN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276F12A-FBDB-42F9-3BFD-A0B57D5C22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936066" cy="43037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common strategy is to increase dilation exponentially:</a:t>
            </a:r>
          </a:p>
          <a:p>
            <a:r>
              <a:rPr lang="en-GB" dirty="0"/>
              <a:t>1, 2, 4, 8, 16, 32, ...</a:t>
            </a:r>
          </a:p>
          <a:p>
            <a:endParaRPr lang="en-GB" b="1" dirty="0"/>
          </a:p>
          <a:p>
            <a:r>
              <a:rPr lang="en-GB" b="1" dirty="0"/>
              <a:t>Why?</a:t>
            </a:r>
          </a:p>
          <a:p>
            <a:pPr lvl="1"/>
            <a:r>
              <a:rPr lang="en-GB" dirty="0"/>
              <a:t>Early blocks capture fine local structure. </a:t>
            </a:r>
          </a:p>
          <a:p>
            <a:pPr lvl="1"/>
            <a:r>
              <a:rPr lang="en-GB" dirty="0"/>
              <a:t>Later blocks integrate increasingly long temporal context.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F9FEF18-F818-A2F0-F999-B042CBFE8A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64670" y="2160589"/>
            <a:ext cx="5997130" cy="441801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For: kernel size 3;  dilation sequence 1, 2, 4, 8; </a:t>
            </a:r>
          </a:p>
          <a:p>
            <a:r>
              <a:rPr lang="en-GB" dirty="0"/>
              <a:t>the receptive field becomes much larger than with four ordinary convolutions.</a:t>
            </a:r>
          </a:p>
          <a:p>
            <a:r>
              <a:rPr lang="en-GB" b="1" dirty="0"/>
              <a:t>Dilation may also be repeated</a:t>
            </a:r>
          </a:p>
          <a:p>
            <a:r>
              <a:rPr lang="en-GB" dirty="0"/>
              <a:t>For very deep networks:</a:t>
            </a:r>
          </a:p>
          <a:p>
            <a:r>
              <a:rPr lang="en-GB" dirty="0"/>
              <a:t>1, 2, 4, 8,</a:t>
            </a:r>
          </a:p>
          <a:p>
            <a:r>
              <a:rPr lang="en-GB" dirty="0"/>
              <a:t>1, 2, 4, 8,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This creates repeated multiscale processing.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TCN depth and dilation schedule jointly define the historical context available to the model.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435619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B634-5F94-CC72-1953-04F804E05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computation can be parallelized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E035E24-A6CF-6450-75F2-B20ADCAFA4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656666" cy="4379911"/>
          </a:xfrm>
        </p:spPr>
        <p:txBody>
          <a:bodyPr>
            <a:normAutofit/>
          </a:bodyPr>
          <a:lstStyle/>
          <a:p>
            <a:r>
              <a:rPr lang="en-GB" dirty="0"/>
              <a:t>A major difference from recurrent networks is computational dependency.</a:t>
            </a:r>
          </a:p>
          <a:p>
            <a:r>
              <a:rPr lang="en-GB" b="1" dirty="0"/>
              <a:t>RNN</a:t>
            </a:r>
          </a:p>
          <a:p>
            <a:r>
              <a:rPr lang="en-GB" dirty="0"/>
              <a:t>To compute: h[t] we need: h[t−1]</a:t>
            </a:r>
          </a:p>
          <a:p>
            <a:endParaRPr lang="en-GB" dirty="0"/>
          </a:p>
          <a:p>
            <a:r>
              <a:rPr lang="en-GB" dirty="0"/>
              <a:t>Therefore:</a:t>
            </a:r>
          </a:p>
          <a:p>
            <a:r>
              <a:rPr lang="en-GB" dirty="0"/>
              <a:t>time 1 → time 2 → time 3 → time 4</a:t>
            </a:r>
          </a:p>
          <a:p>
            <a:r>
              <a:rPr lang="en-GB" dirty="0"/>
              <a:t>is </a:t>
            </a:r>
            <a:r>
              <a:rPr lang="en-GB" b="1" dirty="0"/>
              <a:t>inherently sequential.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8C925AE-522D-202E-C165-A61A502F9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91200" y="1930400"/>
            <a:ext cx="6172200" cy="4711700"/>
          </a:xfrm>
        </p:spPr>
        <p:txBody>
          <a:bodyPr>
            <a:normAutofit/>
          </a:bodyPr>
          <a:lstStyle/>
          <a:p>
            <a:r>
              <a:rPr lang="en-GB" b="1" dirty="0"/>
              <a:t>TCN</a:t>
            </a:r>
          </a:p>
          <a:p>
            <a:r>
              <a:rPr lang="en-GB" dirty="0"/>
              <a:t>Within one convolutional layer, activations for many temporal positions can be computed simultaneously.</a:t>
            </a:r>
          </a:p>
          <a:p>
            <a:r>
              <a:rPr lang="en-GB" dirty="0"/>
              <a:t>position 1</a:t>
            </a:r>
          </a:p>
          <a:p>
            <a:r>
              <a:rPr lang="en-GB" dirty="0"/>
              <a:t>position 2</a:t>
            </a:r>
          </a:p>
          <a:p>
            <a:r>
              <a:rPr lang="en-GB" dirty="0"/>
              <a:t>position 3</a:t>
            </a:r>
          </a:p>
          <a:p>
            <a:r>
              <a:rPr lang="en-GB" dirty="0"/>
              <a:t>position 4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computed in parallel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2769705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0202A-1307-FADE-77D0-23F44565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91669D-34A5-2A4E-BF7B-7A0EE8756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computation can be parallelized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8D2086-6B8E-00EF-00A1-EDA23B5C7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8022166" cy="4379911"/>
          </a:xfrm>
        </p:spPr>
        <p:txBody>
          <a:bodyPr>
            <a:normAutofit/>
          </a:bodyPr>
          <a:lstStyle/>
          <a:p>
            <a:r>
              <a:rPr lang="en-GB" b="1" dirty="0"/>
              <a:t>Practical consequence</a:t>
            </a:r>
          </a:p>
          <a:p>
            <a:r>
              <a:rPr lang="en-GB" dirty="0"/>
              <a:t>TCNs can often exploit:</a:t>
            </a:r>
          </a:p>
          <a:p>
            <a:pPr lvl="1"/>
            <a:r>
              <a:rPr lang="en-GB" dirty="0"/>
              <a:t>GPUs; </a:t>
            </a:r>
          </a:p>
          <a:p>
            <a:pPr lvl="1"/>
            <a:r>
              <a:rPr lang="en-GB" dirty="0"/>
              <a:t>vectorized hardware; </a:t>
            </a:r>
          </a:p>
          <a:p>
            <a:pPr lvl="1"/>
            <a:r>
              <a:rPr lang="en-GB" dirty="0"/>
              <a:t>more efficiently for long sequences.</a:t>
            </a:r>
          </a:p>
          <a:p>
            <a:endParaRPr lang="en-GB" b="1" dirty="0"/>
          </a:p>
          <a:p>
            <a:r>
              <a:rPr lang="en-GB" b="1" dirty="0"/>
              <a:t>N.B.</a:t>
            </a:r>
          </a:p>
          <a:p>
            <a:r>
              <a:rPr lang="en-GB" dirty="0"/>
              <a:t>Different network layers must still be processed sequentially.</a:t>
            </a:r>
          </a:p>
          <a:p>
            <a:r>
              <a:rPr lang="en-GB" dirty="0"/>
              <a:t>Parallelism applies mainly across temporal positions within each layer.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99845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TCN computation can be parallelized across time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RNN state dependency vs convolutional positions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RNN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926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0876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87452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92938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6888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83464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88950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2900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79476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84962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h4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9120" y="2148840"/>
            <a:ext cx="365760" cy="0"/>
          </a:xfrm>
          <a:prstGeom prst="line">
            <a:avLst/>
          </a:prstGeom>
          <a:noFill/>
          <a:ln w="1905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4754880" y="1920240"/>
            <a:ext cx="594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809744" y="196596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h5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sequential dependency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TCN layer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1440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6926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p1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16586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64592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70078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89738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37744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43230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62890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310896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16382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p4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36042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384048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89534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p5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09194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572000" y="42062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626864" y="42519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p6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823460" y="4663440"/>
            <a:ext cx="0" cy="411480"/>
          </a:xfrm>
          <a:prstGeom prst="line">
            <a:avLst/>
          </a:prstGeom>
          <a:noFill/>
          <a:ln w="1524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91440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96926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64592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170078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o2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37744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43230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o3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10896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316382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o4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84048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389534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o5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0" y="512064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4626864" y="5166360"/>
            <a:ext cx="393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6B817"/>
                </a:solidFill>
              </a:rPr>
              <a:t>o6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14400" y="5715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positions in a layer computed in parallel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583680" y="210312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6638544" y="214884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RNN: time order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is computational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6583680" y="429768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638544" y="434340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TCN: layer order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is computational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685800" y="6263639"/>
            <a:ext cx="9931400" cy="41147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475569"/>
                </a:solidFill>
              </a:rPr>
              <a:t>TCNs still process layers sequentially, but not </a:t>
            </a:r>
            <a:r>
              <a:rPr lang="en-US" sz="1600" b="1" i="1" dirty="0">
                <a:solidFill>
                  <a:srgbClr val="475569"/>
                </a:solidFill>
              </a:rPr>
              <a:t>individual positions within one convolutional layer.</a:t>
            </a:r>
            <a:endParaRPr lang="en-US" sz="1600" b="1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CB4014-A2C6-5835-31E9-54603A0D1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memory is represented differently from RNN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19CCF3-FCE9-D776-FD24-2B60C92BFCB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RNN / LSTM / GRU</a:t>
            </a:r>
          </a:p>
          <a:p>
            <a:r>
              <a:rPr lang="en-GB" dirty="0"/>
              <a:t>Historical information is compressed into a recurrent state:</a:t>
            </a:r>
          </a:p>
          <a:p>
            <a:r>
              <a:rPr lang="en-GB" dirty="0"/>
              <a:t>h[t] and optionally c[t]</a:t>
            </a:r>
          </a:p>
          <a:p>
            <a:endParaRPr lang="en-GB" b="1" dirty="0"/>
          </a:p>
          <a:p>
            <a:r>
              <a:rPr lang="en-GB" b="1" dirty="0"/>
              <a:t>TCN</a:t>
            </a:r>
          </a:p>
          <a:p>
            <a:r>
              <a:rPr lang="en-GB" dirty="0"/>
              <a:t>There is no recurrent state passed from one time step to the next.</a:t>
            </a:r>
          </a:p>
          <a:p>
            <a:r>
              <a:rPr lang="en-GB" dirty="0"/>
              <a:t>History is represented through:</a:t>
            </a:r>
          </a:p>
          <a:p>
            <a:pPr lvl="1"/>
            <a:r>
              <a:rPr lang="en-GB" dirty="0"/>
              <a:t>convolutional feature maps; </a:t>
            </a:r>
          </a:p>
          <a:p>
            <a:pPr lvl="1"/>
            <a:r>
              <a:rPr lang="en-GB" dirty="0"/>
              <a:t>receptive-field connections.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AB364C2-BCE9-A7E5-4ADE-BAA05D298C4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Consequence</a:t>
            </a:r>
          </a:p>
          <a:p>
            <a:r>
              <a:rPr lang="en-GB" dirty="0"/>
              <a:t>RNN memory:</a:t>
            </a:r>
          </a:p>
          <a:p>
            <a:pPr lvl="1"/>
            <a:r>
              <a:rPr lang="en-GB" dirty="0"/>
              <a:t>state-based; </a:t>
            </a:r>
          </a:p>
          <a:p>
            <a:pPr lvl="1"/>
            <a:r>
              <a:rPr lang="en-GB" dirty="0"/>
              <a:t>potentially variable in what it retains. </a:t>
            </a:r>
          </a:p>
          <a:p>
            <a:r>
              <a:rPr lang="en-GB" dirty="0"/>
              <a:t>TCN memory:</a:t>
            </a:r>
          </a:p>
          <a:p>
            <a:pPr lvl="1"/>
            <a:r>
              <a:rPr lang="en-GB" dirty="0"/>
              <a:t>limited explicitly by receptive field; </a:t>
            </a:r>
          </a:p>
          <a:p>
            <a:pPr lvl="1"/>
            <a:r>
              <a:rPr lang="en-GB" dirty="0"/>
              <a:t>structurally determined by architecture.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F2F5046-E75F-FE36-6589-8A171937CF05}"/>
              </a:ext>
            </a:extLst>
          </p:cNvPr>
          <p:cNvSpPr txBox="1"/>
          <p:nvPr/>
        </p:nvSpPr>
        <p:spPr>
          <a:xfrm>
            <a:off x="5089970" y="5579696"/>
            <a:ext cx="67210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TCN cannot use information outside its receptive field, but information inside the field does not need to survive repeated recurrent state updates.</a:t>
            </a:r>
          </a:p>
        </p:txBody>
      </p:sp>
    </p:spTree>
    <p:extLst>
      <p:ext uri="{BB962C8B-B14F-4D97-AF65-F5344CB8AC3E}">
        <p14:creationId xmlns:p14="http://schemas.microsoft.com/office/powerpoint/2010/main" val="351171600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356971-1838-DE32-7FF0-18D6B0912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RNN memory versus TCN receptive field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DE6BF6-9889-72D5-2062-D33812A9F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936066" cy="430371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Consider a dependency between:</a:t>
            </a:r>
          </a:p>
          <a:p>
            <a:pPr lvl="1"/>
            <a:r>
              <a:rPr lang="en-GB" dirty="0"/>
              <a:t>an event at time t−200; </a:t>
            </a:r>
          </a:p>
          <a:p>
            <a:pPr lvl="1"/>
            <a:r>
              <a:rPr lang="en-GB" dirty="0"/>
              <a:t>prediction at time t. </a:t>
            </a:r>
          </a:p>
          <a:p>
            <a:r>
              <a:rPr lang="en-GB" b="1" dirty="0"/>
              <a:t>RNN</a:t>
            </a:r>
          </a:p>
          <a:p>
            <a:r>
              <a:rPr lang="en-GB" dirty="0"/>
              <a:t>Information must be preserved through:</a:t>
            </a:r>
          </a:p>
          <a:p>
            <a:r>
              <a:rPr lang="en-GB" dirty="0"/>
              <a:t>h[t−200] → h[t−199] → ... → h[t]</a:t>
            </a:r>
          </a:p>
          <a:p>
            <a:endParaRPr lang="en-GB" b="1" dirty="0"/>
          </a:p>
          <a:p>
            <a:r>
              <a:rPr lang="en-GB" b="1" dirty="0"/>
              <a:t>TCN</a:t>
            </a:r>
          </a:p>
          <a:p>
            <a:r>
              <a:rPr lang="en-GB" dirty="0"/>
              <a:t>There must be a convolutional path connecting:</a:t>
            </a:r>
          </a:p>
          <a:p>
            <a:r>
              <a:rPr lang="en-GB" dirty="0"/>
              <a:t>x[t−200]</a:t>
            </a:r>
          </a:p>
          <a:p>
            <a:r>
              <a:rPr lang="en-GB" dirty="0"/>
              <a:t>to the output at: t</a:t>
            </a:r>
          </a:p>
          <a:p>
            <a:r>
              <a:rPr lang="en-GB" dirty="0"/>
              <a:t>If the receptive field covers at least 201 samples, such a path exists.</a:t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711508B-5919-C3E0-D7E4-C54917BA1E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55270" y="2160588"/>
            <a:ext cx="5133530" cy="4418012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Main contrast</a:t>
            </a:r>
          </a:p>
          <a:p>
            <a:r>
              <a:rPr lang="en-GB" dirty="0"/>
              <a:t>RNN:</a:t>
            </a:r>
          </a:p>
          <a:p>
            <a:r>
              <a:rPr lang="en-GB" dirty="0"/>
              <a:t>learn what state information survives.</a:t>
            </a:r>
          </a:p>
          <a:p>
            <a:endParaRPr lang="en-GB" dirty="0"/>
          </a:p>
          <a:p>
            <a:r>
              <a:rPr lang="en-GB" dirty="0"/>
              <a:t>TCN:</a:t>
            </a:r>
          </a:p>
          <a:p>
            <a:r>
              <a:rPr lang="en-GB" dirty="0"/>
              <a:t>design a connectivity structure wide enough to include the relevant history.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95645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RNN memory versus TCN receptive field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Two different ways to connect past events to current predictions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RNN / LSTM / GRU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92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258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6002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6550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116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860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3408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974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9718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0266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576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7124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690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3434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3982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2185416"/>
            <a:ext cx="274320" cy="0"/>
          </a:xfrm>
          <a:prstGeom prst="line">
            <a:avLst/>
          </a:prstGeom>
          <a:noFill/>
          <a:ln w="1524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029200" y="2011680"/>
            <a:ext cx="4114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084064" y="2057400"/>
            <a:ext cx="301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73FF"/>
                </a:solidFill>
              </a:rPr>
              <a:t>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26060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information must survive state updates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TCN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14400" y="4297680"/>
            <a:ext cx="4864608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6410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12014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137617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63220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188823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14426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40030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265633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91236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316839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342442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368046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393649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419252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444855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4704588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960620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216652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5472684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5728716" y="424738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864108" y="4247388"/>
            <a:ext cx="100584" cy="100584"/>
          </a:xfrm>
          <a:prstGeom prst="ellipse">
            <a:avLst/>
          </a:prstGeom>
          <a:solidFill>
            <a:srgbClr val="F1B400"/>
          </a:solidFill>
          <a:ln w="1524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5728716" y="4247388"/>
            <a:ext cx="100584" cy="100584"/>
          </a:xfrm>
          <a:prstGeom prst="ellipse">
            <a:avLst/>
          </a:prstGeom>
          <a:solidFill>
            <a:srgbClr val="86B817"/>
          </a:solidFill>
          <a:ln w="1524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914400" y="4005072"/>
            <a:ext cx="4864608" cy="0"/>
          </a:xfrm>
          <a:prstGeom prst="line">
            <a:avLst/>
          </a:prstGeom>
          <a:noFill/>
          <a:ln w="2540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914400" y="480060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connectivity path must exist inside receptive field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400800" y="182880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F8FAFC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6455664" y="1874520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RNN: learn what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state retains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400800" y="38404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EAF5D5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455664" y="3886200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TCN: design wide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enough RF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RNNs compress history into state; TCNs expose history through an explicit receptive field.</a:t>
            </a:r>
            <a:endParaRPr lang="en-US" sz="11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7100E8-843F-1F65-70FF-325CC0074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for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B6DDB2-1AC5-49B0-8BC7-AA939ACB9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Because TCNs can preserve temporal length, they are well suited to per-time-step prediction.</a:t>
            </a:r>
          </a:p>
          <a:p>
            <a:r>
              <a:rPr lang="en-GB" dirty="0"/>
              <a:t>Input: [N, L, d]</a:t>
            </a:r>
          </a:p>
          <a:p>
            <a:r>
              <a:rPr lang="en-GB" dirty="0"/>
              <a:t>TCN output: [N, L, F]</a:t>
            </a:r>
          </a:p>
          <a:p>
            <a:r>
              <a:rPr lang="en-GB" dirty="0"/>
              <a:t>Prediction layer: [N, L, K] for K classes.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sensor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TCN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map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classification at every time step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normal / warning / fault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56E7003-766F-ACFB-A9DB-010E16FE18FC}"/>
              </a:ext>
            </a:extLst>
          </p:cNvPr>
          <p:cNvSpPr txBox="1"/>
          <p:nvPr/>
        </p:nvSpPr>
        <p:spPr>
          <a:xfrm>
            <a:off x="4607368" y="3623921"/>
            <a:ext cx="61087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Causal version</a:t>
            </a:r>
          </a:p>
          <a:p>
            <a:r>
              <a:rPr lang="en-GB" sz="1400" dirty="0"/>
              <a:t>Prediction at t uses only: x[1], ..., x[t]</a:t>
            </a:r>
          </a:p>
          <a:p>
            <a:r>
              <a:rPr lang="en-GB" sz="1400" b="1" dirty="0"/>
              <a:t>Non-causal version</a:t>
            </a:r>
          </a:p>
          <a:p>
            <a:r>
              <a:rPr lang="en-GB" sz="1400" dirty="0"/>
              <a:t>Can be used when the complete sequence is available offline.</a:t>
            </a:r>
          </a:p>
        </p:txBody>
      </p:sp>
    </p:spTree>
    <p:extLst>
      <p:ext uri="{BB962C8B-B14F-4D97-AF65-F5344CB8AC3E}">
        <p14:creationId xmlns:p14="http://schemas.microsoft.com/office/powerpoint/2010/main" val="277516024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191A68-185D-ADD8-F0D7-534DAFA8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34" y="381000"/>
            <a:ext cx="8596668" cy="1320800"/>
          </a:xfrm>
        </p:spPr>
        <p:txBody>
          <a:bodyPr/>
          <a:lstStyle/>
          <a:p>
            <a:r>
              <a:rPr lang="en-GB" dirty="0"/>
              <a:t>TCN for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40012E-326C-94BC-FF7F-F28E3FA89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9034" y="1270000"/>
            <a:ext cx="5304366" cy="5372100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One-step forecasting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causal TCN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representation at time t</a:t>
            </a:r>
          </a:p>
          <a:p>
            <a:r>
              <a:rPr lang="en-GB" dirty="0"/>
              <a:t>  ↓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b="1" dirty="0"/>
          </a:p>
          <a:p>
            <a:r>
              <a:rPr lang="en-GB" b="1" dirty="0"/>
              <a:t>Direct multi-horizon forecasting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causal TCN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representation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4A5AEBF-6F70-08B8-036F-A5B18693D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770" y="2231563"/>
            <a:ext cx="4184034" cy="3880773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</a:t>
            </a:r>
          </a:p>
          <a:p>
            <a:r>
              <a:rPr lang="en-GB" dirty="0"/>
              <a:t>The receptive field should cover the historical context expected to influence the forecast.</a:t>
            </a:r>
          </a:p>
          <a:p>
            <a:endParaRPr lang="en-GB" b="1" dirty="0"/>
          </a:p>
          <a:p>
            <a:r>
              <a:rPr lang="en-GB" b="1" dirty="0"/>
              <a:t>Evaluation does not change</a:t>
            </a:r>
          </a:p>
          <a:p>
            <a:r>
              <a:rPr lang="en-GB" dirty="0"/>
              <a:t>Compare against: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seasonal naïve; </a:t>
            </a:r>
          </a:p>
          <a:p>
            <a:pPr lvl="1"/>
            <a:r>
              <a:rPr lang="en-GB" dirty="0"/>
              <a:t>linear lag models; </a:t>
            </a:r>
          </a:p>
          <a:p>
            <a:pPr lvl="1"/>
            <a:r>
              <a:rPr lang="en-GB" dirty="0"/>
              <a:t>boosting; </a:t>
            </a:r>
          </a:p>
          <a:p>
            <a:pPr lvl="1"/>
            <a:r>
              <a:rPr lang="en-GB" dirty="0"/>
              <a:t>recurrent models.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B826211-B027-6666-ECE1-57F942713BE8}"/>
              </a:ext>
            </a:extLst>
          </p:cNvPr>
          <p:cNvSpPr txBox="1"/>
          <p:nvPr/>
        </p:nvSpPr>
        <p:spPr>
          <a:xfrm>
            <a:off x="5613400" y="623669"/>
            <a:ext cx="6108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causal TCN can transform a historical sequence into a representation used for forecasting.</a:t>
            </a:r>
          </a:p>
        </p:txBody>
      </p:sp>
    </p:spTree>
    <p:extLst>
      <p:ext uri="{BB962C8B-B14F-4D97-AF65-F5344CB8AC3E}">
        <p14:creationId xmlns:p14="http://schemas.microsoft.com/office/powerpoint/2010/main" val="420482092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9A020F-1D04-CB28-F04F-5B7BFA42B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TCN for sequence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E293FAF-07F4-CC05-635B-A66BF76A83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For classification of a complete window:</a:t>
            </a:r>
          </a:p>
          <a:p>
            <a:r>
              <a:rPr lang="en-GB" dirty="0"/>
              <a:t>input window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temporal convolution blocks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feature maps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global pooling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fixed-size vector</a:t>
            </a:r>
          </a:p>
          <a:p>
            <a:r>
              <a:rPr lang="en-GB" dirty="0"/>
              <a:t>    ↓</a:t>
            </a:r>
          </a:p>
          <a:p>
            <a:r>
              <a:rPr lang="en-GB" dirty="0"/>
              <a:t>classifier</a:t>
            </a:r>
          </a:p>
          <a:p>
            <a:br>
              <a:rPr lang="en-GB" dirty="0"/>
            </a:b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47FEBD2-CEA8-2988-6C0D-826921B70A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42370" y="2149479"/>
            <a:ext cx="6272296" cy="4416422"/>
          </a:xfrm>
        </p:spPr>
        <p:txBody>
          <a:bodyPr>
            <a:normAutofit fontScale="70000" lnSpcReduction="20000"/>
          </a:bodyPr>
          <a:lstStyle/>
          <a:p>
            <a:r>
              <a:rPr lang="en-GB" sz="2300" b="1" dirty="0"/>
              <a:t>Causality may not be necessary</a:t>
            </a:r>
          </a:p>
          <a:p>
            <a:r>
              <a:rPr lang="en-GB" sz="2300" dirty="0"/>
              <a:t>If the complete window is available before classification, the model may use:</a:t>
            </a:r>
          </a:p>
          <a:p>
            <a:pPr lvl="1"/>
            <a:r>
              <a:rPr lang="en-GB" sz="2000" dirty="0"/>
              <a:t>causal convolution; </a:t>
            </a:r>
          </a:p>
          <a:p>
            <a:pPr lvl="1"/>
            <a:r>
              <a:rPr lang="en-GB" sz="2000" dirty="0"/>
              <a:t>non-causal convolution. </a:t>
            </a:r>
          </a:p>
          <a:p>
            <a:r>
              <a:rPr lang="en-GB" sz="2300" b="1" dirty="0"/>
              <a:t>Example</a:t>
            </a:r>
          </a:p>
          <a:p>
            <a:r>
              <a:rPr lang="en-GB" sz="2300" dirty="0"/>
              <a:t>Classify a completed machine cycle as:</a:t>
            </a:r>
          </a:p>
          <a:p>
            <a:pPr lvl="1"/>
            <a:r>
              <a:rPr lang="en-GB" sz="2000" dirty="0"/>
              <a:t>normal; </a:t>
            </a:r>
          </a:p>
          <a:p>
            <a:pPr lvl="1"/>
            <a:r>
              <a:rPr lang="en-GB" sz="2000" dirty="0"/>
              <a:t>imbalance; </a:t>
            </a:r>
          </a:p>
          <a:p>
            <a:pPr lvl="1"/>
            <a:r>
              <a:rPr lang="en-GB" sz="2000" dirty="0"/>
              <a:t>bearing fault; </a:t>
            </a:r>
          </a:p>
          <a:p>
            <a:pPr lvl="1"/>
            <a:r>
              <a:rPr lang="en-GB" sz="2000" dirty="0"/>
              <a:t>misalignment. </a:t>
            </a:r>
          </a:p>
          <a:p>
            <a:pPr marL="0" indent="0">
              <a:buNone/>
            </a:pPr>
            <a:endParaRPr lang="en-GB" sz="2300" b="1" dirty="0"/>
          </a:p>
          <a:p>
            <a:r>
              <a:rPr lang="en-GB" sz="2300" b="1" dirty="0"/>
              <a:t>The architecture should follow the deployment condition, not a general preference for causal models.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2159053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TCNs support different temporal tasks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Same convolutional backbone, different output heads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2880360"/>
            <a:ext cx="173736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397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9260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input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sequence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200400"/>
            <a:ext cx="10058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703320" y="256032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58184" y="2606040"/>
            <a:ext cx="1719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causal / non-causal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TCN backbone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flipV="1">
            <a:off x="5532120" y="1581912"/>
            <a:ext cx="1152144" cy="1207008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720840" y="12344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775704" y="128016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sequence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B73FF"/>
                </a:solidFill>
              </a:rPr>
              <a:t>classification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3200400"/>
            <a:ext cx="114300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720840" y="288036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775704" y="292608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1B400"/>
                </a:solidFill>
              </a:rPr>
              <a:t>sequence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1B400"/>
                </a:solidFill>
              </a:rPr>
              <a:t>labelling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32120" y="3611880"/>
            <a:ext cx="1143000" cy="123444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720840" y="45262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775704" y="457200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</a:rPr>
              <a:t>forecasting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5577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Use global pooling for one label; preserve temporal length for labels at every time step; use causal representation for forecasts.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The task determines causality, temporal resolution, pooling strategy and output head.</a:t>
            </a:r>
            <a:endParaRPr lang="en-US" sz="1150" dirty="0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2DA6C898-E162-B194-8601-49A8BFA118CB}"/>
              </a:ext>
            </a:extLst>
          </p:cNvPr>
          <p:cNvSpPr txBox="1"/>
          <p:nvPr/>
        </p:nvSpPr>
        <p:spPr>
          <a:xfrm>
            <a:off x="8434070" y="5987308"/>
            <a:ext cx="34988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Evaluation and comparison with other methods does not change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DED480-2895-CCFF-B244-02FC56601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TCN versus a standard temporal CNN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226A73C-70B0-43B3-7A98-0209652D82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standard temporal CNN may use:</a:t>
            </a:r>
          </a:p>
          <a:p>
            <a:pPr lvl="1"/>
            <a:r>
              <a:rPr lang="en-GB" dirty="0"/>
              <a:t>ordinary convolution; </a:t>
            </a:r>
          </a:p>
          <a:p>
            <a:pPr lvl="1"/>
            <a:r>
              <a:rPr lang="en-GB" dirty="0"/>
              <a:t>pooling; </a:t>
            </a:r>
          </a:p>
          <a:p>
            <a:pPr lvl="1"/>
            <a:r>
              <a:rPr lang="en-GB" dirty="0"/>
              <a:t>stride; </a:t>
            </a:r>
          </a:p>
          <a:p>
            <a:pPr lvl="1"/>
            <a:r>
              <a:rPr lang="en-GB" dirty="0"/>
              <a:t>non-causal padding. </a:t>
            </a:r>
          </a:p>
          <a:p>
            <a:endParaRPr lang="en-GB" dirty="0"/>
          </a:p>
          <a:p>
            <a:r>
              <a:rPr lang="en-GB" dirty="0"/>
              <a:t>A TCN generally emphasizes: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preserved temporal resolution; </a:t>
            </a:r>
          </a:p>
          <a:p>
            <a:pPr lvl="1"/>
            <a:r>
              <a:rPr lang="en-GB" dirty="0"/>
              <a:t>residual connections; </a:t>
            </a:r>
          </a:p>
          <a:p>
            <a:pPr lvl="1"/>
            <a:r>
              <a:rPr lang="en-GB" dirty="0"/>
              <a:t>large receptive fields.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8A8F827-3614-1D4E-A651-F0352E9110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61664" y="2160589"/>
            <a:ext cx="5653001" cy="453231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Standard CNN</a:t>
            </a:r>
          </a:p>
          <a:p>
            <a:r>
              <a:rPr lang="en-GB" dirty="0"/>
              <a:t>Often useful for:</a:t>
            </a:r>
          </a:p>
          <a:p>
            <a:pPr lvl="1"/>
            <a:r>
              <a:rPr lang="en-GB" dirty="0"/>
              <a:t>window classification; </a:t>
            </a:r>
          </a:p>
          <a:p>
            <a:pPr lvl="1"/>
            <a:r>
              <a:rPr lang="en-GB" dirty="0"/>
              <a:t>offline analysis; </a:t>
            </a:r>
          </a:p>
          <a:p>
            <a:pPr lvl="1"/>
            <a:r>
              <a:rPr lang="en-GB" dirty="0"/>
              <a:t>compact hierarchical representations. </a:t>
            </a:r>
          </a:p>
          <a:p>
            <a:r>
              <a:rPr lang="en-GB" b="1" dirty="0"/>
              <a:t>TCN</a:t>
            </a:r>
          </a:p>
          <a:p>
            <a:r>
              <a:rPr lang="en-GB" dirty="0"/>
              <a:t>Particularly useful for:</a:t>
            </a:r>
          </a:p>
          <a:p>
            <a:pPr lvl="1"/>
            <a:r>
              <a:rPr lang="en-GB" dirty="0"/>
              <a:t>sequence modelling; 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online prediction; </a:t>
            </a:r>
          </a:p>
          <a:p>
            <a:pPr lvl="1"/>
            <a:r>
              <a:rPr lang="en-GB" dirty="0"/>
              <a:t>long temporal context.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term “TCN” describes an architectural family rather than one unique fixed network.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966167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706CFE-ED1C-EAD9-0EC3-68EC3773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Strengths of TCNs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7AAE60-442F-45D0-1FD4-FD8E0E1C1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Long temporal context</a:t>
            </a:r>
          </a:p>
          <a:p>
            <a:r>
              <a:rPr lang="en-GB" dirty="0"/>
              <a:t>Dilation allows rapid receptive-field growth.</a:t>
            </a:r>
          </a:p>
          <a:p>
            <a:r>
              <a:rPr lang="en-GB" b="1" dirty="0"/>
              <a:t>Parallel computation</a:t>
            </a:r>
          </a:p>
          <a:p>
            <a:r>
              <a:rPr lang="en-GB" dirty="0"/>
              <a:t>Temporal positions within each convolutional layer can be processed simultaneously.</a:t>
            </a:r>
          </a:p>
          <a:p>
            <a:r>
              <a:rPr lang="en-GB" b="1" dirty="0"/>
              <a:t>Stable gradient paths</a:t>
            </a:r>
          </a:p>
          <a:p>
            <a:r>
              <a:rPr lang="en-GB" dirty="0"/>
              <a:t>Training does not require gradients to pass through hundreds of recurrent state transitions.</a:t>
            </a:r>
          </a:p>
          <a:p>
            <a:r>
              <a:rPr lang="en-GB" b="1" dirty="0"/>
              <a:t>Explicit receptive field</a:t>
            </a:r>
          </a:p>
          <a:p>
            <a:r>
              <a:rPr lang="en-GB" dirty="0"/>
              <a:t>Historical context can be calculated from the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9202010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B1C5-0ADE-35CF-1D5F-B9DE75FA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BAB732-1038-E109-2D5D-3986563DE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Strengths of TCNs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05A647-7ED8-1B18-7868-8C5EC87C61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Flexible output structure</a:t>
            </a:r>
          </a:p>
          <a:p>
            <a:r>
              <a:rPr lang="en-GB" dirty="0"/>
              <a:t>TCNs support:</a:t>
            </a:r>
          </a:p>
          <a:p>
            <a:pPr lvl="1"/>
            <a:r>
              <a:rPr lang="en-GB" dirty="0"/>
              <a:t>classification; </a:t>
            </a:r>
          </a:p>
          <a:p>
            <a:pPr lvl="1"/>
            <a:r>
              <a:rPr lang="en-GB" dirty="0"/>
              <a:t>regression; 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forecasting. </a:t>
            </a:r>
          </a:p>
          <a:p>
            <a:endParaRPr lang="en-GB" b="1" dirty="0"/>
          </a:p>
          <a:p>
            <a:r>
              <a:rPr lang="en-GB" b="1" dirty="0"/>
              <a:t>Causal processing</a:t>
            </a:r>
          </a:p>
          <a:p>
            <a:r>
              <a:rPr lang="en-GB" dirty="0"/>
              <a:t>They can operate without future information when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718817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2ADBC6-68B8-CEDB-E8AC-E66647FE7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TCNs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BA3BC2-3A86-767A-DFF5-4FD51A1516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Fixed receptive field</a:t>
            </a:r>
          </a:p>
          <a:p>
            <a:r>
              <a:rPr lang="en-GB" dirty="0"/>
              <a:t>Information outside the designed receptive field is inaccessible.</a:t>
            </a:r>
          </a:p>
          <a:p>
            <a:endParaRPr lang="en-GB" b="1" dirty="0"/>
          </a:p>
          <a:p>
            <a:r>
              <a:rPr lang="en-GB" b="1" dirty="0"/>
              <a:t>Architecture design matters</a:t>
            </a:r>
          </a:p>
          <a:p>
            <a:r>
              <a:rPr lang="en-GB" dirty="0"/>
              <a:t>The modeller must choose:</a:t>
            </a:r>
          </a:p>
          <a:p>
            <a:pPr lvl="1"/>
            <a:r>
              <a:rPr lang="en-GB" dirty="0"/>
              <a:t>depth; </a:t>
            </a:r>
          </a:p>
          <a:p>
            <a:pPr lvl="1"/>
            <a:r>
              <a:rPr lang="en-GB" dirty="0"/>
              <a:t>kernel size; </a:t>
            </a:r>
          </a:p>
          <a:p>
            <a:pPr lvl="1"/>
            <a:r>
              <a:rPr lang="en-GB" dirty="0"/>
              <a:t>dilation schedule; </a:t>
            </a:r>
          </a:p>
          <a:p>
            <a:pPr lvl="1"/>
            <a:r>
              <a:rPr lang="en-GB" dirty="0"/>
              <a:t>number of channels.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DD6AE5A-AF51-4B5D-0FEB-33CF04A2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848030" cy="4214811"/>
          </a:xfrm>
        </p:spPr>
        <p:txBody>
          <a:bodyPr>
            <a:normAutofit/>
          </a:bodyPr>
          <a:lstStyle/>
          <a:p>
            <a:r>
              <a:rPr lang="en-GB" b="1" dirty="0"/>
              <a:t>Memory requirements</a:t>
            </a:r>
          </a:p>
          <a:p>
            <a:r>
              <a:rPr lang="en-GB" dirty="0"/>
              <a:t>Long feature maps and many channels may require substantial memory.</a:t>
            </a:r>
          </a:p>
          <a:p>
            <a:r>
              <a:rPr lang="en-GB" b="1" dirty="0"/>
              <a:t>Very sparse dilation</a:t>
            </a:r>
          </a:p>
          <a:p>
            <a:r>
              <a:rPr lang="en-GB" dirty="0"/>
              <a:t>May miss local structure if poorly designed.</a:t>
            </a:r>
          </a:p>
          <a:p>
            <a:r>
              <a:rPr lang="en-GB" b="1" dirty="0"/>
              <a:t>Streaming implementation</a:t>
            </a:r>
          </a:p>
          <a:p>
            <a:r>
              <a:rPr lang="en-GB" dirty="0"/>
              <a:t>Possible, but requires buffering previous inputs or intermediate activations.</a:t>
            </a:r>
          </a:p>
          <a:p>
            <a:r>
              <a:rPr lang="en-GB" dirty="0"/>
              <a:t>An RNN naturally carries a compact recurrent state.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19692D-DE7F-52E4-6805-CA43319BC33B}"/>
              </a:ext>
            </a:extLst>
          </p:cNvPr>
          <p:cNvSpPr txBox="1"/>
          <p:nvPr/>
        </p:nvSpPr>
        <p:spPr>
          <a:xfrm>
            <a:off x="4095750" y="6041361"/>
            <a:ext cx="6108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TCNs remove recurrent state propagation, but they introduce explicit receptive-field design.</a:t>
            </a:r>
          </a:p>
        </p:txBody>
      </p:sp>
    </p:spTree>
    <p:extLst>
      <p:ext uri="{BB962C8B-B14F-4D97-AF65-F5344CB8AC3E}">
        <p14:creationId xmlns:p14="http://schemas.microsoft.com/office/powerpoint/2010/main" val="2444319482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51007F-2972-EB24-EB65-545B8A3E6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From TCN to </a:t>
            </a:r>
            <a:r>
              <a:rPr lang="en-GB" b="1" dirty="0" err="1"/>
              <a:t>WaveNet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52302C-E7C3-D28E-8327-B39D5D367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combination of: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exponentially growing receptive field; </a:t>
            </a:r>
          </a:p>
          <a:p>
            <a:pPr lvl="1"/>
            <a:r>
              <a:rPr lang="en-GB" dirty="0"/>
              <a:t>residual and skip connections; </a:t>
            </a:r>
          </a:p>
          <a:p>
            <a:r>
              <a:rPr lang="en-GB" dirty="0"/>
              <a:t>became especially influential through </a:t>
            </a:r>
            <a:r>
              <a:rPr lang="en-GB" b="1" dirty="0" err="1"/>
              <a:t>WaveNet</a:t>
            </a:r>
            <a:r>
              <a:rPr lang="en-GB" dirty="0"/>
              <a:t>.</a:t>
            </a:r>
          </a:p>
          <a:p>
            <a:r>
              <a:rPr lang="en-GB" dirty="0" err="1"/>
              <a:t>WaveNet</a:t>
            </a:r>
            <a:r>
              <a:rPr lang="en-GB" dirty="0"/>
              <a:t> was originally developed for raw audio generation, but its architectural principles are much more general.</a:t>
            </a:r>
          </a:p>
          <a:p>
            <a:endParaRPr lang="en-GB" dirty="0"/>
          </a:p>
          <a:p>
            <a:r>
              <a:rPr lang="en-GB" dirty="0"/>
              <a:t>We are interested in </a:t>
            </a:r>
            <a:r>
              <a:rPr lang="en-GB" dirty="0" err="1"/>
              <a:t>WaveNet</a:t>
            </a:r>
            <a:r>
              <a:rPr lang="en-GB" dirty="0"/>
              <a:t> mainly because it demonstrates:</a:t>
            </a:r>
          </a:p>
          <a:p>
            <a:r>
              <a:rPr lang="en-GB" b="1" dirty="0"/>
              <a:t>Long temporal dependencies can be represented with deep causal dilated convolution instead of recurrent state propagation.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1480685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04120" y="0"/>
            <a:ext cx="1828800" cy="6858000"/>
          </a:xfrm>
          <a:prstGeom prst="parallelogram">
            <a:avLst/>
          </a:prstGeom>
          <a:solidFill>
            <a:srgbClr val="86B817">
              <a:alpha val="92000"/>
            </a:srgbClr>
          </a:solidFill>
          <a:ln w="12700">
            <a:solidFill>
              <a:srgbClr val="86B8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835640" y="0"/>
            <a:ext cx="1188720" cy="6858000"/>
          </a:xfrm>
          <a:prstGeom prst="parallelogram">
            <a:avLst/>
          </a:prstGeom>
          <a:solidFill>
            <a:srgbClr val="5F8E2F">
              <a:alpha val="80000"/>
            </a:srgbClr>
          </a:solidFill>
          <a:ln w="12700">
            <a:solidFill>
              <a:srgbClr val="5F8E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72600" y="0"/>
            <a:ext cx="1143000" cy="6858000"/>
          </a:xfrm>
          <a:prstGeom prst="parallelogram">
            <a:avLst/>
          </a:prstGeom>
          <a:solidFill>
            <a:srgbClr val="A6CE39">
              <a:alpha val="40000"/>
            </a:srgbClr>
          </a:solidFill>
          <a:ln w="12700">
            <a:solidFill>
              <a:srgbClr val="A6CE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281160" y="0"/>
            <a:ext cx="594360" cy="6858000"/>
          </a:xfrm>
          <a:prstGeom prst="line">
            <a:avLst/>
          </a:prstGeom>
          <a:noFill/>
          <a:ln w="12700">
            <a:solidFill>
              <a:srgbClr val="CBD5E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94360" y="3474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TCN to WaveNet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12648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Causal dilation as an architectural milestone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097280" y="5166360"/>
            <a:ext cx="58521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469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2298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4127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5956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785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613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1442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3271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5100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6929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8757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0586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415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4244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6073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7901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9730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1559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388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217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7045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8874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703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2532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361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6189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8018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9847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6762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35050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53338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671626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899148" y="5116068"/>
            <a:ext cx="100584" cy="100584"/>
          </a:xfrm>
          <a:prstGeom prst="ellipse">
            <a:avLst/>
          </a:prstGeom>
          <a:solidFill>
            <a:srgbClr val="FFFFFF"/>
          </a:solidFill>
          <a:ln w="889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49808" y="43891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d=1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583680" y="5056632"/>
            <a:ext cx="365760" cy="0"/>
          </a:xfrm>
          <a:prstGeom prst="line">
            <a:avLst/>
          </a:prstGeom>
          <a:noFill/>
          <a:ln w="22860">
            <a:solidFill>
              <a:srgbClr val="2B73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7498080" y="42976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2B7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552944" y="43434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49808" y="37033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d=2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217920" y="5056632"/>
            <a:ext cx="731520" cy="0"/>
          </a:xfrm>
          <a:prstGeom prst="line">
            <a:avLst/>
          </a:prstGeom>
          <a:noFill/>
          <a:ln w="22860">
            <a:solidFill>
              <a:srgbClr val="86B81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7498080" y="36118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86B81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7552944" y="36576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49808" y="30175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d=4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0" y="5056632"/>
            <a:ext cx="1463040" cy="0"/>
          </a:xfrm>
          <a:prstGeom prst="line">
            <a:avLst/>
          </a:prstGeom>
          <a:noFill/>
          <a:ln w="22860">
            <a:solidFill>
              <a:srgbClr val="F1B4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7498080" y="29260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F1B4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552944" y="29718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49808" y="23317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d=8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023360" y="5056632"/>
            <a:ext cx="2926080" cy="0"/>
          </a:xfrm>
          <a:prstGeom prst="line">
            <a:avLst/>
          </a:prstGeom>
          <a:noFill/>
          <a:ln w="2286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498080" y="22402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7552944" y="22860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49808" y="16459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</a:rPr>
              <a:t>d=16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1097280" y="5056632"/>
            <a:ext cx="5852160" cy="0"/>
          </a:xfrm>
          <a:prstGeom prst="line">
            <a:avLst/>
          </a:prstGeom>
          <a:noFill/>
          <a:ln w="22860">
            <a:solidFill>
              <a:srgbClr val="EF444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7498080" y="1554480"/>
            <a:ext cx="1417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397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552944" y="1600200"/>
            <a:ext cx="1307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residual block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914400" y="13258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dilation 1 → 2 → 4 → 8 → 16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914400" y="59893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WaveNet popularized deep causal dilated convolution with residual/skip connections for long temporal dependencies.</a:t>
            </a:r>
            <a:endParaRPr lang="en-US" sz="1350" dirty="0"/>
          </a:p>
        </p:txBody>
      </p:sp>
      <p:sp>
        <p:nvSpPr>
          <p:cNvPr id="64" name="Text 62"/>
          <p:cNvSpPr/>
          <p:nvPr/>
        </p:nvSpPr>
        <p:spPr>
          <a:xfrm>
            <a:off x="685800" y="6263640"/>
            <a:ext cx="7955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75569"/>
                </a:solidFill>
              </a:rPr>
              <a:t>The audio-generation origin is less important here than the causal dilated convolution principle.</a:t>
            </a:r>
            <a:endParaRPr lang="en-US" sz="115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 err="1"/>
              <a:t>WaveNet</a:t>
            </a:r>
            <a:r>
              <a:rPr lang="en-US" i="1" dirty="0"/>
              <a:t>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196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965" y="2103257"/>
            <a:ext cx="9001641" cy="3592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47318" y="5902868"/>
            <a:ext cx="56368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N.B., kernel size </a:t>
            </a:r>
            <a:r>
              <a:rPr lang="it-IT" dirty="0" err="1"/>
              <a:t>always</a:t>
            </a:r>
            <a:r>
              <a:rPr lang="it-IT" dirty="0"/>
              <a:t> 2,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a </a:t>
            </a:r>
            <a:r>
              <a:rPr lang="it-IT" dirty="0" err="1"/>
              <a:t>dilation</a:t>
            </a:r>
            <a:r>
              <a:rPr lang="it-IT" dirty="0"/>
              <a:t> rate (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determines</a:t>
            </a:r>
            <a:r>
              <a:rPr lang="it-IT" dirty="0"/>
              <a:t> the size of the gap </a:t>
            </a:r>
            <a:r>
              <a:rPr lang="it-IT" dirty="0" err="1"/>
              <a:t>between</a:t>
            </a:r>
            <a:r>
              <a:rPr lang="it-IT" dirty="0"/>
              <a:t> the steps/frames). </a:t>
            </a:r>
          </a:p>
          <a:p>
            <a:r>
              <a:rPr lang="it-IT" dirty="0"/>
              <a:t>The kernel </a:t>
            </a:r>
            <a:r>
              <a:rPr lang="it-IT" dirty="0" err="1"/>
              <a:t>is</a:t>
            </a:r>
            <a:r>
              <a:rPr lang="it-IT" dirty="0"/>
              <a:t> spread over </a:t>
            </a:r>
            <a:r>
              <a:rPr lang="it-IT" dirty="0" err="1"/>
              <a:t>several</a:t>
            </a:r>
            <a:r>
              <a:rPr lang="it-IT" dirty="0"/>
              <a:t> «</a:t>
            </a:r>
            <a:r>
              <a:rPr lang="it-IT" dirty="0" err="1"/>
              <a:t>distant</a:t>
            </a:r>
            <a:r>
              <a:rPr lang="it-IT" dirty="0"/>
              <a:t>» frames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0437901" y="4353216"/>
            <a:ext cx="13746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highlight>
                  <a:srgbClr val="FFFF00"/>
                </a:highlight>
              </a:rPr>
              <a:t>Receptive field </a:t>
            </a:r>
            <a:r>
              <a:rPr lang="it-IT" dirty="0">
                <a:highlight>
                  <a:srgbClr val="FFFF00"/>
                </a:highlight>
              </a:rPr>
              <a:t>size: </a:t>
            </a:r>
            <a:r>
              <a:rPr lang="it-IT" dirty="0"/>
              <a:t>2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0437901" y="3762030"/>
            <a:ext cx="122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RF size: 4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0444606" y="2991134"/>
            <a:ext cx="122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RF size: 8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10444606" y="2230164"/>
            <a:ext cx="122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RF size: 16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70319" y="2414830"/>
            <a:ext cx="553998" cy="3139321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 algn="ctr"/>
            <a:r>
              <a:rPr lang="it-IT" sz="2400" b="1" dirty="0">
                <a:highlight>
                  <a:srgbClr val="FFFF00"/>
                </a:highlight>
              </a:rPr>
              <a:t>Zero padding necessary</a:t>
            </a:r>
            <a:endParaRPr lang="en-US" sz="2400" b="1" dirty="0">
              <a:highlight>
                <a:srgbClr val="FFFF00"/>
              </a:highlight>
            </a:endParaRP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838200" y="5846885"/>
            <a:ext cx="8462963" cy="9671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65369" y="6033184"/>
            <a:ext cx="707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time</a:t>
            </a:r>
            <a:endParaRPr lang="en-US" b="1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F8FF133-40D2-B60C-12F1-38DB6813821A}"/>
              </a:ext>
            </a:extLst>
          </p:cNvPr>
          <p:cNvSpPr txBox="1"/>
          <p:nvPr/>
        </p:nvSpPr>
        <p:spPr>
          <a:xfrm>
            <a:off x="7024019" y="311743"/>
            <a:ext cx="51679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highlight>
                  <a:srgbClr val="FFFF00"/>
                </a:highlight>
              </a:rPr>
              <a:t>Compare the RF size </a:t>
            </a:r>
            <a:r>
              <a:rPr lang="it-IT" sz="1600" b="1" dirty="0" err="1">
                <a:highlight>
                  <a:srgbClr val="FFFF00"/>
                </a:highlight>
              </a:rPr>
              <a:t>obtainable</a:t>
            </a:r>
            <a:r>
              <a:rPr lang="it-IT" sz="1600" b="1" dirty="0">
                <a:highlight>
                  <a:srgbClr val="FFFF00"/>
                </a:highlight>
              </a:rPr>
              <a:t> with </a:t>
            </a:r>
            <a:r>
              <a:rPr lang="it-IT" sz="1600" b="1" dirty="0" err="1">
                <a:highlight>
                  <a:srgbClr val="FFFF00"/>
                </a:highlight>
              </a:rPr>
              <a:t>dilation</a:t>
            </a:r>
            <a:r>
              <a:rPr lang="it-IT" sz="1600" b="1" dirty="0">
                <a:highlight>
                  <a:srgbClr val="FFFF00"/>
                </a:highlight>
              </a:rPr>
              <a:t> </a:t>
            </a:r>
            <a:r>
              <a:rPr lang="it-IT" sz="1600" b="1" dirty="0" err="1">
                <a:highlight>
                  <a:srgbClr val="FFFF00"/>
                </a:highlight>
              </a:rPr>
              <a:t>always</a:t>
            </a:r>
            <a:r>
              <a:rPr lang="it-IT" sz="1600" b="1" dirty="0">
                <a:highlight>
                  <a:srgbClr val="FFFF00"/>
                </a:highlight>
              </a:rPr>
              <a:t> 1.</a:t>
            </a:r>
          </a:p>
          <a:p>
            <a:r>
              <a:rPr lang="en-GB" sz="1600" dirty="0"/>
              <a:t>With exponentially increasing dilations 1,2,4,8,…, the receptive field grows exponentially with depth </a:t>
            </a:r>
            <a:r>
              <a:rPr lang="it-IT" sz="1600" b="1" dirty="0"/>
              <a:t>(vs. </a:t>
            </a:r>
            <a:r>
              <a:rPr lang="it-IT" sz="1600" b="1" dirty="0" err="1"/>
              <a:t>linearly</a:t>
            </a:r>
            <a:r>
              <a:rPr lang="it-IT" sz="1600" b="1" dirty="0"/>
              <a:t>). In </a:t>
            </a:r>
            <a:r>
              <a:rPr lang="it-IT" sz="1600" b="1" dirty="0" err="1"/>
              <a:t>other</a:t>
            </a:r>
            <a:r>
              <a:rPr lang="it-IT" sz="1600" b="1" dirty="0"/>
              <a:t> words, with </a:t>
            </a:r>
            <a:r>
              <a:rPr lang="it-IT" sz="1600" b="1" dirty="0" err="1"/>
              <a:t>Wavenet</a:t>
            </a:r>
            <a:r>
              <a:rPr lang="it-IT" sz="1600" b="1" dirty="0"/>
              <a:t> </a:t>
            </a:r>
            <a:r>
              <a:rPr lang="it-IT" sz="1600" b="1" dirty="0" err="1"/>
              <a:t>you</a:t>
            </a:r>
            <a:r>
              <a:rPr lang="it-IT" sz="1600" b="1" dirty="0"/>
              <a:t> </a:t>
            </a:r>
            <a:r>
              <a:rPr lang="it-IT" sz="1600" b="1" dirty="0" err="1"/>
              <a:t>need</a:t>
            </a:r>
            <a:r>
              <a:rPr lang="it-IT" sz="1600" b="1" dirty="0"/>
              <a:t> a </a:t>
            </a:r>
            <a:r>
              <a:rPr lang="it-IT" sz="1600" b="1" dirty="0" err="1"/>
              <a:t>logarithmic</a:t>
            </a:r>
            <a:r>
              <a:rPr lang="it-IT" sz="1600" b="1" dirty="0"/>
              <a:t> </a:t>
            </a:r>
            <a:r>
              <a:rPr lang="it-IT" sz="1600" b="1" dirty="0" err="1"/>
              <a:t>number</a:t>
            </a:r>
            <a:r>
              <a:rPr lang="it-IT" sz="1600" b="1" dirty="0"/>
              <a:t> of </a:t>
            </a:r>
            <a:r>
              <a:rPr lang="it-IT" sz="1600" b="1" dirty="0" err="1"/>
              <a:t>layers</a:t>
            </a:r>
            <a:r>
              <a:rPr lang="it-IT" sz="1600" b="1" dirty="0"/>
              <a:t> to </a:t>
            </a:r>
            <a:r>
              <a:rPr lang="it-IT" sz="1600" b="1" dirty="0" err="1"/>
              <a:t>have</a:t>
            </a:r>
            <a:r>
              <a:rPr lang="it-IT" sz="1600" b="1" dirty="0"/>
              <a:t> the </a:t>
            </a:r>
            <a:r>
              <a:rPr lang="it-IT" sz="1600" b="1" dirty="0" err="1"/>
              <a:t>same</a:t>
            </a:r>
            <a:r>
              <a:rPr lang="it-IT" sz="1600" b="1" dirty="0"/>
              <a:t> RF</a:t>
            </a:r>
            <a:endParaRPr lang="en-GB" sz="1600" b="1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C79CA34-7661-54B9-18EF-BB6253913CCE}"/>
              </a:ext>
            </a:extLst>
          </p:cNvPr>
          <p:cNvSpPr txBox="1"/>
          <p:nvPr/>
        </p:nvSpPr>
        <p:spPr>
          <a:xfrm>
            <a:off x="1143465" y="5298860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1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0F85F91-F535-EC44-AFE1-24918296AE3F}"/>
              </a:ext>
            </a:extLst>
          </p:cNvPr>
          <p:cNvSpPr txBox="1"/>
          <p:nvPr/>
        </p:nvSpPr>
        <p:spPr>
          <a:xfrm>
            <a:off x="1215966" y="4522492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2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DE1454A-641D-C35E-D77E-F3598E8A2A3A}"/>
              </a:ext>
            </a:extLst>
          </p:cNvPr>
          <p:cNvSpPr txBox="1"/>
          <p:nvPr/>
        </p:nvSpPr>
        <p:spPr>
          <a:xfrm>
            <a:off x="1215965" y="3765015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4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52EDAA8C-59C2-69BD-8EB6-C295A4DABA98}"/>
              </a:ext>
            </a:extLst>
          </p:cNvPr>
          <p:cNvSpPr txBox="1"/>
          <p:nvPr/>
        </p:nvSpPr>
        <p:spPr>
          <a:xfrm>
            <a:off x="1215965" y="3021911"/>
            <a:ext cx="6039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8 </a:t>
            </a:r>
            <a:r>
              <a:rPr lang="it-IT" sz="1400" dirty="0" err="1"/>
              <a:t>pad</a:t>
            </a:r>
            <a:endParaRPr lang="en-GB" sz="1400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FDDD6A30-C532-1EFC-74BA-51C1A481540A}"/>
              </a:ext>
            </a:extLst>
          </p:cNvPr>
          <p:cNvSpPr txBox="1"/>
          <p:nvPr/>
        </p:nvSpPr>
        <p:spPr>
          <a:xfrm>
            <a:off x="73468" y="1650196"/>
            <a:ext cx="17464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Left padding </a:t>
            </a:r>
            <a:r>
              <a:rPr lang="en-GB" dirty="0"/>
              <a:t>=d preserves sequence length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B1B9AEFA-7907-64B4-8368-E66FF4E286B0}"/>
              </a:ext>
            </a:extLst>
          </p:cNvPr>
          <p:cNvSpPr txBox="1"/>
          <p:nvPr/>
        </p:nvSpPr>
        <p:spPr>
          <a:xfrm>
            <a:off x="2057879" y="1860832"/>
            <a:ext cx="6532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Causal: each output uses only current and past positions</a:t>
            </a:r>
          </a:p>
        </p:txBody>
      </p:sp>
    </p:spTree>
    <p:extLst>
      <p:ext uri="{BB962C8B-B14F-4D97-AF65-F5344CB8AC3E}">
        <p14:creationId xmlns:p14="http://schemas.microsoft.com/office/powerpoint/2010/main" val="2060776453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A6BF59-44D2-A6AA-C53F-84B60554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Block 5.I — </a:t>
            </a:r>
            <a:r>
              <a:rPr lang="en-GB" dirty="0" err="1"/>
              <a:t>WaveNet</a:t>
            </a:r>
            <a:r>
              <a:rPr lang="en-GB" dirty="0"/>
              <a:t> as an Influential Temporal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210212B-8E12-A4C6-ADD2-276A6E5F1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97689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E9AE97-7C47-34B3-C69C-C9E7C0E20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9" name="Segnaposto contenuto 8" descr="../_images/wavenet.png">
            <a:extLst>
              <a:ext uri="{FF2B5EF4-FFF2-40B4-BE49-F238E27FC236}">
                <a16:creationId xmlns:a16="http://schemas.microsoft.com/office/drawing/2014/main" id="{D58EC6B1-825E-666E-96C7-85FA8A237F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19139" y="2637139"/>
            <a:ext cx="5513759" cy="292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00806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6990FB-E70E-57E8-F021-F3909F615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WaveNet</a:t>
            </a:r>
            <a:r>
              <a:rPr lang="en-GB" dirty="0"/>
              <a:t>: why it matters beyond audio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A8C7E5-53E3-B25D-EFAA-0CF10EB6EC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129866" cy="4468811"/>
          </a:xfrm>
        </p:spPr>
        <p:txBody>
          <a:bodyPr>
            <a:normAutofit/>
          </a:bodyPr>
          <a:lstStyle/>
          <a:p>
            <a:r>
              <a:rPr lang="en-GB" dirty="0" err="1"/>
              <a:t>WaveNet</a:t>
            </a:r>
            <a:r>
              <a:rPr lang="en-GB" dirty="0"/>
              <a:t> was introduced as a generative model for raw audio.</a:t>
            </a:r>
          </a:p>
          <a:p>
            <a:r>
              <a:rPr lang="en-GB" dirty="0"/>
              <a:t>Its importance for this course is architectural rather than application-specific.</a:t>
            </a:r>
          </a:p>
          <a:p>
            <a:r>
              <a:rPr lang="en-GB" dirty="0" err="1"/>
              <a:t>WaveNet</a:t>
            </a:r>
            <a:r>
              <a:rPr lang="en-GB" dirty="0"/>
              <a:t> showed that long temporal dependencies can be modelled using: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dilated convolution; </a:t>
            </a:r>
          </a:p>
          <a:p>
            <a:pPr lvl="1"/>
            <a:r>
              <a:rPr lang="en-GB" dirty="0"/>
              <a:t>residual connections (continues through the stack); </a:t>
            </a:r>
          </a:p>
          <a:p>
            <a:pPr lvl="1"/>
            <a:r>
              <a:rPr lang="en-GB" dirty="0"/>
              <a:t>skip connections (bypasses later layers to the output); </a:t>
            </a:r>
          </a:p>
          <a:p>
            <a:pPr lvl="1"/>
            <a:r>
              <a:rPr lang="en-GB" dirty="0"/>
              <a:t>deep stacks of temporal filters.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C6B29FD-91E1-A31E-BAF9-CDF78C514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160588"/>
            <a:ext cx="4184034" cy="3880773"/>
          </a:xfrm>
        </p:spPr>
        <p:txBody>
          <a:bodyPr>
            <a:normAutofit/>
          </a:bodyPr>
          <a:lstStyle/>
          <a:p>
            <a:r>
              <a:rPr lang="en-GB" dirty="0"/>
              <a:t>Instead of propagating a recurrent state: h[t−1] → h[t]</a:t>
            </a:r>
          </a:p>
          <a:p>
            <a:r>
              <a:rPr lang="en-GB" dirty="0" err="1"/>
              <a:t>WaveNet</a:t>
            </a:r>
            <a:r>
              <a:rPr lang="en-GB" dirty="0"/>
              <a:t> builds a large historical receptive field through a hierarchy of causal dilated convolutions.</a:t>
            </a:r>
          </a:p>
          <a:p>
            <a:endParaRPr lang="en-GB" dirty="0"/>
          </a:p>
          <a:p>
            <a:r>
              <a:rPr lang="en-GB" dirty="0" err="1"/>
              <a:t>WaveNet</a:t>
            </a:r>
            <a:r>
              <a:rPr lang="en-GB" dirty="0"/>
              <a:t> is an important example of long-range sequence modelling without recurrence.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500292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WaveNet: architectural lesson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Long-range sequence modelling without recurrent state propagation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914400" y="1234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Recurrent state propagation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3"/>
          <p:cNvSpPr/>
          <p:nvPr/>
        </p:nvSpPr>
        <p:spPr>
          <a:xfrm>
            <a:off x="10058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0515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h[t-4]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5"/>
          <p:cNvSpPr/>
          <p:nvPr/>
        </p:nvSpPr>
        <p:spPr>
          <a:xfrm>
            <a:off x="16639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6"/>
          <p:cNvSpPr/>
          <p:nvPr/>
        </p:nvSpPr>
        <p:spPr>
          <a:xfrm>
            <a:off x="19202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7"/>
          <p:cNvSpPr/>
          <p:nvPr/>
        </p:nvSpPr>
        <p:spPr>
          <a:xfrm>
            <a:off x="19659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h[t-3]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8"/>
          <p:cNvSpPr/>
          <p:nvPr/>
        </p:nvSpPr>
        <p:spPr>
          <a:xfrm>
            <a:off x="25783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9"/>
          <p:cNvSpPr/>
          <p:nvPr/>
        </p:nvSpPr>
        <p:spPr>
          <a:xfrm>
            <a:off x="28346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0"/>
          <p:cNvSpPr/>
          <p:nvPr/>
        </p:nvSpPr>
        <p:spPr>
          <a:xfrm>
            <a:off x="28803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h[t-2]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1"/>
          <p:cNvSpPr/>
          <p:nvPr/>
        </p:nvSpPr>
        <p:spPr>
          <a:xfrm>
            <a:off x="34927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2"/>
          <p:cNvSpPr/>
          <p:nvPr/>
        </p:nvSpPr>
        <p:spPr>
          <a:xfrm>
            <a:off x="37490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3"/>
          <p:cNvSpPr/>
          <p:nvPr/>
        </p:nvSpPr>
        <p:spPr>
          <a:xfrm>
            <a:off x="37947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h[t-1]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4"/>
          <p:cNvSpPr/>
          <p:nvPr/>
        </p:nvSpPr>
        <p:spPr>
          <a:xfrm>
            <a:off x="4407120" y="2267640"/>
            <a:ext cx="256320" cy="360"/>
          </a:xfrm>
          <a:prstGeom prst="line">
            <a:avLst/>
          </a:prstGeom>
          <a:ln w="1651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4663440" y="2011680"/>
            <a:ext cx="658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6"/>
          <p:cNvSpPr/>
          <p:nvPr/>
        </p:nvSpPr>
        <p:spPr>
          <a:xfrm>
            <a:off x="4709160" y="2048400"/>
            <a:ext cx="566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h[t]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7"/>
          <p:cNvSpPr/>
          <p:nvPr/>
        </p:nvSpPr>
        <p:spPr>
          <a:xfrm>
            <a:off x="1051560" y="278892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sequential dependency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8"/>
          <p:cNvSpPr/>
          <p:nvPr/>
        </p:nvSpPr>
        <p:spPr>
          <a:xfrm>
            <a:off x="6126480" y="1234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Causal dilated convolution</a:t>
            </a:r>
            <a:endParaRPr lang="it-IT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9"/>
          <p:cNvSpPr/>
          <p:nvPr/>
        </p:nvSpPr>
        <p:spPr>
          <a:xfrm>
            <a:off x="6355080" y="260604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0"/>
          <p:cNvSpPr/>
          <p:nvPr/>
        </p:nvSpPr>
        <p:spPr>
          <a:xfrm>
            <a:off x="9363600" y="255132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9208080" y="255132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2"/>
          <p:cNvSpPr/>
          <p:nvPr/>
        </p:nvSpPr>
        <p:spPr>
          <a:xfrm>
            <a:off x="9052560" y="255132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3"/>
          <p:cNvSpPr/>
          <p:nvPr/>
        </p:nvSpPr>
        <p:spPr>
          <a:xfrm>
            <a:off x="5577840" y="249624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4"/>
          <p:cNvSpPr/>
          <p:nvPr/>
        </p:nvSpPr>
        <p:spPr>
          <a:xfrm>
            <a:off x="6355080" y="233172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9363600" y="227700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6"/>
          <p:cNvSpPr/>
          <p:nvPr/>
        </p:nvSpPr>
        <p:spPr>
          <a:xfrm>
            <a:off x="9052560" y="227700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27"/>
          <p:cNvSpPr/>
          <p:nvPr/>
        </p:nvSpPr>
        <p:spPr>
          <a:xfrm>
            <a:off x="8741520" y="227700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8"/>
          <p:cNvSpPr/>
          <p:nvPr/>
        </p:nvSpPr>
        <p:spPr>
          <a:xfrm>
            <a:off x="5577840" y="222192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9"/>
          <p:cNvSpPr/>
          <p:nvPr/>
        </p:nvSpPr>
        <p:spPr>
          <a:xfrm>
            <a:off x="6355080" y="205740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0"/>
          <p:cNvSpPr/>
          <p:nvPr/>
        </p:nvSpPr>
        <p:spPr>
          <a:xfrm>
            <a:off x="9363600" y="200268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1"/>
          <p:cNvSpPr/>
          <p:nvPr/>
        </p:nvSpPr>
        <p:spPr>
          <a:xfrm>
            <a:off x="8741520" y="200268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8119800" y="200268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3"/>
          <p:cNvSpPr/>
          <p:nvPr/>
        </p:nvSpPr>
        <p:spPr>
          <a:xfrm>
            <a:off x="5577840" y="194760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4</a:t>
            </a:r>
            <a:endParaRPr lang="it-IT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34"/>
          <p:cNvSpPr/>
          <p:nvPr/>
        </p:nvSpPr>
        <p:spPr>
          <a:xfrm>
            <a:off x="6355080" y="1783080"/>
            <a:ext cx="3246120" cy="360"/>
          </a:xfrm>
          <a:prstGeom prst="line">
            <a:avLst/>
          </a:prstGeom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35"/>
          <p:cNvSpPr/>
          <p:nvPr/>
        </p:nvSpPr>
        <p:spPr>
          <a:xfrm>
            <a:off x="9363600" y="1728360"/>
            <a:ext cx="109440" cy="10944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36"/>
          <p:cNvSpPr/>
          <p:nvPr/>
        </p:nvSpPr>
        <p:spPr>
          <a:xfrm>
            <a:off x="8119800" y="1728360"/>
            <a:ext cx="109440" cy="109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37"/>
          <p:cNvSpPr/>
          <p:nvPr/>
        </p:nvSpPr>
        <p:spPr>
          <a:xfrm>
            <a:off x="6876360" y="1728360"/>
            <a:ext cx="109440" cy="1094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8"/>
          <p:cNvSpPr/>
          <p:nvPr/>
        </p:nvSpPr>
        <p:spPr>
          <a:xfrm>
            <a:off x="5577840" y="167328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dilation 8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9"/>
          <p:cNvSpPr/>
          <p:nvPr/>
        </p:nvSpPr>
        <p:spPr>
          <a:xfrm>
            <a:off x="6995160" y="3246120"/>
            <a:ext cx="237708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7040880" y="3282840"/>
            <a:ext cx="2285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large causal receptive field</a:t>
            </a:r>
            <a:endParaRPr lang="it-IT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1"/>
          <p:cNvSpPr/>
          <p:nvPr/>
        </p:nvSpPr>
        <p:spPr>
          <a:xfrm flipV="1">
            <a:off x="8183880" y="2743200"/>
            <a:ext cx="360" cy="32004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42"/>
          <p:cNvSpPr/>
          <p:nvPr/>
        </p:nvSpPr>
        <p:spPr>
          <a:xfrm>
            <a:off x="914400" y="580644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WaveNet-style temporal CNNs build memory through connectivity, not through h[t−1] → h[t].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sldNum" idx="5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56D14F1-ED94-48FF-BC1F-DC947DF04EA4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568" name="Connettore 2 567">
            <a:extLst>
              <a:ext uri="{FF2B5EF4-FFF2-40B4-BE49-F238E27FC236}">
                <a16:creationId xmlns:a16="http://schemas.microsoft.com/office/drawing/2014/main" id="{EA71BCDD-91DB-54D7-354D-A9968C5DB33F}"/>
              </a:ext>
            </a:extLst>
          </p:cNvPr>
          <p:cNvCxnSpPr>
            <a:cxnSpLocks/>
          </p:cNvCxnSpPr>
          <p:nvPr/>
        </p:nvCxnSpPr>
        <p:spPr>
          <a:xfrm flipV="1">
            <a:off x="9418320" y="2349595"/>
            <a:ext cx="0" cy="2565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ttore 2 570">
            <a:extLst>
              <a:ext uri="{FF2B5EF4-FFF2-40B4-BE49-F238E27FC236}">
                <a16:creationId xmlns:a16="http://schemas.microsoft.com/office/drawing/2014/main" id="{3573E064-ACC8-B684-FF18-420488DE167E}"/>
              </a:ext>
            </a:extLst>
          </p:cNvPr>
          <p:cNvCxnSpPr>
            <a:cxnSpLocks/>
          </p:cNvCxnSpPr>
          <p:nvPr/>
        </p:nvCxnSpPr>
        <p:spPr>
          <a:xfrm flipV="1">
            <a:off x="9418320" y="2048400"/>
            <a:ext cx="0" cy="2565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ttore 2 571">
            <a:extLst>
              <a:ext uri="{FF2B5EF4-FFF2-40B4-BE49-F238E27FC236}">
                <a16:creationId xmlns:a16="http://schemas.microsoft.com/office/drawing/2014/main" id="{DD6223EA-B05A-66EF-A9AA-87E14AC13A7F}"/>
              </a:ext>
            </a:extLst>
          </p:cNvPr>
          <p:cNvCxnSpPr>
            <a:cxnSpLocks/>
          </p:cNvCxnSpPr>
          <p:nvPr/>
        </p:nvCxnSpPr>
        <p:spPr>
          <a:xfrm flipV="1">
            <a:off x="9418320" y="1783080"/>
            <a:ext cx="0" cy="2565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ttore 2 572">
            <a:extLst>
              <a:ext uri="{FF2B5EF4-FFF2-40B4-BE49-F238E27FC236}">
                <a16:creationId xmlns:a16="http://schemas.microsoft.com/office/drawing/2014/main" id="{0E82049D-B96B-0F9F-4970-C5EC967B666C}"/>
              </a:ext>
            </a:extLst>
          </p:cNvPr>
          <p:cNvCxnSpPr>
            <a:cxnSpLocks/>
          </p:cNvCxnSpPr>
          <p:nvPr/>
        </p:nvCxnSpPr>
        <p:spPr>
          <a:xfrm flipV="1">
            <a:off x="9281520" y="2352571"/>
            <a:ext cx="109440" cy="1987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6" name="Connettore 2 575">
            <a:extLst>
              <a:ext uri="{FF2B5EF4-FFF2-40B4-BE49-F238E27FC236}">
                <a16:creationId xmlns:a16="http://schemas.microsoft.com/office/drawing/2014/main" id="{B5495E18-3DD5-F0DF-3FF8-69DC4492D4F6}"/>
              </a:ext>
            </a:extLst>
          </p:cNvPr>
          <p:cNvCxnSpPr>
            <a:cxnSpLocks/>
            <a:stCxn id="33" idx="7"/>
          </p:cNvCxnSpPr>
          <p:nvPr/>
        </p:nvCxnSpPr>
        <p:spPr>
          <a:xfrm flipV="1">
            <a:off x="9145973" y="2339098"/>
            <a:ext cx="198907" cy="2282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ttore 2 577">
            <a:extLst>
              <a:ext uri="{FF2B5EF4-FFF2-40B4-BE49-F238E27FC236}">
                <a16:creationId xmlns:a16="http://schemas.microsoft.com/office/drawing/2014/main" id="{AD421D0C-DB34-2D33-ED83-F7AA1EC5B96D}"/>
              </a:ext>
            </a:extLst>
          </p:cNvPr>
          <p:cNvCxnSpPr>
            <a:cxnSpLocks/>
            <a:stCxn id="37" idx="0"/>
            <a:endCxn id="41" idx="3"/>
          </p:cNvCxnSpPr>
          <p:nvPr/>
        </p:nvCxnSpPr>
        <p:spPr>
          <a:xfrm flipV="1">
            <a:off x="9107280" y="2096093"/>
            <a:ext cx="272347" cy="1809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ttore 2 579">
            <a:extLst>
              <a:ext uri="{FF2B5EF4-FFF2-40B4-BE49-F238E27FC236}">
                <a16:creationId xmlns:a16="http://schemas.microsoft.com/office/drawing/2014/main" id="{D763D5BF-C066-BA69-F104-CD5F3FD03928}"/>
              </a:ext>
            </a:extLst>
          </p:cNvPr>
          <p:cNvCxnSpPr>
            <a:cxnSpLocks/>
            <a:stCxn id="42" idx="6"/>
          </p:cNvCxnSpPr>
          <p:nvPr/>
        </p:nvCxnSpPr>
        <p:spPr>
          <a:xfrm flipV="1">
            <a:off x="8850960" y="1783722"/>
            <a:ext cx="540000" cy="2736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ttore 2 581">
            <a:extLst>
              <a:ext uri="{FF2B5EF4-FFF2-40B4-BE49-F238E27FC236}">
                <a16:creationId xmlns:a16="http://schemas.microsoft.com/office/drawing/2014/main" id="{611897D4-9A93-94E5-9A7A-B00D540770E0}"/>
              </a:ext>
            </a:extLst>
          </p:cNvPr>
          <p:cNvCxnSpPr>
            <a:cxnSpLocks/>
            <a:stCxn id="43" idx="7"/>
            <a:endCxn id="46" idx="2"/>
          </p:cNvCxnSpPr>
          <p:nvPr/>
        </p:nvCxnSpPr>
        <p:spPr>
          <a:xfrm flipV="1">
            <a:off x="8213213" y="1783080"/>
            <a:ext cx="1150387" cy="2356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onnettore 2 584">
            <a:extLst>
              <a:ext uri="{FF2B5EF4-FFF2-40B4-BE49-F238E27FC236}">
                <a16:creationId xmlns:a16="http://schemas.microsoft.com/office/drawing/2014/main" id="{021AA539-79A0-7880-E007-8ADA42968D05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816088" y="2057400"/>
            <a:ext cx="547512" cy="2690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A37214-05D8-A82B-9299-1BA510B08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Exponentially increasing dilation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D203AF4-7D4E-1BE9-9B6B-7EFF05B9A9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typical </a:t>
            </a:r>
            <a:r>
              <a:rPr lang="en-GB" dirty="0" err="1"/>
              <a:t>WaveNet</a:t>
            </a:r>
            <a:r>
              <a:rPr lang="en-GB" dirty="0"/>
              <a:t> stack increases dilation exponentially.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Layer 1: dilation = 1</a:t>
            </a:r>
          </a:p>
          <a:p>
            <a:pPr lvl="1"/>
            <a:r>
              <a:rPr lang="en-GB" dirty="0"/>
              <a:t>Layer 2: dilation = 2</a:t>
            </a:r>
          </a:p>
          <a:p>
            <a:pPr lvl="1"/>
            <a:r>
              <a:rPr lang="en-GB" dirty="0"/>
              <a:t>Layer 3: dilation = 4</a:t>
            </a:r>
          </a:p>
          <a:p>
            <a:pPr lvl="1"/>
            <a:r>
              <a:rPr lang="en-GB" dirty="0"/>
              <a:t>Layer 4: dilation = 8</a:t>
            </a:r>
          </a:p>
          <a:p>
            <a:pPr lvl="1"/>
            <a:r>
              <a:rPr lang="en-GB" dirty="0"/>
              <a:t>Layer 5: dilation = 16</a:t>
            </a:r>
          </a:p>
          <a:p>
            <a:r>
              <a:rPr lang="en-GB" dirty="0"/>
              <a:t>With small kernels, this creates a rapidly expanding receptive field.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C6515B-D546-9B81-01A3-9FFA58AE3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5641530" cy="388077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Example with kernel size 2</a:t>
            </a:r>
          </a:p>
          <a:p>
            <a:r>
              <a:rPr lang="en-GB" dirty="0"/>
              <a:t>One layer can connect:</a:t>
            </a:r>
          </a:p>
          <a:p>
            <a:r>
              <a:rPr lang="en-GB" dirty="0"/>
              <a:t>x[t] and x[t−1]</a:t>
            </a:r>
          </a:p>
          <a:p>
            <a:r>
              <a:rPr lang="en-GB" dirty="0"/>
              <a:t>With increasing dilation, deeper layers can connect:</a:t>
            </a:r>
          </a:p>
          <a:p>
            <a:pPr lvl="1"/>
            <a:r>
              <a:rPr lang="en-GB" dirty="0"/>
              <a:t>x[t−1]</a:t>
            </a:r>
          </a:p>
          <a:p>
            <a:pPr lvl="1"/>
            <a:r>
              <a:rPr lang="en-GB" dirty="0"/>
              <a:t>x[t−2]</a:t>
            </a:r>
          </a:p>
          <a:p>
            <a:pPr lvl="1"/>
            <a:r>
              <a:rPr lang="en-GB" dirty="0"/>
              <a:t>x[t−4]</a:t>
            </a:r>
          </a:p>
          <a:p>
            <a:pPr lvl="1"/>
            <a:r>
              <a:rPr lang="en-GB" dirty="0"/>
              <a:t>x[t−8]</a:t>
            </a:r>
          </a:p>
          <a:p>
            <a:pPr lvl="1"/>
            <a:r>
              <a:rPr lang="en-GB" dirty="0"/>
              <a:t>x[t−16]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dirty="0"/>
              <a:t>indirectly through the convolutional stack.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3474188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461640E5-A8D7-2547-68FA-4B97CF277B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365125"/>
            <a:ext cx="8137525" cy="347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2800" b="1">
                <a:solidFill>
                  <a:srgbClr val="111827"/>
                </a:solidFill>
                <a:latin typeface="Aptos" panose="020B0004020202020204" pitchFamily="34" charset="0"/>
              </a:rPr>
              <a:t>Exponentially increasing dilation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EC24D852-5311-B98F-CF21-183CF9BFC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822325"/>
            <a:ext cx="8961437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500">
                <a:solidFill>
                  <a:srgbClr val="475569"/>
                </a:solidFill>
                <a:latin typeface="Aptos" panose="020B0004020202020204" pitchFamily="34" charset="0"/>
              </a:rPr>
              <a:t>Causal dilated convolutions expand past context without using future samples.</a:t>
            </a:r>
          </a:p>
        </p:txBody>
      </p:sp>
      <p:sp>
        <p:nvSpPr>
          <p:cNvPr id="3075" name="Line 3">
            <a:extLst>
              <a:ext uri="{FF2B5EF4-FFF2-40B4-BE49-F238E27FC236}">
                <a16:creationId xmlns:a16="http://schemas.microsoft.com/office/drawing/2014/main" id="{F954433C-B2CD-9C35-2B65-3D096F5C5F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2538" y="5303838"/>
            <a:ext cx="7818437" cy="1587"/>
          </a:xfrm>
          <a:prstGeom prst="line">
            <a:avLst/>
          </a:prstGeom>
          <a:noFill/>
          <a:ln w="12600" cap="flat">
            <a:solidFill>
              <a:srgbClr val="111827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C511FBBA-3213-A4C2-C10A-E3D905D0F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1675" y="5194300"/>
            <a:ext cx="411163" cy="146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time →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E36608FF-EA1A-A05F-713D-D62AD72F74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1588" y="5440363"/>
            <a:ext cx="411162" cy="128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900">
                <a:solidFill>
                  <a:srgbClr val="475569"/>
                </a:solidFill>
                <a:latin typeface="Aptos" panose="020B0004020202020204" pitchFamily="34" charset="0"/>
              </a:rPr>
              <a:t>past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53A3559D-3A7B-ADF1-C499-633042ECBB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50300" y="5440363"/>
            <a:ext cx="182563" cy="128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t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5BECB410-2D1A-C22F-1E09-E32FB4BAF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47910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Input</a:t>
            </a:r>
          </a:p>
        </p:txBody>
      </p:sp>
      <p:sp>
        <p:nvSpPr>
          <p:cNvPr id="3080" name="Line 8">
            <a:extLst>
              <a:ext uri="{FF2B5EF4-FFF2-40B4-BE49-F238E27FC236}">
                <a16:creationId xmlns:a16="http://schemas.microsoft.com/office/drawing/2014/main" id="{3698DE33-D68F-E631-FF67-A3E7B3734F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48926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081" name="Oval 9">
            <a:extLst>
              <a:ext uri="{FF2B5EF4-FFF2-40B4-BE49-F238E27FC236}">
                <a16:creationId xmlns:a16="http://schemas.microsoft.com/office/drawing/2014/main" id="{16946870-8168-4132-807B-53A13F52B0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2" name="Oval 10">
            <a:extLst>
              <a:ext uri="{FF2B5EF4-FFF2-40B4-BE49-F238E27FC236}">
                <a16:creationId xmlns:a16="http://schemas.microsoft.com/office/drawing/2014/main" id="{0505EB3B-EAE2-C210-914F-B432EDE22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3" name="Oval 11">
            <a:extLst>
              <a:ext uri="{FF2B5EF4-FFF2-40B4-BE49-F238E27FC236}">
                <a16:creationId xmlns:a16="http://schemas.microsoft.com/office/drawing/2014/main" id="{5F62B3A6-7988-8408-F3BC-6FC1B6DBD1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4" name="Oval 12">
            <a:extLst>
              <a:ext uri="{FF2B5EF4-FFF2-40B4-BE49-F238E27FC236}">
                <a16:creationId xmlns:a16="http://schemas.microsoft.com/office/drawing/2014/main" id="{13F79332-A3E3-ABB3-6323-19D09F0B1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5" name="Oval 13">
            <a:extLst>
              <a:ext uri="{FF2B5EF4-FFF2-40B4-BE49-F238E27FC236}">
                <a16:creationId xmlns:a16="http://schemas.microsoft.com/office/drawing/2014/main" id="{2A46279B-C643-1C15-A717-680371FBDE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6" name="Oval 14">
            <a:extLst>
              <a:ext uri="{FF2B5EF4-FFF2-40B4-BE49-F238E27FC236}">
                <a16:creationId xmlns:a16="http://schemas.microsoft.com/office/drawing/2014/main" id="{ACE26039-A6C1-8636-2D93-B8DFA0BFDE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7" name="Oval 15">
            <a:extLst>
              <a:ext uri="{FF2B5EF4-FFF2-40B4-BE49-F238E27FC236}">
                <a16:creationId xmlns:a16="http://schemas.microsoft.com/office/drawing/2014/main" id="{A59FAEBC-3D99-9324-FD3C-3B08F105D1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8" name="Oval 16">
            <a:extLst>
              <a:ext uri="{FF2B5EF4-FFF2-40B4-BE49-F238E27FC236}">
                <a16:creationId xmlns:a16="http://schemas.microsoft.com/office/drawing/2014/main" id="{8A9D385C-0866-52E6-E41E-E68931897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89" name="Oval 17">
            <a:extLst>
              <a:ext uri="{FF2B5EF4-FFF2-40B4-BE49-F238E27FC236}">
                <a16:creationId xmlns:a16="http://schemas.microsoft.com/office/drawing/2014/main" id="{D0FA9509-FC58-8CB2-C7DD-8F6BBCF2C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0" name="Oval 18">
            <a:extLst>
              <a:ext uri="{FF2B5EF4-FFF2-40B4-BE49-F238E27FC236}">
                <a16:creationId xmlns:a16="http://schemas.microsoft.com/office/drawing/2014/main" id="{D4744443-35CE-016A-F663-ACC938723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1" name="Oval 19">
            <a:extLst>
              <a:ext uri="{FF2B5EF4-FFF2-40B4-BE49-F238E27FC236}">
                <a16:creationId xmlns:a16="http://schemas.microsoft.com/office/drawing/2014/main" id="{F0DF6818-0B33-F93D-06BD-D80268C70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2" name="Oval 20">
            <a:extLst>
              <a:ext uri="{FF2B5EF4-FFF2-40B4-BE49-F238E27FC236}">
                <a16:creationId xmlns:a16="http://schemas.microsoft.com/office/drawing/2014/main" id="{89726162-602A-2AC3-A83B-0CB099CF5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3" name="Oval 21">
            <a:extLst>
              <a:ext uri="{FF2B5EF4-FFF2-40B4-BE49-F238E27FC236}">
                <a16:creationId xmlns:a16="http://schemas.microsoft.com/office/drawing/2014/main" id="{6C17C5EE-5846-28C8-962D-3DF4871EB5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4" name="Oval 22">
            <a:extLst>
              <a:ext uri="{FF2B5EF4-FFF2-40B4-BE49-F238E27FC236}">
                <a16:creationId xmlns:a16="http://schemas.microsoft.com/office/drawing/2014/main" id="{FF399BDB-F6F7-A9F9-6C7C-968094EB6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5" name="Oval 23">
            <a:extLst>
              <a:ext uri="{FF2B5EF4-FFF2-40B4-BE49-F238E27FC236}">
                <a16:creationId xmlns:a16="http://schemas.microsoft.com/office/drawing/2014/main" id="{22592AF6-6CF1-C0AB-4CD1-97472189D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6" name="Oval 24">
            <a:extLst>
              <a:ext uri="{FF2B5EF4-FFF2-40B4-BE49-F238E27FC236}">
                <a16:creationId xmlns:a16="http://schemas.microsoft.com/office/drawing/2014/main" id="{9204764D-44CE-EBF2-4F2D-79EDCFAB8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7" name="Oval 25">
            <a:extLst>
              <a:ext uri="{FF2B5EF4-FFF2-40B4-BE49-F238E27FC236}">
                <a16:creationId xmlns:a16="http://schemas.microsoft.com/office/drawing/2014/main" id="{97C30B07-A800-1A70-507D-9668EB13C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8" name="Oval 26">
            <a:extLst>
              <a:ext uri="{FF2B5EF4-FFF2-40B4-BE49-F238E27FC236}">
                <a16:creationId xmlns:a16="http://schemas.microsoft.com/office/drawing/2014/main" id="{562825FB-548C-5C17-7EE6-9533598ECB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099" name="Oval 27">
            <a:extLst>
              <a:ext uri="{FF2B5EF4-FFF2-40B4-BE49-F238E27FC236}">
                <a16:creationId xmlns:a16="http://schemas.microsoft.com/office/drawing/2014/main" id="{A41BDF34-1E80-E05A-D576-BF09F2CCE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0" name="Oval 28">
            <a:extLst>
              <a:ext uri="{FF2B5EF4-FFF2-40B4-BE49-F238E27FC236}">
                <a16:creationId xmlns:a16="http://schemas.microsoft.com/office/drawing/2014/main" id="{0F080E84-7A54-3E52-B744-16E46E327C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1" name="Oval 29">
            <a:extLst>
              <a:ext uri="{FF2B5EF4-FFF2-40B4-BE49-F238E27FC236}">
                <a16:creationId xmlns:a16="http://schemas.microsoft.com/office/drawing/2014/main" id="{79D1C03F-5AD4-2A6B-9910-E90041CE4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2" name="Oval 30">
            <a:extLst>
              <a:ext uri="{FF2B5EF4-FFF2-40B4-BE49-F238E27FC236}">
                <a16:creationId xmlns:a16="http://schemas.microsoft.com/office/drawing/2014/main" id="{A7C19ECD-CA42-597F-D1C1-86F43116C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3" name="Oval 31">
            <a:extLst>
              <a:ext uri="{FF2B5EF4-FFF2-40B4-BE49-F238E27FC236}">
                <a16:creationId xmlns:a16="http://schemas.microsoft.com/office/drawing/2014/main" id="{7EDB5CB2-BE48-667D-E528-CE49D7EC37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4" name="Oval 32">
            <a:extLst>
              <a:ext uri="{FF2B5EF4-FFF2-40B4-BE49-F238E27FC236}">
                <a16:creationId xmlns:a16="http://schemas.microsoft.com/office/drawing/2014/main" id="{7AC7FF39-C610-9C47-5213-3808B05752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5" name="Oval 33">
            <a:extLst>
              <a:ext uri="{FF2B5EF4-FFF2-40B4-BE49-F238E27FC236}">
                <a16:creationId xmlns:a16="http://schemas.microsoft.com/office/drawing/2014/main" id="{E009CD05-AE92-E7D9-BAC3-8E94047990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6" name="Oval 34">
            <a:extLst>
              <a:ext uri="{FF2B5EF4-FFF2-40B4-BE49-F238E27FC236}">
                <a16:creationId xmlns:a16="http://schemas.microsoft.com/office/drawing/2014/main" id="{6795A9DC-ED15-0DE8-67C9-B39B1C14C0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7" name="Oval 35">
            <a:extLst>
              <a:ext uri="{FF2B5EF4-FFF2-40B4-BE49-F238E27FC236}">
                <a16:creationId xmlns:a16="http://schemas.microsoft.com/office/drawing/2014/main" id="{D067B04A-416E-C75C-BE15-C936DDC50F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8" name="Oval 36">
            <a:extLst>
              <a:ext uri="{FF2B5EF4-FFF2-40B4-BE49-F238E27FC236}">
                <a16:creationId xmlns:a16="http://schemas.microsoft.com/office/drawing/2014/main" id="{BECAF47E-26DD-67C3-9AC2-F99D18AC0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09" name="Oval 37">
            <a:extLst>
              <a:ext uri="{FF2B5EF4-FFF2-40B4-BE49-F238E27FC236}">
                <a16:creationId xmlns:a16="http://schemas.microsoft.com/office/drawing/2014/main" id="{69F2A274-3426-ED0E-0CE9-E9BF70944B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0" name="Oval 38">
            <a:extLst>
              <a:ext uri="{FF2B5EF4-FFF2-40B4-BE49-F238E27FC236}">
                <a16:creationId xmlns:a16="http://schemas.microsoft.com/office/drawing/2014/main" id="{C839570C-D778-65D9-ABC0-3F357762A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1" name="Oval 39">
            <a:extLst>
              <a:ext uri="{FF2B5EF4-FFF2-40B4-BE49-F238E27FC236}">
                <a16:creationId xmlns:a16="http://schemas.microsoft.com/office/drawing/2014/main" id="{159D839F-29BC-7146-AD5A-3207597AE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2" name="Oval 40">
            <a:extLst>
              <a:ext uri="{FF2B5EF4-FFF2-40B4-BE49-F238E27FC236}">
                <a16:creationId xmlns:a16="http://schemas.microsoft.com/office/drawing/2014/main" id="{323AB5CC-01BE-BB04-1B66-438CA4A266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4859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3" name="Oval 41">
            <a:extLst>
              <a:ext uri="{FF2B5EF4-FFF2-40B4-BE49-F238E27FC236}">
                <a16:creationId xmlns:a16="http://schemas.microsoft.com/office/drawing/2014/main" id="{D0A6173B-4BEF-6AC8-4247-3E3E54B969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4" name="Oval 42">
            <a:extLst>
              <a:ext uri="{FF2B5EF4-FFF2-40B4-BE49-F238E27FC236}">
                <a16:creationId xmlns:a16="http://schemas.microsoft.com/office/drawing/2014/main" id="{9FE7F180-E2F9-56FB-2BEE-62966B5816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4859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5" name="Rectangle 43">
            <a:extLst>
              <a:ext uri="{FF2B5EF4-FFF2-40B4-BE49-F238E27FC236}">
                <a16:creationId xmlns:a16="http://schemas.microsoft.com/office/drawing/2014/main" id="{35DCAEBA-87FD-525A-4910-B7710E764C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41052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1: d=1</a:t>
            </a:r>
          </a:p>
        </p:txBody>
      </p:sp>
      <p:sp>
        <p:nvSpPr>
          <p:cNvPr id="3116" name="Line 44">
            <a:extLst>
              <a:ext uri="{FF2B5EF4-FFF2-40B4-BE49-F238E27FC236}">
                <a16:creationId xmlns:a16="http://schemas.microsoft.com/office/drawing/2014/main" id="{4C324EAC-2E8F-A390-8624-DDEEA9B6B86A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42068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17" name="Oval 45">
            <a:extLst>
              <a:ext uri="{FF2B5EF4-FFF2-40B4-BE49-F238E27FC236}">
                <a16:creationId xmlns:a16="http://schemas.microsoft.com/office/drawing/2014/main" id="{273F1E5C-14BA-4773-98F9-9AAE25FAC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8" name="Oval 46">
            <a:extLst>
              <a:ext uri="{FF2B5EF4-FFF2-40B4-BE49-F238E27FC236}">
                <a16:creationId xmlns:a16="http://schemas.microsoft.com/office/drawing/2014/main" id="{68A7958B-BC5A-5906-E285-A59CA482A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19" name="Oval 47">
            <a:extLst>
              <a:ext uri="{FF2B5EF4-FFF2-40B4-BE49-F238E27FC236}">
                <a16:creationId xmlns:a16="http://schemas.microsoft.com/office/drawing/2014/main" id="{5DEE3DF2-DF6F-C7C0-94C8-FE47B40AB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0" name="Oval 48">
            <a:extLst>
              <a:ext uri="{FF2B5EF4-FFF2-40B4-BE49-F238E27FC236}">
                <a16:creationId xmlns:a16="http://schemas.microsoft.com/office/drawing/2014/main" id="{E9F0C5F4-F61F-59FD-1988-2673570CA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1" name="Oval 49">
            <a:extLst>
              <a:ext uri="{FF2B5EF4-FFF2-40B4-BE49-F238E27FC236}">
                <a16:creationId xmlns:a16="http://schemas.microsoft.com/office/drawing/2014/main" id="{8444F20D-AAC5-098B-261D-56D306427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2" name="Oval 50">
            <a:extLst>
              <a:ext uri="{FF2B5EF4-FFF2-40B4-BE49-F238E27FC236}">
                <a16:creationId xmlns:a16="http://schemas.microsoft.com/office/drawing/2014/main" id="{97B7AE9E-A693-B356-2D56-62572587C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3" name="Oval 51">
            <a:extLst>
              <a:ext uri="{FF2B5EF4-FFF2-40B4-BE49-F238E27FC236}">
                <a16:creationId xmlns:a16="http://schemas.microsoft.com/office/drawing/2014/main" id="{63770CF9-7FA8-3CE2-FD4F-D27B2B3821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4" name="Oval 52">
            <a:extLst>
              <a:ext uri="{FF2B5EF4-FFF2-40B4-BE49-F238E27FC236}">
                <a16:creationId xmlns:a16="http://schemas.microsoft.com/office/drawing/2014/main" id="{B83B0EE8-359B-98FF-81D2-AF8AE71FBA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5" name="Oval 53">
            <a:extLst>
              <a:ext uri="{FF2B5EF4-FFF2-40B4-BE49-F238E27FC236}">
                <a16:creationId xmlns:a16="http://schemas.microsoft.com/office/drawing/2014/main" id="{AF11547F-F91A-302E-66B5-F0451DB608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6" name="Oval 54">
            <a:extLst>
              <a:ext uri="{FF2B5EF4-FFF2-40B4-BE49-F238E27FC236}">
                <a16:creationId xmlns:a16="http://schemas.microsoft.com/office/drawing/2014/main" id="{EAAAC445-4055-C295-8ACB-C34F18900E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7" name="Oval 55">
            <a:extLst>
              <a:ext uri="{FF2B5EF4-FFF2-40B4-BE49-F238E27FC236}">
                <a16:creationId xmlns:a16="http://schemas.microsoft.com/office/drawing/2014/main" id="{5468A729-53E2-225C-95CD-9D93EA4430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8" name="Oval 56">
            <a:extLst>
              <a:ext uri="{FF2B5EF4-FFF2-40B4-BE49-F238E27FC236}">
                <a16:creationId xmlns:a16="http://schemas.microsoft.com/office/drawing/2014/main" id="{BCE93FE7-98F6-E8D6-3374-E1AF4E087F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29" name="Oval 57">
            <a:extLst>
              <a:ext uri="{FF2B5EF4-FFF2-40B4-BE49-F238E27FC236}">
                <a16:creationId xmlns:a16="http://schemas.microsoft.com/office/drawing/2014/main" id="{43667511-3A10-0D04-94DE-D544C19B43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0" name="Oval 58">
            <a:extLst>
              <a:ext uri="{FF2B5EF4-FFF2-40B4-BE49-F238E27FC236}">
                <a16:creationId xmlns:a16="http://schemas.microsoft.com/office/drawing/2014/main" id="{EB30F576-0FFB-4EBC-7F04-1BE9A24B33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1" name="Oval 59">
            <a:extLst>
              <a:ext uri="{FF2B5EF4-FFF2-40B4-BE49-F238E27FC236}">
                <a16:creationId xmlns:a16="http://schemas.microsoft.com/office/drawing/2014/main" id="{AE881BB7-FF47-A4A0-29EE-E69018206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2" name="Oval 60">
            <a:extLst>
              <a:ext uri="{FF2B5EF4-FFF2-40B4-BE49-F238E27FC236}">
                <a16:creationId xmlns:a16="http://schemas.microsoft.com/office/drawing/2014/main" id="{1D393FD6-04DF-F65D-5332-67EA7CF44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3" name="Oval 61">
            <a:extLst>
              <a:ext uri="{FF2B5EF4-FFF2-40B4-BE49-F238E27FC236}">
                <a16:creationId xmlns:a16="http://schemas.microsoft.com/office/drawing/2014/main" id="{A528461A-1303-6A2F-111C-2CF2DBCE38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4" name="Oval 62">
            <a:extLst>
              <a:ext uri="{FF2B5EF4-FFF2-40B4-BE49-F238E27FC236}">
                <a16:creationId xmlns:a16="http://schemas.microsoft.com/office/drawing/2014/main" id="{97A23B81-85B4-D34E-4771-908ADDF732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5" name="Oval 63">
            <a:extLst>
              <a:ext uri="{FF2B5EF4-FFF2-40B4-BE49-F238E27FC236}">
                <a16:creationId xmlns:a16="http://schemas.microsoft.com/office/drawing/2014/main" id="{A5221937-A67B-6D23-8028-9A4201E044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6" name="Oval 64">
            <a:extLst>
              <a:ext uri="{FF2B5EF4-FFF2-40B4-BE49-F238E27FC236}">
                <a16:creationId xmlns:a16="http://schemas.microsoft.com/office/drawing/2014/main" id="{FFA97D15-C2BB-4B09-12C8-514164933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7" name="Oval 65">
            <a:extLst>
              <a:ext uri="{FF2B5EF4-FFF2-40B4-BE49-F238E27FC236}">
                <a16:creationId xmlns:a16="http://schemas.microsoft.com/office/drawing/2014/main" id="{876D124C-D64C-7362-C20C-DB6A9598BA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8" name="Oval 66">
            <a:extLst>
              <a:ext uri="{FF2B5EF4-FFF2-40B4-BE49-F238E27FC236}">
                <a16:creationId xmlns:a16="http://schemas.microsoft.com/office/drawing/2014/main" id="{3E0E0C32-555E-2630-175E-5D3BC282F7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39" name="Oval 67">
            <a:extLst>
              <a:ext uri="{FF2B5EF4-FFF2-40B4-BE49-F238E27FC236}">
                <a16:creationId xmlns:a16="http://schemas.microsoft.com/office/drawing/2014/main" id="{2C424F56-C0E5-19D5-84FC-198996B6B0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0" name="Oval 68">
            <a:extLst>
              <a:ext uri="{FF2B5EF4-FFF2-40B4-BE49-F238E27FC236}">
                <a16:creationId xmlns:a16="http://schemas.microsoft.com/office/drawing/2014/main" id="{B124F7D1-A3C3-B16C-52F8-8D05D8C36A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1" name="Oval 69">
            <a:extLst>
              <a:ext uri="{FF2B5EF4-FFF2-40B4-BE49-F238E27FC236}">
                <a16:creationId xmlns:a16="http://schemas.microsoft.com/office/drawing/2014/main" id="{A23309EA-E011-EA67-CA64-2A8DF8C650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2" name="Oval 70">
            <a:extLst>
              <a:ext uri="{FF2B5EF4-FFF2-40B4-BE49-F238E27FC236}">
                <a16:creationId xmlns:a16="http://schemas.microsoft.com/office/drawing/2014/main" id="{60DF8D63-1549-992B-216F-83510F8D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3" name="Oval 71">
            <a:extLst>
              <a:ext uri="{FF2B5EF4-FFF2-40B4-BE49-F238E27FC236}">
                <a16:creationId xmlns:a16="http://schemas.microsoft.com/office/drawing/2014/main" id="{4A6B5AB9-421C-D010-C622-F428D3D75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4" name="Oval 72">
            <a:extLst>
              <a:ext uri="{FF2B5EF4-FFF2-40B4-BE49-F238E27FC236}">
                <a16:creationId xmlns:a16="http://schemas.microsoft.com/office/drawing/2014/main" id="{1AB55DBE-C133-C19B-176E-024DD66D0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5" name="Oval 73">
            <a:extLst>
              <a:ext uri="{FF2B5EF4-FFF2-40B4-BE49-F238E27FC236}">
                <a16:creationId xmlns:a16="http://schemas.microsoft.com/office/drawing/2014/main" id="{45ED8396-1178-3DEB-0865-E0A032C6CE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6" name="Oval 74">
            <a:extLst>
              <a:ext uri="{FF2B5EF4-FFF2-40B4-BE49-F238E27FC236}">
                <a16:creationId xmlns:a16="http://schemas.microsoft.com/office/drawing/2014/main" id="{48BEED55-266A-055D-4C39-3373B2516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7" name="Oval 75">
            <a:extLst>
              <a:ext uri="{FF2B5EF4-FFF2-40B4-BE49-F238E27FC236}">
                <a16:creationId xmlns:a16="http://schemas.microsoft.com/office/drawing/2014/main" id="{E400E672-A332-C8E3-AE32-7F2B5BD5A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8" name="Oval 76">
            <a:extLst>
              <a:ext uri="{FF2B5EF4-FFF2-40B4-BE49-F238E27FC236}">
                <a16:creationId xmlns:a16="http://schemas.microsoft.com/office/drawing/2014/main" id="{AEB91A48-90B4-0438-83EF-DCEF1B60B3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41735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49" name="Oval 77">
            <a:extLst>
              <a:ext uri="{FF2B5EF4-FFF2-40B4-BE49-F238E27FC236}">
                <a16:creationId xmlns:a16="http://schemas.microsoft.com/office/drawing/2014/main" id="{1ADDD161-49E0-2A04-229E-D2E266D563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0" name="Oval 78">
            <a:extLst>
              <a:ext uri="{FF2B5EF4-FFF2-40B4-BE49-F238E27FC236}">
                <a16:creationId xmlns:a16="http://schemas.microsoft.com/office/drawing/2014/main" id="{1DB96F07-AFB1-142F-82EC-9602B26EC3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41735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1" name="Rectangle 79">
            <a:extLst>
              <a:ext uri="{FF2B5EF4-FFF2-40B4-BE49-F238E27FC236}">
                <a16:creationId xmlns:a16="http://schemas.microsoft.com/office/drawing/2014/main" id="{7D242BC0-447B-FFB9-72DC-5BFFA3FA0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34194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2: d=2</a:t>
            </a:r>
          </a:p>
        </p:txBody>
      </p:sp>
      <p:sp>
        <p:nvSpPr>
          <p:cNvPr id="3152" name="Line 80">
            <a:extLst>
              <a:ext uri="{FF2B5EF4-FFF2-40B4-BE49-F238E27FC236}">
                <a16:creationId xmlns:a16="http://schemas.microsoft.com/office/drawing/2014/main" id="{90F8FD17-D580-3FEA-949F-2E2A761F4676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35210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53" name="Oval 81">
            <a:extLst>
              <a:ext uri="{FF2B5EF4-FFF2-40B4-BE49-F238E27FC236}">
                <a16:creationId xmlns:a16="http://schemas.microsoft.com/office/drawing/2014/main" id="{D2F5C801-BB9F-A1EF-BA8A-4ED4F3D6E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4" name="Oval 82">
            <a:extLst>
              <a:ext uri="{FF2B5EF4-FFF2-40B4-BE49-F238E27FC236}">
                <a16:creationId xmlns:a16="http://schemas.microsoft.com/office/drawing/2014/main" id="{CF728AC0-B63A-0BA6-9682-5B9AE577D9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5" name="Oval 83">
            <a:extLst>
              <a:ext uri="{FF2B5EF4-FFF2-40B4-BE49-F238E27FC236}">
                <a16:creationId xmlns:a16="http://schemas.microsoft.com/office/drawing/2014/main" id="{80EC4AEE-AACE-7525-F8B1-72D2E0D8A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6" name="Oval 84">
            <a:extLst>
              <a:ext uri="{FF2B5EF4-FFF2-40B4-BE49-F238E27FC236}">
                <a16:creationId xmlns:a16="http://schemas.microsoft.com/office/drawing/2014/main" id="{35BDC20D-7E1E-2604-BE18-5852A8576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7" name="Oval 85">
            <a:extLst>
              <a:ext uri="{FF2B5EF4-FFF2-40B4-BE49-F238E27FC236}">
                <a16:creationId xmlns:a16="http://schemas.microsoft.com/office/drawing/2014/main" id="{036BD61B-2EDF-BE0A-0633-A40B6B132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8" name="Oval 86">
            <a:extLst>
              <a:ext uri="{FF2B5EF4-FFF2-40B4-BE49-F238E27FC236}">
                <a16:creationId xmlns:a16="http://schemas.microsoft.com/office/drawing/2014/main" id="{EDEB47C1-8FE4-39AB-21C1-FBBABDD97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59" name="Oval 87">
            <a:extLst>
              <a:ext uri="{FF2B5EF4-FFF2-40B4-BE49-F238E27FC236}">
                <a16:creationId xmlns:a16="http://schemas.microsoft.com/office/drawing/2014/main" id="{85626CB8-D101-4E6E-6A9F-B08F84BCC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0" name="Oval 88">
            <a:extLst>
              <a:ext uri="{FF2B5EF4-FFF2-40B4-BE49-F238E27FC236}">
                <a16:creationId xmlns:a16="http://schemas.microsoft.com/office/drawing/2014/main" id="{2F9FB3BF-AAD0-801F-AF56-3A4736C6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1" name="Oval 89">
            <a:extLst>
              <a:ext uri="{FF2B5EF4-FFF2-40B4-BE49-F238E27FC236}">
                <a16:creationId xmlns:a16="http://schemas.microsoft.com/office/drawing/2014/main" id="{CB8A6977-B804-0DE3-E895-982667C5A7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2" name="Oval 90">
            <a:extLst>
              <a:ext uri="{FF2B5EF4-FFF2-40B4-BE49-F238E27FC236}">
                <a16:creationId xmlns:a16="http://schemas.microsoft.com/office/drawing/2014/main" id="{067BF41B-C068-B07D-19E2-1466293697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3" name="Oval 91">
            <a:extLst>
              <a:ext uri="{FF2B5EF4-FFF2-40B4-BE49-F238E27FC236}">
                <a16:creationId xmlns:a16="http://schemas.microsoft.com/office/drawing/2014/main" id="{0BF32288-04D5-884C-E745-7A682526A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4" name="Oval 92">
            <a:extLst>
              <a:ext uri="{FF2B5EF4-FFF2-40B4-BE49-F238E27FC236}">
                <a16:creationId xmlns:a16="http://schemas.microsoft.com/office/drawing/2014/main" id="{0AE612D1-BC42-51FF-821E-78C859BAD1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5" name="Oval 93">
            <a:extLst>
              <a:ext uri="{FF2B5EF4-FFF2-40B4-BE49-F238E27FC236}">
                <a16:creationId xmlns:a16="http://schemas.microsoft.com/office/drawing/2014/main" id="{F4A15A57-5055-FC4A-D8CE-D912AAB39E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6" name="Oval 94">
            <a:extLst>
              <a:ext uri="{FF2B5EF4-FFF2-40B4-BE49-F238E27FC236}">
                <a16:creationId xmlns:a16="http://schemas.microsoft.com/office/drawing/2014/main" id="{215D7B7E-0F9D-00EB-2015-0C053E0C9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7" name="Oval 95">
            <a:extLst>
              <a:ext uri="{FF2B5EF4-FFF2-40B4-BE49-F238E27FC236}">
                <a16:creationId xmlns:a16="http://schemas.microsoft.com/office/drawing/2014/main" id="{79377B76-CEE9-5B58-7E53-776836A4B8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8" name="Oval 96">
            <a:extLst>
              <a:ext uri="{FF2B5EF4-FFF2-40B4-BE49-F238E27FC236}">
                <a16:creationId xmlns:a16="http://schemas.microsoft.com/office/drawing/2014/main" id="{7C181827-3D14-074F-19DF-1827E8F7F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69" name="Oval 97">
            <a:extLst>
              <a:ext uri="{FF2B5EF4-FFF2-40B4-BE49-F238E27FC236}">
                <a16:creationId xmlns:a16="http://schemas.microsoft.com/office/drawing/2014/main" id="{BFB581A0-F06F-2FD2-57CE-F3BE4C0D6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0" name="Oval 98">
            <a:extLst>
              <a:ext uri="{FF2B5EF4-FFF2-40B4-BE49-F238E27FC236}">
                <a16:creationId xmlns:a16="http://schemas.microsoft.com/office/drawing/2014/main" id="{F57EF9B2-B110-402D-5BDE-6A2246211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1" name="Oval 99">
            <a:extLst>
              <a:ext uri="{FF2B5EF4-FFF2-40B4-BE49-F238E27FC236}">
                <a16:creationId xmlns:a16="http://schemas.microsoft.com/office/drawing/2014/main" id="{3EA85DBA-5BFC-1E1B-7CF9-520187D488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2" name="Oval 100">
            <a:extLst>
              <a:ext uri="{FF2B5EF4-FFF2-40B4-BE49-F238E27FC236}">
                <a16:creationId xmlns:a16="http://schemas.microsoft.com/office/drawing/2014/main" id="{C44B614D-3FBB-D547-A347-B63F6AF11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3" name="Oval 101">
            <a:extLst>
              <a:ext uri="{FF2B5EF4-FFF2-40B4-BE49-F238E27FC236}">
                <a16:creationId xmlns:a16="http://schemas.microsoft.com/office/drawing/2014/main" id="{52CB3569-97CC-8A9D-156F-82959DFC3B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4" name="Oval 102">
            <a:extLst>
              <a:ext uri="{FF2B5EF4-FFF2-40B4-BE49-F238E27FC236}">
                <a16:creationId xmlns:a16="http://schemas.microsoft.com/office/drawing/2014/main" id="{1CF00C56-6BB0-32F3-B00D-DC583ED30B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5" name="Oval 103">
            <a:extLst>
              <a:ext uri="{FF2B5EF4-FFF2-40B4-BE49-F238E27FC236}">
                <a16:creationId xmlns:a16="http://schemas.microsoft.com/office/drawing/2014/main" id="{AE89ED50-F933-9A7A-8B1B-6DCF80D0D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6" name="Oval 104">
            <a:extLst>
              <a:ext uri="{FF2B5EF4-FFF2-40B4-BE49-F238E27FC236}">
                <a16:creationId xmlns:a16="http://schemas.microsoft.com/office/drawing/2014/main" id="{6FFABD9B-8097-BB7E-4618-65ADBA0AAE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7" name="Oval 105">
            <a:extLst>
              <a:ext uri="{FF2B5EF4-FFF2-40B4-BE49-F238E27FC236}">
                <a16:creationId xmlns:a16="http://schemas.microsoft.com/office/drawing/2014/main" id="{9AB9ED65-AB48-DACE-D9AD-9750BE2B3E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8" name="Oval 106">
            <a:extLst>
              <a:ext uri="{FF2B5EF4-FFF2-40B4-BE49-F238E27FC236}">
                <a16:creationId xmlns:a16="http://schemas.microsoft.com/office/drawing/2014/main" id="{449F6CDD-AD93-4739-B8A8-EED59077A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79" name="Oval 107">
            <a:extLst>
              <a:ext uri="{FF2B5EF4-FFF2-40B4-BE49-F238E27FC236}">
                <a16:creationId xmlns:a16="http://schemas.microsoft.com/office/drawing/2014/main" id="{28556CEC-3776-44BF-7FE6-58BE9EA867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0" name="Oval 108">
            <a:extLst>
              <a:ext uri="{FF2B5EF4-FFF2-40B4-BE49-F238E27FC236}">
                <a16:creationId xmlns:a16="http://schemas.microsoft.com/office/drawing/2014/main" id="{7B0910B2-B3ED-0111-B93B-1E1E87BE79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1" name="Oval 109">
            <a:extLst>
              <a:ext uri="{FF2B5EF4-FFF2-40B4-BE49-F238E27FC236}">
                <a16:creationId xmlns:a16="http://schemas.microsoft.com/office/drawing/2014/main" id="{0F734B8D-F85E-8C4C-0EFE-696135C561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2" name="Oval 110">
            <a:extLst>
              <a:ext uri="{FF2B5EF4-FFF2-40B4-BE49-F238E27FC236}">
                <a16:creationId xmlns:a16="http://schemas.microsoft.com/office/drawing/2014/main" id="{1A9D2BB9-48F6-6EED-72FD-33EE05800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3" name="Oval 111">
            <a:extLst>
              <a:ext uri="{FF2B5EF4-FFF2-40B4-BE49-F238E27FC236}">
                <a16:creationId xmlns:a16="http://schemas.microsoft.com/office/drawing/2014/main" id="{433323BA-D7E2-B45C-CF67-A799E871C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4" name="Oval 112">
            <a:extLst>
              <a:ext uri="{FF2B5EF4-FFF2-40B4-BE49-F238E27FC236}">
                <a16:creationId xmlns:a16="http://schemas.microsoft.com/office/drawing/2014/main" id="{2E570B9B-0881-6DB3-0E68-EC960C06B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34877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5" name="Oval 113">
            <a:extLst>
              <a:ext uri="{FF2B5EF4-FFF2-40B4-BE49-F238E27FC236}">
                <a16:creationId xmlns:a16="http://schemas.microsoft.com/office/drawing/2014/main" id="{6AC6C984-B15E-C02D-6AED-EE3515B97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6" name="Oval 114">
            <a:extLst>
              <a:ext uri="{FF2B5EF4-FFF2-40B4-BE49-F238E27FC236}">
                <a16:creationId xmlns:a16="http://schemas.microsoft.com/office/drawing/2014/main" id="{6B691A14-E0E1-DC4A-6A57-FD1DB230CE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34877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87" name="Rectangle 115">
            <a:extLst>
              <a:ext uri="{FF2B5EF4-FFF2-40B4-BE49-F238E27FC236}">
                <a16:creationId xmlns:a16="http://schemas.microsoft.com/office/drawing/2014/main" id="{BA33FC6E-7747-DC02-2AF5-199D960FAE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27336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3: d=4</a:t>
            </a:r>
          </a:p>
        </p:txBody>
      </p:sp>
      <p:sp>
        <p:nvSpPr>
          <p:cNvPr id="3188" name="Line 116">
            <a:extLst>
              <a:ext uri="{FF2B5EF4-FFF2-40B4-BE49-F238E27FC236}">
                <a16:creationId xmlns:a16="http://schemas.microsoft.com/office/drawing/2014/main" id="{1BF64403-853B-3002-8364-B5A8A2DF51DF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28352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189" name="Oval 117">
            <a:extLst>
              <a:ext uri="{FF2B5EF4-FFF2-40B4-BE49-F238E27FC236}">
                <a16:creationId xmlns:a16="http://schemas.microsoft.com/office/drawing/2014/main" id="{BAB796C0-1964-37FA-2061-A4809415E7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0" name="Oval 118">
            <a:extLst>
              <a:ext uri="{FF2B5EF4-FFF2-40B4-BE49-F238E27FC236}">
                <a16:creationId xmlns:a16="http://schemas.microsoft.com/office/drawing/2014/main" id="{05C9CDB6-F2EE-3D1D-9B45-DB1DB0E982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1" name="Oval 119">
            <a:extLst>
              <a:ext uri="{FF2B5EF4-FFF2-40B4-BE49-F238E27FC236}">
                <a16:creationId xmlns:a16="http://schemas.microsoft.com/office/drawing/2014/main" id="{F936D74C-45B0-7D75-D868-082EF5F01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2" name="Oval 120">
            <a:extLst>
              <a:ext uri="{FF2B5EF4-FFF2-40B4-BE49-F238E27FC236}">
                <a16:creationId xmlns:a16="http://schemas.microsoft.com/office/drawing/2014/main" id="{25EF5FDE-8255-1595-7F80-753716DAC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3" name="Oval 121">
            <a:extLst>
              <a:ext uri="{FF2B5EF4-FFF2-40B4-BE49-F238E27FC236}">
                <a16:creationId xmlns:a16="http://schemas.microsoft.com/office/drawing/2014/main" id="{9D59F824-0F74-A9CC-9787-E018BA3E5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4" name="Oval 122">
            <a:extLst>
              <a:ext uri="{FF2B5EF4-FFF2-40B4-BE49-F238E27FC236}">
                <a16:creationId xmlns:a16="http://schemas.microsoft.com/office/drawing/2014/main" id="{CDD8E12C-171E-7A2F-6731-D7E9910C9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5" name="Oval 123">
            <a:extLst>
              <a:ext uri="{FF2B5EF4-FFF2-40B4-BE49-F238E27FC236}">
                <a16:creationId xmlns:a16="http://schemas.microsoft.com/office/drawing/2014/main" id="{EDD430D1-96FA-21CF-5F3B-66A4B15C67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6" name="Oval 124">
            <a:extLst>
              <a:ext uri="{FF2B5EF4-FFF2-40B4-BE49-F238E27FC236}">
                <a16:creationId xmlns:a16="http://schemas.microsoft.com/office/drawing/2014/main" id="{D5C2320A-C1D3-29A7-27F5-4BEE8C62DC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7" name="Oval 125">
            <a:extLst>
              <a:ext uri="{FF2B5EF4-FFF2-40B4-BE49-F238E27FC236}">
                <a16:creationId xmlns:a16="http://schemas.microsoft.com/office/drawing/2014/main" id="{C54741F4-8762-5F50-ABC4-AF2C0C1BFC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8" name="Oval 126">
            <a:extLst>
              <a:ext uri="{FF2B5EF4-FFF2-40B4-BE49-F238E27FC236}">
                <a16:creationId xmlns:a16="http://schemas.microsoft.com/office/drawing/2014/main" id="{CCB99D53-F317-14ED-B40B-6EF1F72EB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199" name="Oval 127">
            <a:extLst>
              <a:ext uri="{FF2B5EF4-FFF2-40B4-BE49-F238E27FC236}">
                <a16:creationId xmlns:a16="http://schemas.microsoft.com/office/drawing/2014/main" id="{33EEA4D7-A684-320A-8881-ED1F52480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0" name="Oval 128">
            <a:extLst>
              <a:ext uri="{FF2B5EF4-FFF2-40B4-BE49-F238E27FC236}">
                <a16:creationId xmlns:a16="http://schemas.microsoft.com/office/drawing/2014/main" id="{A8AA7E9F-B3DB-4212-3FB9-178B851907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1" name="Oval 129">
            <a:extLst>
              <a:ext uri="{FF2B5EF4-FFF2-40B4-BE49-F238E27FC236}">
                <a16:creationId xmlns:a16="http://schemas.microsoft.com/office/drawing/2014/main" id="{78F43EC5-D885-1C0D-84FC-5CF74C3EA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2" name="Oval 130">
            <a:extLst>
              <a:ext uri="{FF2B5EF4-FFF2-40B4-BE49-F238E27FC236}">
                <a16:creationId xmlns:a16="http://schemas.microsoft.com/office/drawing/2014/main" id="{22962B5E-F3EF-C1A6-C2DA-BB28BA622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3" name="Oval 131">
            <a:extLst>
              <a:ext uri="{FF2B5EF4-FFF2-40B4-BE49-F238E27FC236}">
                <a16:creationId xmlns:a16="http://schemas.microsoft.com/office/drawing/2014/main" id="{BBB78279-7EBE-3A6C-CBFA-693EE04E85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4" name="Oval 132">
            <a:extLst>
              <a:ext uri="{FF2B5EF4-FFF2-40B4-BE49-F238E27FC236}">
                <a16:creationId xmlns:a16="http://schemas.microsoft.com/office/drawing/2014/main" id="{5979BF3A-DDA4-62BD-3155-189B9A1160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5" name="Oval 133">
            <a:extLst>
              <a:ext uri="{FF2B5EF4-FFF2-40B4-BE49-F238E27FC236}">
                <a16:creationId xmlns:a16="http://schemas.microsoft.com/office/drawing/2014/main" id="{942CA388-900D-CE0C-63D8-983A9E0F8D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6" name="Oval 134">
            <a:extLst>
              <a:ext uri="{FF2B5EF4-FFF2-40B4-BE49-F238E27FC236}">
                <a16:creationId xmlns:a16="http://schemas.microsoft.com/office/drawing/2014/main" id="{3FD6AE97-64ED-11EE-5101-556E245B1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7" name="Oval 135">
            <a:extLst>
              <a:ext uri="{FF2B5EF4-FFF2-40B4-BE49-F238E27FC236}">
                <a16:creationId xmlns:a16="http://schemas.microsoft.com/office/drawing/2014/main" id="{0D401802-7656-6C7D-DFAB-6636ECEC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8" name="Oval 136">
            <a:extLst>
              <a:ext uri="{FF2B5EF4-FFF2-40B4-BE49-F238E27FC236}">
                <a16:creationId xmlns:a16="http://schemas.microsoft.com/office/drawing/2014/main" id="{9C647DA2-FC39-8C01-24FA-326994B0F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09" name="Oval 137">
            <a:extLst>
              <a:ext uri="{FF2B5EF4-FFF2-40B4-BE49-F238E27FC236}">
                <a16:creationId xmlns:a16="http://schemas.microsoft.com/office/drawing/2014/main" id="{28C7FD8E-8289-A821-8F08-24162A4B43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0" name="Oval 138">
            <a:extLst>
              <a:ext uri="{FF2B5EF4-FFF2-40B4-BE49-F238E27FC236}">
                <a16:creationId xmlns:a16="http://schemas.microsoft.com/office/drawing/2014/main" id="{DA8726DA-5286-D086-C009-73A87F75EC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1" name="Oval 139">
            <a:extLst>
              <a:ext uri="{FF2B5EF4-FFF2-40B4-BE49-F238E27FC236}">
                <a16:creationId xmlns:a16="http://schemas.microsoft.com/office/drawing/2014/main" id="{60A535FF-C909-33A9-68BF-F8FFDAF1D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2" name="Oval 140">
            <a:extLst>
              <a:ext uri="{FF2B5EF4-FFF2-40B4-BE49-F238E27FC236}">
                <a16:creationId xmlns:a16="http://schemas.microsoft.com/office/drawing/2014/main" id="{B33AC99F-50EA-1196-61B3-E9F3FA623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3" name="Oval 141">
            <a:extLst>
              <a:ext uri="{FF2B5EF4-FFF2-40B4-BE49-F238E27FC236}">
                <a16:creationId xmlns:a16="http://schemas.microsoft.com/office/drawing/2014/main" id="{3552B1DF-9A6A-0B7C-BF43-09BEA09B9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4" name="Oval 142">
            <a:extLst>
              <a:ext uri="{FF2B5EF4-FFF2-40B4-BE49-F238E27FC236}">
                <a16:creationId xmlns:a16="http://schemas.microsoft.com/office/drawing/2014/main" id="{12B7A415-84B5-AA9A-6C9B-A9A91AC599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5" name="Oval 143">
            <a:extLst>
              <a:ext uri="{FF2B5EF4-FFF2-40B4-BE49-F238E27FC236}">
                <a16:creationId xmlns:a16="http://schemas.microsoft.com/office/drawing/2014/main" id="{9A7D9121-E939-1523-306C-E282F1F888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6" name="Oval 144">
            <a:extLst>
              <a:ext uri="{FF2B5EF4-FFF2-40B4-BE49-F238E27FC236}">
                <a16:creationId xmlns:a16="http://schemas.microsoft.com/office/drawing/2014/main" id="{DB97B0EB-2AF7-8EB5-83C7-F6FF89308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7" name="Oval 145">
            <a:extLst>
              <a:ext uri="{FF2B5EF4-FFF2-40B4-BE49-F238E27FC236}">
                <a16:creationId xmlns:a16="http://schemas.microsoft.com/office/drawing/2014/main" id="{A21B10AF-053F-899D-E753-D1B544FCC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8" name="Oval 146">
            <a:extLst>
              <a:ext uri="{FF2B5EF4-FFF2-40B4-BE49-F238E27FC236}">
                <a16:creationId xmlns:a16="http://schemas.microsoft.com/office/drawing/2014/main" id="{0F20B64B-AE4A-9979-05C4-D415921AD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19" name="Oval 147">
            <a:extLst>
              <a:ext uri="{FF2B5EF4-FFF2-40B4-BE49-F238E27FC236}">
                <a16:creationId xmlns:a16="http://schemas.microsoft.com/office/drawing/2014/main" id="{D4CE3C3B-FA37-4509-DC6C-A6F364DE7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0" name="Oval 148">
            <a:extLst>
              <a:ext uri="{FF2B5EF4-FFF2-40B4-BE49-F238E27FC236}">
                <a16:creationId xmlns:a16="http://schemas.microsoft.com/office/drawing/2014/main" id="{3A71C660-7FE6-93F2-B6C8-BDF192471B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28019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1" name="Oval 149">
            <a:extLst>
              <a:ext uri="{FF2B5EF4-FFF2-40B4-BE49-F238E27FC236}">
                <a16:creationId xmlns:a16="http://schemas.microsoft.com/office/drawing/2014/main" id="{F166EC5E-5427-C1F1-B839-F815E8C4FA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2" name="Oval 150">
            <a:extLst>
              <a:ext uri="{FF2B5EF4-FFF2-40B4-BE49-F238E27FC236}">
                <a16:creationId xmlns:a16="http://schemas.microsoft.com/office/drawing/2014/main" id="{038381C5-A757-8ADF-41D0-1E8E3ADCB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28019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3" name="Rectangle 151">
            <a:extLst>
              <a:ext uri="{FF2B5EF4-FFF2-40B4-BE49-F238E27FC236}">
                <a16:creationId xmlns:a16="http://schemas.microsoft.com/office/drawing/2014/main" id="{C9B3BD52-7207-6258-84C1-E420FCD1E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20478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4: d=8</a:t>
            </a:r>
          </a:p>
        </p:txBody>
      </p:sp>
      <p:sp>
        <p:nvSpPr>
          <p:cNvPr id="3224" name="Line 152">
            <a:extLst>
              <a:ext uri="{FF2B5EF4-FFF2-40B4-BE49-F238E27FC236}">
                <a16:creationId xmlns:a16="http://schemas.microsoft.com/office/drawing/2014/main" id="{09190A9A-0D31-D3E6-1076-BDFED4971B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21494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25" name="Oval 153">
            <a:extLst>
              <a:ext uri="{FF2B5EF4-FFF2-40B4-BE49-F238E27FC236}">
                <a16:creationId xmlns:a16="http://schemas.microsoft.com/office/drawing/2014/main" id="{180593C9-74C2-AFD8-7854-8B1299006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6" name="Oval 154">
            <a:extLst>
              <a:ext uri="{FF2B5EF4-FFF2-40B4-BE49-F238E27FC236}">
                <a16:creationId xmlns:a16="http://schemas.microsoft.com/office/drawing/2014/main" id="{B5632563-1203-94F5-7EFC-C920D2BCE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7" name="Oval 155">
            <a:extLst>
              <a:ext uri="{FF2B5EF4-FFF2-40B4-BE49-F238E27FC236}">
                <a16:creationId xmlns:a16="http://schemas.microsoft.com/office/drawing/2014/main" id="{B0DF690D-7A24-ADC9-B3C5-D1A47D9096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8" name="Oval 156">
            <a:extLst>
              <a:ext uri="{FF2B5EF4-FFF2-40B4-BE49-F238E27FC236}">
                <a16:creationId xmlns:a16="http://schemas.microsoft.com/office/drawing/2014/main" id="{1ABB00EA-52B4-4CB3-1509-0F07A368EB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29" name="Oval 157">
            <a:extLst>
              <a:ext uri="{FF2B5EF4-FFF2-40B4-BE49-F238E27FC236}">
                <a16:creationId xmlns:a16="http://schemas.microsoft.com/office/drawing/2014/main" id="{232E28D8-F076-9484-6456-19D1840C30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0" name="Oval 158">
            <a:extLst>
              <a:ext uri="{FF2B5EF4-FFF2-40B4-BE49-F238E27FC236}">
                <a16:creationId xmlns:a16="http://schemas.microsoft.com/office/drawing/2014/main" id="{2615AE89-B41A-7870-B104-B9D8E71D47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1" name="Oval 159">
            <a:extLst>
              <a:ext uri="{FF2B5EF4-FFF2-40B4-BE49-F238E27FC236}">
                <a16:creationId xmlns:a16="http://schemas.microsoft.com/office/drawing/2014/main" id="{9A36030D-F245-C14C-A0B8-FB30A0335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2" name="Oval 160">
            <a:extLst>
              <a:ext uri="{FF2B5EF4-FFF2-40B4-BE49-F238E27FC236}">
                <a16:creationId xmlns:a16="http://schemas.microsoft.com/office/drawing/2014/main" id="{333C6782-5A7A-6AB2-AFF8-93600D6E5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3" name="Oval 161">
            <a:extLst>
              <a:ext uri="{FF2B5EF4-FFF2-40B4-BE49-F238E27FC236}">
                <a16:creationId xmlns:a16="http://schemas.microsoft.com/office/drawing/2014/main" id="{E451BD7C-E897-8CD4-880E-EC959D67D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4" name="Oval 162">
            <a:extLst>
              <a:ext uri="{FF2B5EF4-FFF2-40B4-BE49-F238E27FC236}">
                <a16:creationId xmlns:a16="http://schemas.microsoft.com/office/drawing/2014/main" id="{173A4976-4CF2-7554-1ECF-6F2A6EE8B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5" name="Oval 163">
            <a:extLst>
              <a:ext uri="{FF2B5EF4-FFF2-40B4-BE49-F238E27FC236}">
                <a16:creationId xmlns:a16="http://schemas.microsoft.com/office/drawing/2014/main" id="{2613668C-6775-7F1C-6B5C-316A435B3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6" name="Oval 164">
            <a:extLst>
              <a:ext uri="{FF2B5EF4-FFF2-40B4-BE49-F238E27FC236}">
                <a16:creationId xmlns:a16="http://schemas.microsoft.com/office/drawing/2014/main" id="{DFEA2831-C53A-656B-EE78-326BFD897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7" name="Oval 165">
            <a:extLst>
              <a:ext uri="{FF2B5EF4-FFF2-40B4-BE49-F238E27FC236}">
                <a16:creationId xmlns:a16="http://schemas.microsoft.com/office/drawing/2014/main" id="{3BF64C8A-6E13-B5E1-E95D-00AC9FFF9A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8" name="Oval 166">
            <a:extLst>
              <a:ext uri="{FF2B5EF4-FFF2-40B4-BE49-F238E27FC236}">
                <a16:creationId xmlns:a16="http://schemas.microsoft.com/office/drawing/2014/main" id="{88F5D3AA-AE22-FD4B-A6F7-FCA931AA19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39" name="Oval 167">
            <a:extLst>
              <a:ext uri="{FF2B5EF4-FFF2-40B4-BE49-F238E27FC236}">
                <a16:creationId xmlns:a16="http://schemas.microsoft.com/office/drawing/2014/main" id="{0A377B3E-E899-F161-E37C-39D60476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0" name="Oval 168">
            <a:extLst>
              <a:ext uri="{FF2B5EF4-FFF2-40B4-BE49-F238E27FC236}">
                <a16:creationId xmlns:a16="http://schemas.microsoft.com/office/drawing/2014/main" id="{DD79DEBD-700A-C1A5-4F04-4CC75CF6D9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1" name="Oval 169">
            <a:extLst>
              <a:ext uri="{FF2B5EF4-FFF2-40B4-BE49-F238E27FC236}">
                <a16:creationId xmlns:a16="http://schemas.microsoft.com/office/drawing/2014/main" id="{8BE6B4DA-C9F8-B725-53AE-13D480939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2" name="Oval 170">
            <a:extLst>
              <a:ext uri="{FF2B5EF4-FFF2-40B4-BE49-F238E27FC236}">
                <a16:creationId xmlns:a16="http://schemas.microsoft.com/office/drawing/2014/main" id="{51CFA1CE-B96B-0457-024D-A2F9CB573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3" name="Oval 171">
            <a:extLst>
              <a:ext uri="{FF2B5EF4-FFF2-40B4-BE49-F238E27FC236}">
                <a16:creationId xmlns:a16="http://schemas.microsoft.com/office/drawing/2014/main" id="{07A1DE9F-43A3-0EE6-1421-16B53EDE4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4" name="Oval 172">
            <a:extLst>
              <a:ext uri="{FF2B5EF4-FFF2-40B4-BE49-F238E27FC236}">
                <a16:creationId xmlns:a16="http://schemas.microsoft.com/office/drawing/2014/main" id="{20E04012-F9D0-D3F9-C530-0549E71EFA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5" name="Oval 173">
            <a:extLst>
              <a:ext uri="{FF2B5EF4-FFF2-40B4-BE49-F238E27FC236}">
                <a16:creationId xmlns:a16="http://schemas.microsoft.com/office/drawing/2014/main" id="{4281CFD9-BE86-0355-944E-7A0E036CF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6" name="Oval 174">
            <a:extLst>
              <a:ext uri="{FF2B5EF4-FFF2-40B4-BE49-F238E27FC236}">
                <a16:creationId xmlns:a16="http://schemas.microsoft.com/office/drawing/2014/main" id="{8424DAD1-4ED7-3349-FAA5-26FB214A4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7" name="Oval 175">
            <a:extLst>
              <a:ext uri="{FF2B5EF4-FFF2-40B4-BE49-F238E27FC236}">
                <a16:creationId xmlns:a16="http://schemas.microsoft.com/office/drawing/2014/main" id="{DAE2A0EB-4A5E-ED59-6E2E-146257870E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8" name="Oval 176">
            <a:extLst>
              <a:ext uri="{FF2B5EF4-FFF2-40B4-BE49-F238E27FC236}">
                <a16:creationId xmlns:a16="http://schemas.microsoft.com/office/drawing/2014/main" id="{6076016D-FFF6-0C73-C914-5D4CE3370E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49" name="Oval 177">
            <a:extLst>
              <a:ext uri="{FF2B5EF4-FFF2-40B4-BE49-F238E27FC236}">
                <a16:creationId xmlns:a16="http://schemas.microsoft.com/office/drawing/2014/main" id="{798D4B1E-DB10-4343-518B-C3DF5B165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0" name="Oval 178">
            <a:extLst>
              <a:ext uri="{FF2B5EF4-FFF2-40B4-BE49-F238E27FC236}">
                <a16:creationId xmlns:a16="http://schemas.microsoft.com/office/drawing/2014/main" id="{2E3FA76E-37BB-30EB-899C-413560491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1" name="Oval 179">
            <a:extLst>
              <a:ext uri="{FF2B5EF4-FFF2-40B4-BE49-F238E27FC236}">
                <a16:creationId xmlns:a16="http://schemas.microsoft.com/office/drawing/2014/main" id="{4835CE60-DD00-1FDA-A3D8-A4986F06EF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2" name="Oval 180">
            <a:extLst>
              <a:ext uri="{FF2B5EF4-FFF2-40B4-BE49-F238E27FC236}">
                <a16:creationId xmlns:a16="http://schemas.microsoft.com/office/drawing/2014/main" id="{C3D23167-0C6F-B223-07C9-2D93E4B00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3" name="Oval 181">
            <a:extLst>
              <a:ext uri="{FF2B5EF4-FFF2-40B4-BE49-F238E27FC236}">
                <a16:creationId xmlns:a16="http://schemas.microsoft.com/office/drawing/2014/main" id="{5FF9C6A5-82DD-9BE2-FD49-EB32B9A8CC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4" name="Oval 182">
            <a:extLst>
              <a:ext uri="{FF2B5EF4-FFF2-40B4-BE49-F238E27FC236}">
                <a16:creationId xmlns:a16="http://schemas.microsoft.com/office/drawing/2014/main" id="{42D8D68C-E134-1878-4EC0-621839365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5" name="Oval 183">
            <a:extLst>
              <a:ext uri="{FF2B5EF4-FFF2-40B4-BE49-F238E27FC236}">
                <a16:creationId xmlns:a16="http://schemas.microsoft.com/office/drawing/2014/main" id="{D6E6E299-3718-E180-0867-78D7EA3C8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6" name="Oval 184">
            <a:extLst>
              <a:ext uri="{FF2B5EF4-FFF2-40B4-BE49-F238E27FC236}">
                <a16:creationId xmlns:a16="http://schemas.microsoft.com/office/drawing/2014/main" id="{C1EBE07B-6B9F-F4DA-A7A3-06424246D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21161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7" name="Oval 185">
            <a:extLst>
              <a:ext uri="{FF2B5EF4-FFF2-40B4-BE49-F238E27FC236}">
                <a16:creationId xmlns:a16="http://schemas.microsoft.com/office/drawing/2014/main" id="{2042DE81-7A47-E02F-FEF3-8B6D512093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8" name="Oval 186">
            <a:extLst>
              <a:ext uri="{FF2B5EF4-FFF2-40B4-BE49-F238E27FC236}">
                <a16:creationId xmlns:a16="http://schemas.microsoft.com/office/drawing/2014/main" id="{D6296DC2-1EA6-6F9E-8CEE-F147ADC3D1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21161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59" name="Rectangle 187">
            <a:extLst>
              <a:ext uri="{FF2B5EF4-FFF2-40B4-BE49-F238E27FC236}">
                <a16:creationId xmlns:a16="http://schemas.microsoft.com/office/drawing/2014/main" id="{15E587FB-372C-6E85-5540-2AC8543B9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75" y="1362075"/>
            <a:ext cx="8048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Layer 5: d=16</a:t>
            </a:r>
          </a:p>
        </p:txBody>
      </p:sp>
      <p:sp>
        <p:nvSpPr>
          <p:cNvPr id="3260" name="Line 188">
            <a:extLst>
              <a:ext uri="{FF2B5EF4-FFF2-40B4-BE49-F238E27FC236}">
                <a16:creationId xmlns:a16="http://schemas.microsoft.com/office/drawing/2014/main" id="{3EB38576-3F0C-1835-358F-3F030475096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25563" y="1463675"/>
            <a:ext cx="7451725" cy="1588"/>
          </a:xfrm>
          <a:prstGeom prst="line">
            <a:avLst/>
          </a:prstGeom>
          <a:noFill/>
          <a:ln w="25560" cap="flat">
            <a:solidFill>
              <a:srgbClr val="CBD5E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61" name="Oval 189">
            <a:extLst>
              <a:ext uri="{FF2B5EF4-FFF2-40B4-BE49-F238E27FC236}">
                <a16:creationId xmlns:a16="http://schemas.microsoft.com/office/drawing/2014/main" id="{BA69AD84-2E6A-FC31-FA2B-768F42D2D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3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2" name="Oval 190">
            <a:extLst>
              <a:ext uri="{FF2B5EF4-FFF2-40B4-BE49-F238E27FC236}">
                <a16:creationId xmlns:a16="http://schemas.microsoft.com/office/drawing/2014/main" id="{304F0EC7-C40B-294C-D26D-4DD166736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192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3" name="Oval 191">
            <a:extLst>
              <a:ext uri="{FF2B5EF4-FFF2-40B4-BE49-F238E27FC236}">
                <a16:creationId xmlns:a16="http://schemas.microsoft.com/office/drawing/2014/main" id="{1ACDA00C-B779-531D-F6DB-CBBBB992E2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466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4" name="Oval 192">
            <a:extLst>
              <a:ext uri="{FF2B5EF4-FFF2-40B4-BE49-F238E27FC236}">
                <a16:creationId xmlns:a16="http://schemas.microsoft.com/office/drawing/2014/main" id="{1194A52F-0C32-2656-51AD-749246AEE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0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5" name="Oval 193">
            <a:extLst>
              <a:ext uri="{FF2B5EF4-FFF2-40B4-BE49-F238E27FC236}">
                <a16:creationId xmlns:a16="http://schemas.microsoft.com/office/drawing/2014/main" id="{3E3E9128-07C8-8DF5-5EA2-F419FF9D1B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7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6" name="Oval 194">
            <a:extLst>
              <a:ext uri="{FF2B5EF4-FFF2-40B4-BE49-F238E27FC236}">
                <a16:creationId xmlns:a16="http://schemas.microsoft.com/office/drawing/2014/main" id="{B98BA243-8E68-F22B-A17A-CE199BAC09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25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7" name="Oval 195">
            <a:extLst>
              <a:ext uri="{FF2B5EF4-FFF2-40B4-BE49-F238E27FC236}">
                <a16:creationId xmlns:a16="http://schemas.microsoft.com/office/drawing/2014/main" id="{C985F908-2BA8-DE63-F774-167038CBF5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479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8" name="Oval 196">
            <a:extLst>
              <a:ext uri="{FF2B5EF4-FFF2-40B4-BE49-F238E27FC236}">
                <a16:creationId xmlns:a16="http://schemas.microsoft.com/office/drawing/2014/main" id="{BD42AE53-62AE-B512-D526-F9872B0CA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733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69" name="Oval 197">
            <a:extLst>
              <a:ext uri="{FF2B5EF4-FFF2-40B4-BE49-F238E27FC236}">
                <a16:creationId xmlns:a16="http://schemas.microsoft.com/office/drawing/2014/main" id="{FA9AF337-AC2A-9E24-C15C-4AE2897FF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03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0" name="Oval 198">
            <a:extLst>
              <a:ext uri="{FF2B5EF4-FFF2-40B4-BE49-F238E27FC236}">
                <a16:creationId xmlns:a16="http://schemas.microsoft.com/office/drawing/2014/main" id="{E3AE1136-B2E1-2F74-AB49-2748C47A5D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5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1" name="Oval 199">
            <a:extLst>
              <a:ext uri="{FF2B5EF4-FFF2-40B4-BE49-F238E27FC236}">
                <a16:creationId xmlns:a16="http://schemas.microsoft.com/office/drawing/2014/main" id="{846E1461-DAD6-49CC-48A6-ECA465DD18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2" name="Oval 200">
            <a:extLst>
              <a:ext uri="{FF2B5EF4-FFF2-40B4-BE49-F238E27FC236}">
                <a16:creationId xmlns:a16="http://schemas.microsoft.com/office/drawing/2014/main" id="{D7583D67-6917-CF87-D06D-061C6259D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666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3" name="Oval 201">
            <a:extLst>
              <a:ext uri="{FF2B5EF4-FFF2-40B4-BE49-F238E27FC236}">
                <a16:creationId xmlns:a16="http://schemas.microsoft.com/office/drawing/2014/main" id="{CE50F7EA-DB24-E9A9-A23E-479AE5F3AC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20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4" name="Oval 202">
            <a:extLst>
              <a:ext uri="{FF2B5EF4-FFF2-40B4-BE49-F238E27FC236}">
                <a16:creationId xmlns:a16="http://schemas.microsoft.com/office/drawing/2014/main" id="{ACB10270-8578-1037-4897-782E63285F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9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5" name="Oval 203">
            <a:extLst>
              <a:ext uri="{FF2B5EF4-FFF2-40B4-BE49-F238E27FC236}">
                <a16:creationId xmlns:a16="http://schemas.microsoft.com/office/drawing/2014/main" id="{0A5F081A-DB56-065D-2359-F561AA1F9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45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6" name="Oval 204">
            <a:extLst>
              <a:ext uri="{FF2B5EF4-FFF2-40B4-BE49-F238E27FC236}">
                <a16:creationId xmlns:a16="http://schemas.microsoft.com/office/drawing/2014/main" id="{969465F5-81AD-9C76-CEF8-A7E5C8D8E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99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7" name="Oval 205">
            <a:extLst>
              <a:ext uri="{FF2B5EF4-FFF2-40B4-BE49-F238E27FC236}">
                <a16:creationId xmlns:a16="http://schemas.microsoft.com/office/drawing/2014/main" id="{C210F4E3-8BD0-44A9-2C1F-F8BF1BEEAB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53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8" name="Oval 206">
            <a:extLst>
              <a:ext uri="{FF2B5EF4-FFF2-40B4-BE49-F238E27FC236}">
                <a16:creationId xmlns:a16="http://schemas.microsoft.com/office/drawing/2014/main" id="{79DAF793-5365-17E7-CED7-F829DE1C90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23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79" name="Oval 207">
            <a:extLst>
              <a:ext uri="{FF2B5EF4-FFF2-40B4-BE49-F238E27FC236}">
                <a16:creationId xmlns:a16="http://schemas.microsoft.com/office/drawing/2014/main" id="{94282F8A-3797-555D-0C95-F454D83BFE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0" name="Oval 208">
            <a:extLst>
              <a:ext uri="{FF2B5EF4-FFF2-40B4-BE49-F238E27FC236}">
                <a16:creationId xmlns:a16="http://schemas.microsoft.com/office/drawing/2014/main" id="{E56A67B4-7F0B-48E9-5104-3FDA1A6E4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32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1" name="Oval 209">
            <a:extLst>
              <a:ext uri="{FF2B5EF4-FFF2-40B4-BE49-F238E27FC236}">
                <a16:creationId xmlns:a16="http://schemas.microsoft.com/office/drawing/2014/main" id="{6790D8D7-7EBA-9FB5-7C11-A59CC711F8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2" name="Oval 210">
            <a:extLst>
              <a:ext uri="{FF2B5EF4-FFF2-40B4-BE49-F238E27FC236}">
                <a16:creationId xmlns:a16="http://schemas.microsoft.com/office/drawing/2014/main" id="{0233A304-3AFB-BE77-AD1A-4BCCA2CA4E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6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3" name="Oval 211">
            <a:extLst>
              <a:ext uri="{FF2B5EF4-FFF2-40B4-BE49-F238E27FC236}">
                <a16:creationId xmlns:a16="http://schemas.microsoft.com/office/drawing/2014/main" id="{04E3C9B2-0403-7E17-356B-D9A1799588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1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4" name="Oval 212">
            <a:extLst>
              <a:ext uri="{FF2B5EF4-FFF2-40B4-BE49-F238E27FC236}">
                <a16:creationId xmlns:a16="http://schemas.microsoft.com/office/drawing/2014/main" id="{7DF08991-049F-A7D4-A565-4D2B9687B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65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5" name="Oval 213">
            <a:extLst>
              <a:ext uri="{FF2B5EF4-FFF2-40B4-BE49-F238E27FC236}">
                <a16:creationId xmlns:a16="http://schemas.microsoft.com/office/drawing/2014/main" id="{A57B9068-E0C5-2544-648F-ED39AF36E0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35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6" name="Oval 214">
            <a:extLst>
              <a:ext uri="{FF2B5EF4-FFF2-40B4-BE49-F238E27FC236}">
                <a16:creationId xmlns:a16="http://schemas.microsoft.com/office/drawing/2014/main" id="{EB234B74-6291-1EEE-37FF-FBD679B50C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96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7" name="Oval 215">
            <a:extLst>
              <a:ext uri="{FF2B5EF4-FFF2-40B4-BE49-F238E27FC236}">
                <a16:creationId xmlns:a16="http://schemas.microsoft.com/office/drawing/2014/main" id="{41C27AA1-7BB8-526C-DF92-80C8AEC581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438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8" name="Oval 216">
            <a:extLst>
              <a:ext uri="{FF2B5EF4-FFF2-40B4-BE49-F238E27FC236}">
                <a16:creationId xmlns:a16="http://schemas.microsoft.com/office/drawing/2014/main" id="{7CEA9A8B-E68E-896F-9B5E-C0519D614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898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89" name="Oval 217">
            <a:extLst>
              <a:ext uri="{FF2B5EF4-FFF2-40B4-BE49-F238E27FC236}">
                <a16:creationId xmlns:a16="http://schemas.microsoft.com/office/drawing/2014/main" id="{6DA1D38C-A465-9773-1AE5-4BA50F2AAD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682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0" name="Oval 218">
            <a:extLst>
              <a:ext uri="{FF2B5EF4-FFF2-40B4-BE49-F238E27FC236}">
                <a16:creationId xmlns:a16="http://schemas.microsoft.com/office/drawing/2014/main" id="{DBC340A3-B36D-377D-A1CB-4F1338738E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225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1" name="Oval 219">
            <a:extLst>
              <a:ext uri="{FF2B5EF4-FFF2-40B4-BE49-F238E27FC236}">
                <a16:creationId xmlns:a16="http://schemas.microsoft.com/office/drawing/2014/main" id="{5960D48B-A7C4-E749-1122-08ED89216D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7675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2" name="Oval 220">
            <a:extLst>
              <a:ext uri="{FF2B5EF4-FFF2-40B4-BE49-F238E27FC236}">
                <a16:creationId xmlns:a16="http://schemas.microsoft.com/office/drawing/2014/main" id="{B6D898C0-F4C9-4D40-2B95-AC2D750C9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3100" y="1430338"/>
            <a:ext cx="65088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3" name="Oval 221">
            <a:extLst>
              <a:ext uri="{FF2B5EF4-FFF2-40B4-BE49-F238E27FC236}">
                <a16:creationId xmlns:a16="http://schemas.microsoft.com/office/drawing/2014/main" id="{825297BF-D60C-39EC-4B65-858093539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0113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4" name="Oval 222">
            <a:extLst>
              <a:ext uri="{FF2B5EF4-FFF2-40B4-BE49-F238E27FC236}">
                <a16:creationId xmlns:a16="http://schemas.microsoft.com/office/drawing/2014/main" id="{76DDDD25-E32E-F79F-442D-D9C6D4891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538" y="1430338"/>
            <a:ext cx="65087" cy="65087"/>
          </a:xfrm>
          <a:prstGeom prst="ellipse">
            <a:avLst/>
          </a:prstGeom>
          <a:solidFill>
            <a:srgbClr val="334155"/>
          </a:solidFill>
          <a:ln w="5040" cap="flat">
            <a:solidFill>
              <a:srgbClr val="334155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295" name="Line 223">
            <a:extLst>
              <a:ext uri="{FF2B5EF4-FFF2-40B4-BE49-F238E27FC236}">
                <a16:creationId xmlns:a16="http://schemas.microsoft.com/office/drawing/2014/main" id="{1C243637-97FC-0F5F-C41D-99F44D85D11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42433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6" name="Line 224">
            <a:extLst>
              <a:ext uri="{FF2B5EF4-FFF2-40B4-BE49-F238E27FC236}">
                <a16:creationId xmlns:a16="http://schemas.microsoft.com/office/drawing/2014/main" id="{B823A752-0790-7EAD-F117-010D3275A9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551863" y="4243388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7" name="Line 225">
            <a:extLst>
              <a:ext uri="{FF2B5EF4-FFF2-40B4-BE49-F238E27FC236}">
                <a16:creationId xmlns:a16="http://schemas.microsoft.com/office/drawing/2014/main" id="{76DA6EDE-4C9D-EE0E-7BAC-4A93B95143FF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1863" y="4379913"/>
            <a:ext cx="225425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8" name="Line 226">
            <a:extLst>
              <a:ext uri="{FF2B5EF4-FFF2-40B4-BE49-F238E27FC236}">
                <a16:creationId xmlns:a16="http://schemas.microsoft.com/office/drawing/2014/main" id="{2B4E5E48-4611-9CE7-2EC2-0B4F6E19EC2F}"/>
              </a:ext>
            </a:extLst>
          </p:cNvPr>
          <p:cNvSpPr>
            <a:spLocks noChangeShapeType="1"/>
          </p:cNvSpPr>
          <p:nvPr/>
        </p:nvSpPr>
        <p:spPr bwMode="auto">
          <a:xfrm>
            <a:off x="8551863" y="4357688"/>
            <a:ext cx="1587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299" name="Line 227">
            <a:extLst>
              <a:ext uri="{FF2B5EF4-FFF2-40B4-BE49-F238E27FC236}">
                <a16:creationId xmlns:a16="http://schemas.microsoft.com/office/drawing/2014/main" id="{91B6B72F-D752-425B-2470-59AB18600823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43576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0" name="Line 228">
            <a:extLst>
              <a:ext uri="{FF2B5EF4-FFF2-40B4-BE49-F238E27FC236}">
                <a16:creationId xmlns:a16="http://schemas.microsoft.com/office/drawing/2014/main" id="{402E0305-464A-F3CC-414F-CC7408E643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35575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1" name="Line 229">
            <a:extLst>
              <a:ext uri="{FF2B5EF4-FFF2-40B4-BE49-F238E27FC236}">
                <a16:creationId xmlns:a16="http://schemas.microsoft.com/office/drawing/2014/main" id="{6BEADE52-286A-34AA-73A4-FEAF47257E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26438" y="3557588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2" name="Line 230">
            <a:extLst>
              <a:ext uri="{FF2B5EF4-FFF2-40B4-BE49-F238E27FC236}">
                <a16:creationId xmlns:a16="http://schemas.microsoft.com/office/drawing/2014/main" id="{9AE695CA-C972-4D49-3B4A-FA65A10DB6AC}"/>
              </a:ext>
            </a:extLst>
          </p:cNvPr>
          <p:cNvSpPr>
            <a:spLocks noChangeShapeType="1"/>
          </p:cNvSpPr>
          <p:nvPr/>
        </p:nvSpPr>
        <p:spPr bwMode="auto">
          <a:xfrm>
            <a:off x="8101013" y="3694113"/>
            <a:ext cx="677862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3" name="Line 231">
            <a:extLst>
              <a:ext uri="{FF2B5EF4-FFF2-40B4-BE49-F238E27FC236}">
                <a16:creationId xmlns:a16="http://schemas.microsoft.com/office/drawing/2014/main" id="{E7C3A815-68C5-15CA-2B14-5982F476374C}"/>
              </a:ext>
            </a:extLst>
          </p:cNvPr>
          <p:cNvSpPr>
            <a:spLocks noChangeShapeType="1"/>
          </p:cNvSpPr>
          <p:nvPr/>
        </p:nvSpPr>
        <p:spPr bwMode="auto">
          <a:xfrm>
            <a:off x="8101013" y="3671888"/>
            <a:ext cx="1587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4" name="Line 232">
            <a:extLst>
              <a:ext uri="{FF2B5EF4-FFF2-40B4-BE49-F238E27FC236}">
                <a16:creationId xmlns:a16="http://schemas.microsoft.com/office/drawing/2014/main" id="{D55E5256-94DA-8925-38A0-6AF962D40867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36718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5" name="Line 233">
            <a:extLst>
              <a:ext uri="{FF2B5EF4-FFF2-40B4-BE49-F238E27FC236}">
                <a16:creationId xmlns:a16="http://schemas.microsoft.com/office/drawing/2014/main" id="{06308C45-EA9E-6E7B-1357-84DD849F5D9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28717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6" name="Line 234">
            <a:extLst>
              <a:ext uri="{FF2B5EF4-FFF2-40B4-BE49-F238E27FC236}">
                <a16:creationId xmlns:a16="http://schemas.microsoft.com/office/drawing/2014/main" id="{945EAF08-E1E7-5197-D903-C7118AD5AB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74000" y="2871788"/>
            <a:ext cx="893763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7" name="Line 235">
            <a:extLst>
              <a:ext uri="{FF2B5EF4-FFF2-40B4-BE49-F238E27FC236}">
                <a16:creationId xmlns:a16="http://schemas.microsoft.com/office/drawing/2014/main" id="{FDDA0678-975F-410C-48E4-25BED5607C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197725" y="3008313"/>
            <a:ext cx="1581150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8" name="Line 236">
            <a:extLst>
              <a:ext uri="{FF2B5EF4-FFF2-40B4-BE49-F238E27FC236}">
                <a16:creationId xmlns:a16="http://schemas.microsoft.com/office/drawing/2014/main" id="{D3EE9EF5-F227-D8C3-E73C-763585C2C532}"/>
              </a:ext>
            </a:extLst>
          </p:cNvPr>
          <p:cNvSpPr>
            <a:spLocks noChangeShapeType="1"/>
          </p:cNvSpPr>
          <p:nvPr/>
        </p:nvSpPr>
        <p:spPr bwMode="auto">
          <a:xfrm>
            <a:off x="7197725" y="29860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09" name="Line 237">
            <a:extLst>
              <a:ext uri="{FF2B5EF4-FFF2-40B4-BE49-F238E27FC236}">
                <a16:creationId xmlns:a16="http://schemas.microsoft.com/office/drawing/2014/main" id="{F2617FAD-EC8D-E46E-DA68-3E9C506B29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29860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0" name="Line 238">
            <a:extLst>
              <a:ext uri="{FF2B5EF4-FFF2-40B4-BE49-F238E27FC236}">
                <a16:creationId xmlns:a16="http://schemas.microsoft.com/office/drawing/2014/main" id="{9BA85333-1D79-07A5-0DC7-183CAEF5D9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21859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1" name="Line 239">
            <a:extLst>
              <a:ext uri="{FF2B5EF4-FFF2-40B4-BE49-F238E27FC236}">
                <a16:creationId xmlns:a16="http://schemas.microsoft.com/office/drawing/2014/main" id="{3C220016-08DD-54C7-7303-EF0061F4C6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70713" y="2185988"/>
            <a:ext cx="1797050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2" name="Line 240">
            <a:extLst>
              <a:ext uri="{FF2B5EF4-FFF2-40B4-BE49-F238E27FC236}">
                <a16:creationId xmlns:a16="http://schemas.microsoft.com/office/drawing/2014/main" id="{312C7F3A-2BEF-7F13-3553-19313325E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1150" y="2322513"/>
            <a:ext cx="3387725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3" name="Line 241">
            <a:extLst>
              <a:ext uri="{FF2B5EF4-FFF2-40B4-BE49-F238E27FC236}">
                <a16:creationId xmlns:a16="http://schemas.microsoft.com/office/drawing/2014/main" id="{63C22255-A726-0C84-CAEE-488F1A2FF2B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1150" y="23002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4" name="Line 242">
            <a:extLst>
              <a:ext uri="{FF2B5EF4-FFF2-40B4-BE49-F238E27FC236}">
                <a16:creationId xmlns:a16="http://schemas.microsoft.com/office/drawing/2014/main" id="{EFC03BFD-E5CB-47AB-EB6B-7EE34F045A59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23002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5" name="Line 243">
            <a:extLst>
              <a:ext uri="{FF2B5EF4-FFF2-40B4-BE49-F238E27FC236}">
                <a16:creationId xmlns:a16="http://schemas.microsoft.com/office/drawing/2014/main" id="{3362676C-C23C-EA7D-49FA-F0BA6845D9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8875" y="1500188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6" name="Line 244">
            <a:extLst>
              <a:ext uri="{FF2B5EF4-FFF2-40B4-BE49-F238E27FC236}">
                <a16:creationId xmlns:a16="http://schemas.microsoft.com/office/drawing/2014/main" id="{5D5285A0-5524-579C-4CEE-AC293C18E1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64138" y="1500188"/>
            <a:ext cx="3603625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7" name="Line 245">
            <a:extLst>
              <a:ext uri="{FF2B5EF4-FFF2-40B4-BE49-F238E27FC236}">
                <a16:creationId xmlns:a16="http://schemas.microsoft.com/office/drawing/2014/main" id="{CAF5281E-089D-E1B3-83B4-B82ADD3834C8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8000" y="1636713"/>
            <a:ext cx="7000875" cy="158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8" name="Line 246">
            <a:extLst>
              <a:ext uri="{FF2B5EF4-FFF2-40B4-BE49-F238E27FC236}">
                <a16:creationId xmlns:a16="http://schemas.microsoft.com/office/drawing/2014/main" id="{0DBAF1E3-8C43-079E-F5AA-F47FF2A711EE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8000" y="16144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19" name="Line 247">
            <a:extLst>
              <a:ext uri="{FF2B5EF4-FFF2-40B4-BE49-F238E27FC236}">
                <a16:creationId xmlns:a16="http://schemas.microsoft.com/office/drawing/2014/main" id="{D89060AE-AA40-32C3-B9FA-44E7B1E59AA5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5" y="1614488"/>
            <a:ext cx="1588" cy="46037"/>
          </a:xfrm>
          <a:prstGeom prst="line">
            <a:avLst/>
          </a:prstGeom>
          <a:noFill/>
          <a:ln w="14040" cap="flat">
            <a:solidFill>
              <a:srgbClr val="84CC1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20" name="Oval 248">
            <a:extLst>
              <a:ext uri="{FF2B5EF4-FFF2-40B4-BE49-F238E27FC236}">
                <a16:creationId xmlns:a16="http://schemas.microsoft.com/office/drawing/2014/main" id="{15096CD0-1593-0886-6D82-B422195F5F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48101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1" name="Oval 249">
            <a:extLst>
              <a:ext uri="{FF2B5EF4-FFF2-40B4-BE49-F238E27FC236}">
                <a16:creationId xmlns:a16="http://schemas.microsoft.com/office/drawing/2014/main" id="{D81CEC06-7C98-6898-DD0D-53AAF08C2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9313" y="4810125"/>
            <a:ext cx="163512" cy="163513"/>
          </a:xfrm>
          <a:prstGeom prst="ellipse">
            <a:avLst/>
          </a:prstGeom>
          <a:solidFill>
            <a:srgbClr val="F59E0B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2" name="Oval 250">
            <a:extLst>
              <a:ext uri="{FF2B5EF4-FFF2-40B4-BE49-F238E27FC236}">
                <a16:creationId xmlns:a16="http://schemas.microsoft.com/office/drawing/2014/main" id="{F5EF28CB-6C3C-02C1-F79A-908F253ABB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41195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3" name="Oval 251">
            <a:extLst>
              <a:ext uri="{FF2B5EF4-FFF2-40B4-BE49-F238E27FC236}">
                <a16:creationId xmlns:a16="http://schemas.microsoft.com/office/drawing/2014/main" id="{CAB41082-3DEE-DBE6-BD37-945DFEF02E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41243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4" name="Oval 252">
            <a:extLst>
              <a:ext uri="{FF2B5EF4-FFF2-40B4-BE49-F238E27FC236}">
                <a16:creationId xmlns:a16="http://schemas.microsoft.com/office/drawing/2014/main" id="{F3EF0D45-BC05-6BA3-ECEB-46104D3EF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43888" y="4124325"/>
            <a:ext cx="163512" cy="163513"/>
          </a:xfrm>
          <a:prstGeom prst="ellipse">
            <a:avLst/>
          </a:prstGeom>
          <a:solidFill>
            <a:srgbClr val="7C3AED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5" name="Oval 253">
            <a:extLst>
              <a:ext uri="{FF2B5EF4-FFF2-40B4-BE49-F238E27FC236}">
                <a16:creationId xmlns:a16="http://schemas.microsoft.com/office/drawing/2014/main" id="{4FBB08AD-E37E-E2FD-2EDC-BF6218CBE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34337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6" name="Oval 254">
            <a:extLst>
              <a:ext uri="{FF2B5EF4-FFF2-40B4-BE49-F238E27FC236}">
                <a16:creationId xmlns:a16="http://schemas.microsoft.com/office/drawing/2014/main" id="{E0E9ABB5-A37E-A2A0-10D6-E7B613203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34385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7" name="Oval 255">
            <a:extLst>
              <a:ext uri="{FF2B5EF4-FFF2-40B4-BE49-F238E27FC236}">
                <a16:creationId xmlns:a16="http://schemas.microsoft.com/office/drawing/2014/main" id="{6CAA99DC-63A7-8B47-38F6-D28D64DCF3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93038" y="3438525"/>
            <a:ext cx="163512" cy="163513"/>
          </a:xfrm>
          <a:prstGeom prst="ellipse">
            <a:avLst/>
          </a:prstGeom>
          <a:solidFill>
            <a:srgbClr val="F59E0B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8" name="Oval 256">
            <a:extLst>
              <a:ext uri="{FF2B5EF4-FFF2-40B4-BE49-F238E27FC236}">
                <a16:creationId xmlns:a16="http://schemas.microsoft.com/office/drawing/2014/main" id="{1C4ACEF9-9DDB-07E4-A171-AC8F2EB393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27479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29" name="Oval 257">
            <a:extLst>
              <a:ext uri="{FF2B5EF4-FFF2-40B4-BE49-F238E27FC236}">
                <a16:creationId xmlns:a16="http://schemas.microsoft.com/office/drawing/2014/main" id="{E5392164-D916-4289-3DCE-8069F4122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27527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0" name="Oval 258">
            <a:extLst>
              <a:ext uri="{FF2B5EF4-FFF2-40B4-BE49-F238E27FC236}">
                <a16:creationId xmlns:a16="http://schemas.microsoft.com/office/drawing/2014/main" id="{7DB797A7-6757-4F6C-D5EC-7523EDA09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89750" y="2752725"/>
            <a:ext cx="163513" cy="163513"/>
          </a:xfrm>
          <a:prstGeom prst="ellipse">
            <a:avLst/>
          </a:prstGeom>
          <a:solidFill>
            <a:srgbClr val="7C3AED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1" name="Oval 259">
            <a:extLst>
              <a:ext uri="{FF2B5EF4-FFF2-40B4-BE49-F238E27FC236}">
                <a16:creationId xmlns:a16="http://schemas.microsoft.com/office/drawing/2014/main" id="{ED57B013-CEEA-BE96-B8AD-4FD408865D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20621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2" name="Oval 260">
            <a:extLst>
              <a:ext uri="{FF2B5EF4-FFF2-40B4-BE49-F238E27FC236}">
                <a16:creationId xmlns:a16="http://schemas.microsoft.com/office/drawing/2014/main" id="{4AADCEE9-7796-8291-A595-AE8EB90D5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6325" y="2066925"/>
            <a:ext cx="163513" cy="163513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3" name="Oval 261">
            <a:extLst>
              <a:ext uri="{FF2B5EF4-FFF2-40B4-BE49-F238E27FC236}">
                <a16:creationId xmlns:a16="http://schemas.microsoft.com/office/drawing/2014/main" id="{D3F33DEE-237D-1BA7-7A7A-5F20E15A20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2066925"/>
            <a:ext cx="163513" cy="163513"/>
          </a:xfrm>
          <a:prstGeom prst="ellipse">
            <a:avLst/>
          </a:prstGeom>
          <a:solidFill>
            <a:srgbClr val="F59E0B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4" name="Oval 262">
            <a:extLst>
              <a:ext uri="{FF2B5EF4-FFF2-40B4-BE49-F238E27FC236}">
                <a16:creationId xmlns:a16="http://schemas.microsoft.com/office/drawing/2014/main" id="{344B72B4-4D1A-FF08-96A2-76BD2E75E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1563" y="1376363"/>
            <a:ext cx="173037" cy="173037"/>
          </a:xfrm>
          <a:prstGeom prst="ellipse">
            <a:avLst/>
          </a:prstGeom>
          <a:solidFill>
            <a:srgbClr val="84CC16"/>
          </a:solidFill>
          <a:ln w="5040" cap="flat">
            <a:solidFill>
              <a:srgbClr val="FFFFFF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5" name="AutoShape 263">
            <a:extLst>
              <a:ext uri="{FF2B5EF4-FFF2-40B4-BE49-F238E27FC236}">
                <a16:creationId xmlns:a16="http://schemas.microsoft.com/office/drawing/2014/main" id="{1BA4E030-7F0E-FEE9-0235-AC2A50272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038" y="1189038"/>
            <a:ext cx="2239962" cy="4224337"/>
          </a:xfrm>
          <a:prstGeom prst="roundRect">
            <a:avLst>
              <a:gd name="adj" fmla="val 3264"/>
            </a:avLst>
          </a:prstGeom>
          <a:solidFill>
            <a:srgbClr val="FFFFFF"/>
          </a:solidFill>
          <a:ln w="11520" cap="flat">
            <a:solidFill>
              <a:srgbClr val="D1D5D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6" name="Rectangle 264">
            <a:extLst>
              <a:ext uri="{FF2B5EF4-FFF2-40B4-BE49-F238E27FC236}">
                <a16:creationId xmlns:a16="http://schemas.microsoft.com/office/drawing/2014/main" id="{B602B3FB-2D3A-7003-6D82-8A4EFF52D2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038" y="1189038"/>
            <a:ext cx="73025" cy="4224337"/>
          </a:xfrm>
          <a:prstGeom prst="rect">
            <a:avLst/>
          </a:prstGeom>
          <a:solidFill>
            <a:srgbClr val="84CC16"/>
          </a:solidFill>
          <a:ln w="12600" cap="flat">
            <a:solidFill>
              <a:srgbClr val="84CC16">
                <a:alpha val="0"/>
              </a:srgbClr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37" name="Rectangle 265">
            <a:extLst>
              <a:ext uri="{FF2B5EF4-FFF2-40B4-BE49-F238E27FC236}">
                <a16:creationId xmlns:a16="http://schemas.microsoft.com/office/drawing/2014/main" id="{F53C95C7-2F48-428A-9C26-4B554286E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3075" y="1352550"/>
            <a:ext cx="17827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200" b="1">
                <a:solidFill>
                  <a:srgbClr val="111827"/>
                </a:solidFill>
                <a:latin typeface="Aptos" panose="020B0004020202020204" pitchFamily="34" charset="0"/>
              </a:rPr>
              <a:t>What the figure shows</a:t>
            </a:r>
          </a:p>
        </p:txBody>
      </p:sp>
      <p:sp>
        <p:nvSpPr>
          <p:cNvPr id="3338" name="Rectangle 266">
            <a:extLst>
              <a:ext uri="{FF2B5EF4-FFF2-40B4-BE49-F238E27FC236}">
                <a16:creationId xmlns:a16="http://schemas.microsoft.com/office/drawing/2014/main" id="{E11FC509-88A3-6CF4-C6EC-D2A1E50D9C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3075" y="1719263"/>
            <a:ext cx="1874838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360" tIns="360" rIns="360" bIns="36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• time increases left → right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• each output at t uses only t and earlier positions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475569"/>
                </a:solidFill>
                <a:latin typeface="Aptos" panose="020B0004020202020204" pitchFamily="34" charset="0"/>
              </a:rPr>
              <a:t>• each layer samples the previous layer at t and t−d</a:t>
            </a:r>
          </a:p>
        </p:txBody>
      </p:sp>
      <p:sp>
        <p:nvSpPr>
          <p:cNvPr id="3339" name="Rectangle 267">
            <a:extLst>
              <a:ext uri="{FF2B5EF4-FFF2-40B4-BE49-F238E27FC236}">
                <a16:creationId xmlns:a16="http://schemas.microsoft.com/office/drawing/2014/main" id="{ABC342D9-B47C-A1D1-6C24-B448D88AA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3075" y="2871788"/>
            <a:ext cx="1828800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200" b="1">
                <a:solidFill>
                  <a:srgbClr val="111827"/>
                </a:solidFill>
                <a:latin typeface="Aptos" panose="020B0004020202020204" pitchFamily="34" charset="0"/>
              </a:rPr>
              <a:t>Cumulative receptive field</a:t>
            </a:r>
          </a:p>
        </p:txBody>
      </p:sp>
      <p:sp>
        <p:nvSpPr>
          <p:cNvPr id="3340" name="Rectangle 268">
            <a:extLst>
              <a:ext uri="{FF2B5EF4-FFF2-40B4-BE49-F238E27FC236}">
                <a16:creationId xmlns:a16="http://schemas.microsoft.com/office/drawing/2014/main" id="{8AD0B90D-62FE-0292-5BD3-C5B78955AE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09125" y="3181350"/>
            <a:ext cx="1462088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d=1:    2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d=2:    4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d=4:    8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d=8:   16</a:t>
            </a:r>
          </a:p>
          <a:p>
            <a:pPr hangingPunct="1">
              <a:lnSpc>
                <a:spcPct val="100000"/>
              </a:lnSpc>
            </a:pPr>
            <a:r>
              <a:rPr lang="en-US" altLang="en-US" sz="1000">
                <a:solidFill>
                  <a:srgbClr val="111827"/>
                </a:solidFill>
                <a:latin typeface="Aptos Mono" panose="020B0009020202020204" pitchFamily="49" charset="0"/>
              </a:rPr>
              <a:t>after d=16:  32</a:t>
            </a:r>
          </a:p>
        </p:txBody>
      </p:sp>
      <p:sp>
        <p:nvSpPr>
          <p:cNvPr id="3341" name="AutoShape 269">
            <a:extLst>
              <a:ext uri="{FF2B5EF4-FFF2-40B4-BE49-F238E27FC236}">
                <a16:creationId xmlns:a16="http://schemas.microsoft.com/office/drawing/2014/main" id="{17E848F0-A720-C13C-BFC4-6DFD446A0A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8638" y="4406900"/>
            <a:ext cx="1719262" cy="503238"/>
          </a:xfrm>
          <a:prstGeom prst="roundRect">
            <a:avLst>
              <a:gd name="adj" fmla="val 10907"/>
            </a:avLst>
          </a:prstGeom>
          <a:solidFill>
            <a:srgbClr val="ECFCCB"/>
          </a:solidFill>
          <a:ln w="12600" cap="flat">
            <a:solidFill>
              <a:srgbClr val="84CC1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42" name="Rectangle 270">
            <a:extLst>
              <a:ext uri="{FF2B5EF4-FFF2-40B4-BE49-F238E27FC236}">
                <a16:creationId xmlns:a16="http://schemas.microsoft.com/office/drawing/2014/main" id="{FA4315BE-4B5C-DFF8-4DA4-48CE04BCC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64688" y="4498975"/>
            <a:ext cx="1417637" cy="292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3F7D20"/>
                </a:solidFill>
                <a:latin typeface="Aptos" panose="020B0004020202020204" pitchFamily="34" charset="0"/>
              </a:rPr>
              <a:t>Left causal padding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3F7D20"/>
                </a:solidFill>
                <a:latin typeface="Aptos" panose="020B0004020202020204" pitchFamily="34" charset="0"/>
              </a:rPr>
              <a:t>preserves alignment</a:t>
            </a:r>
          </a:p>
        </p:txBody>
      </p:sp>
      <p:sp>
        <p:nvSpPr>
          <p:cNvPr id="3343" name="AutoShape 271">
            <a:extLst>
              <a:ext uri="{FF2B5EF4-FFF2-40B4-BE49-F238E27FC236}">
                <a16:creationId xmlns:a16="http://schemas.microsoft.com/office/drawing/2014/main" id="{137F0AD1-857B-8FC3-2E3B-0AB86EEFF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5741988"/>
            <a:ext cx="2011363" cy="401637"/>
          </a:xfrm>
          <a:prstGeom prst="roundRect">
            <a:avLst>
              <a:gd name="adj" fmla="val 13634"/>
            </a:avLst>
          </a:prstGeom>
          <a:solidFill>
            <a:srgbClr val="DBEAFE"/>
          </a:solidFill>
          <a:ln w="12600" cap="flat">
            <a:solidFill>
              <a:srgbClr val="2563E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44" name="Rectangle 272">
            <a:extLst>
              <a:ext uri="{FF2B5EF4-FFF2-40B4-BE49-F238E27FC236}">
                <a16:creationId xmlns:a16="http://schemas.microsoft.com/office/drawing/2014/main" id="{E491F088-38CF-8527-A146-1CE560F533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0" y="5851525"/>
            <a:ext cx="1417638" cy="128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small kernels</a:t>
            </a:r>
          </a:p>
        </p:txBody>
      </p:sp>
      <p:sp>
        <p:nvSpPr>
          <p:cNvPr id="3345" name="Line 273">
            <a:extLst>
              <a:ext uri="{FF2B5EF4-FFF2-40B4-BE49-F238E27FC236}">
                <a16:creationId xmlns:a16="http://schemas.microsoft.com/office/drawing/2014/main" id="{BB4E9B1E-60A3-3B2B-AB34-9E0F27EFF30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63875" y="5943600"/>
            <a:ext cx="731838" cy="1588"/>
          </a:xfrm>
          <a:prstGeom prst="line">
            <a:avLst/>
          </a:prstGeom>
          <a:noFill/>
          <a:ln w="12600" cap="flat">
            <a:solidFill>
              <a:srgbClr val="4755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46" name="AutoShape 274">
            <a:extLst>
              <a:ext uri="{FF2B5EF4-FFF2-40B4-BE49-F238E27FC236}">
                <a16:creationId xmlns:a16="http://schemas.microsoft.com/office/drawing/2014/main" id="{06B6B346-751F-181B-5078-E5A3C7EF29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9700" y="5632450"/>
            <a:ext cx="2303463" cy="612775"/>
          </a:xfrm>
          <a:prstGeom prst="roundRect">
            <a:avLst>
              <a:gd name="adj" fmla="val 8954"/>
            </a:avLst>
          </a:prstGeom>
          <a:solidFill>
            <a:srgbClr val="ECFCCB"/>
          </a:solidFill>
          <a:ln w="12600" cap="flat">
            <a:solidFill>
              <a:srgbClr val="84CC16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47" name="Rectangle 275">
            <a:extLst>
              <a:ext uri="{FF2B5EF4-FFF2-40B4-BE49-F238E27FC236}">
                <a16:creationId xmlns:a16="http://schemas.microsoft.com/office/drawing/2014/main" id="{B943D62E-4290-42C0-3353-3476061017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0838" y="5761038"/>
            <a:ext cx="1901825" cy="31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exponentially growing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past context</a:t>
            </a:r>
          </a:p>
        </p:txBody>
      </p:sp>
      <p:sp>
        <p:nvSpPr>
          <p:cNvPr id="3348" name="Line 276">
            <a:extLst>
              <a:ext uri="{FF2B5EF4-FFF2-40B4-BE49-F238E27FC236}">
                <a16:creationId xmlns:a16="http://schemas.microsoft.com/office/drawing/2014/main" id="{82D95558-7B88-0699-E412-A88A88DB546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81750" y="5943600"/>
            <a:ext cx="731838" cy="1588"/>
          </a:xfrm>
          <a:prstGeom prst="line">
            <a:avLst/>
          </a:prstGeom>
          <a:noFill/>
          <a:ln w="12600" cap="flat">
            <a:solidFill>
              <a:srgbClr val="47556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49" name="AutoShape 277">
            <a:extLst>
              <a:ext uri="{FF2B5EF4-FFF2-40B4-BE49-F238E27FC236}">
                <a16:creationId xmlns:a16="http://schemas.microsoft.com/office/drawing/2014/main" id="{0E9BB36F-B705-BD37-8430-C109E9B84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69163" y="5632450"/>
            <a:ext cx="2359025" cy="612775"/>
          </a:xfrm>
          <a:prstGeom prst="roundRect">
            <a:avLst>
              <a:gd name="adj" fmla="val 8954"/>
            </a:avLst>
          </a:prstGeom>
          <a:solidFill>
            <a:srgbClr val="FFF7ED"/>
          </a:solidFill>
          <a:ln w="12600" cap="flat">
            <a:solidFill>
              <a:srgbClr val="F59E0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3350" name="Rectangle 278">
            <a:extLst>
              <a:ext uri="{FF2B5EF4-FFF2-40B4-BE49-F238E27FC236}">
                <a16:creationId xmlns:a16="http://schemas.microsoft.com/office/drawing/2014/main" id="{1C49FCF7-AB35-F5AF-D568-B1402FC17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6813" y="5761038"/>
            <a:ext cx="1874837" cy="31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causal output</a:t>
            </a:r>
          </a:p>
          <a:p>
            <a:pPr algn="ctr" hangingPunct="1">
              <a:lnSpc>
                <a:spcPct val="100000"/>
              </a:lnSpc>
            </a:pPr>
            <a:r>
              <a:rPr lang="en-US" altLang="en-US" sz="1000" b="1">
                <a:solidFill>
                  <a:srgbClr val="111827"/>
                </a:solidFill>
                <a:latin typeface="Aptos" panose="020B0004020202020204" pitchFamily="34" charset="0"/>
              </a:rPr>
              <a:t>at time t</a:t>
            </a:r>
          </a:p>
        </p:txBody>
      </p:sp>
      <p:sp>
        <p:nvSpPr>
          <p:cNvPr id="3351" name="Rectangle 279">
            <a:extLst>
              <a:ext uri="{FF2B5EF4-FFF2-40B4-BE49-F238E27FC236}">
                <a16:creationId xmlns:a16="http://schemas.microsoft.com/office/drawing/2014/main" id="{25FC6745-28AC-E953-427E-C5C1CFAB24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238" y="6619875"/>
            <a:ext cx="2376487" cy="10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hangingPunct="1">
              <a:lnSpc>
                <a:spcPct val="100000"/>
              </a:lnSpc>
            </a:pPr>
            <a:r>
              <a:rPr lang="en-US" altLang="en-US" sz="800">
                <a:solidFill>
                  <a:srgbClr val="64748B"/>
                </a:solidFill>
                <a:latin typeface="Aptos" panose="020B0004020202020204" pitchFamily="34" charset="0"/>
              </a:rPr>
              <a:t>Lecture 3 — Temporal CNNs</a:t>
            </a:r>
          </a:p>
        </p:txBody>
      </p:sp>
      <p:sp>
        <p:nvSpPr>
          <p:cNvPr id="3" name="Line 223">
            <a:extLst>
              <a:ext uri="{FF2B5EF4-FFF2-40B4-BE49-F238E27FC236}">
                <a16:creationId xmlns:a16="http://schemas.microsoft.com/office/drawing/2014/main" id="{DF2DAD18-F72A-FA6C-4F27-BFE866144BF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21675" y="4225131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" name="Line 224">
            <a:extLst>
              <a:ext uri="{FF2B5EF4-FFF2-40B4-BE49-F238E27FC236}">
                <a16:creationId xmlns:a16="http://schemas.microsoft.com/office/drawing/2014/main" id="{E74EE565-6BBD-F1E1-34BE-070CDF2FB5C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94663" y="4225131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3" name="Line 228">
            <a:extLst>
              <a:ext uri="{FF2B5EF4-FFF2-40B4-BE49-F238E27FC236}">
                <a16:creationId xmlns:a16="http://schemas.microsoft.com/office/drawing/2014/main" id="{5C3327ED-36D1-A240-7672-FE5FE086FA6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73999" y="3560763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5" name="Line 229">
            <a:extLst>
              <a:ext uri="{FF2B5EF4-FFF2-40B4-BE49-F238E27FC236}">
                <a16:creationId xmlns:a16="http://schemas.microsoft.com/office/drawing/2014/main" id="{8A0F02EA-089D-6AA0-9959-DE975F54047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1562" y="3560763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7" name="Line 233">
            <a:extLst>
              <a:ext uri="{FF2B5EF4-FFF2-40B4-BE49-F238E27FC236}">
                <a16:creationId xmlns:a16="http://schemas.microsoft.com/office/drawing/2014/main" id="{6458C31D-EEB6-F5E5-45F4-3AB7F6FBA9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99288" y="2870994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29" name="Line 234">
            <a:extLst>
              <a:ext uri="{FF2B5EF4-FFF2-40B4-BE49-F238E27FC236}">
                <a16:creationId xmlns:a16="http://schemas.microsoft.com/office/drawing/2014/main" id="{43CEF855-234D-65F7-22B2-9810EBCAD26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94413" y="2870994"/>
            <a:ext cx="893763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9" name="Line 228">
            <a:extLst>
              <a:ext uri="{FF2B5EF4-FFF2-40B4-BE49-F238E27FC236}">
                <a16:creationId xmlns:a16="http://schemas.microsoft.com/office/drawing/2014/main" id="{272FB5D9-D9F2-5859-BE31-146B1F6421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73774" y="357326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1" name="Line 229">
            <a:extLst>
              <a:ext uri="{FF2B5EF4-FFF2-40B4-BE49-F238E27FC236}">
                <a16:creationId xmlns:a16="http://schemas.microsoft.com/office/drawing/2014/main" id="{DB7AAF84-F4E9-814C-9F5A-94272FA3751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21337" y="3573265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3" name="Line 223">
            <a:extLst>
              <a:ext uri="{FF2B5EF4-FFF2-40B4-BE49-F238E27FC236}">
                <a16:creationId xmlns:a16="http://schemas.microsoft.com/office/drawing/2014/main" id="{34CF702B-4B40-1F97-E0F5-761C5FC802A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0769" y="423862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5" name="Line 224">
            <a:extLst>
              <a:ext uri="{FF2B5EF4-FFF2-40B4-BE49-F238E27FC236}">
                <a16:creationId xmlns:a16="http://schemas.microsoft.com/office/drawing/2014/main" id="{BADAA11E-BE23-C63E-1083-301A4BA3B8B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3757" y="4238625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7" name="Line 223">
            <a:extLst>
              <a:ext uri="{FF2B5EF4-FFF2-40B4-BE49-F238E27FC236}">
                <a16:creationId xmlns:a16="http://schemas.microsoft.com/office/drawing/2014/main" id="{09E04212-66F7-7074-ED42-0587348F6E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57850" y="425767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49" name="Line 224">
            <a:extLst>
              <a:ext uri="{FF2B5EF4-FFF2-40B4-BE49-F238E27FC236}">
                <a16:creationId xmlns:a16="http://schemas.microsoft.com/office/drawing/2014/main" id="{E89B32C8-DD82-AC67-5380-0A14285E055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30838" y="4257675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1" name="Line 238">
            <a:extLst>
              <a:ext uri="{FF2B5EF4-FFF2-40B4-BE49-F238E27FC236}">
                <a16:creationId xmlns:a16="http://schemas.microsoft.com/office/drawing/2014/main" id="{72C497E9-5A5C-9F82-F414-95D67A88E5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97475" y="2153443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3" name="Line 239">
            <a:extLst>
              <a:ext uri="{FF2B5EF4-FFF2-40B4-BE49-F238E27FC236}">
                <a16:creationId xmlns:a16="http://schemas.microsoft.com/office/drawing/2014/main" id="{D5067A67-2406-8C8C-11C2-B34DB16B357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89313" y="2153443"/>
            <a:ext cx="1797050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" name="Line 233">
            <a:extLst>
              <a:ext uri="{FF2B5EF4-FFF2-40B4-BE49-F238E27FC236}">
                <a16:creationId xmlns:a16="http://schemas.microsoft.com/office/drawing/2014/main" id="{A359FEF2-C510-203A-0010-B825BBB5390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38513" y="289763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" name="Line 234">
            <a:extLst>
              <a:ext uri="{FF2B5EF4-FFF2-40B4-BE49-F238E27FC236}">
                <a16:creationId xmlns:a16="http://schemas.microsoft.com/office/drawing/2014/main" id="{63F87310-5FBE-482F-245D-08252588F3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33638" y="2897635"/>
            <a:ext cx="893763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" name="Line 228">
            <a:extLst>
              <a:ext uri="{FF2B5EF4-FFF2-40B4-BE49-F238E27FC236}">
                <a16:creationId xmlns:a16="http://schemas.microsoft.com/office/drawing/2014/main" id="{1A86E622-04AC-165E-2166-CD86A8DF81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54274" y="3564756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" name="Line 229">
            <a:extLst>
              <a:ext uri="{FF2B5EF4-FFF2-40B4-BE49-F238E27FC236}">
                <a16:creationId xmlns:a16="http://schemas.microsoft.com/office/drawing/2014/main" id="{F18446D3-4BF4-F88B-61FB-7CA5412A04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01837" y="3564756"/>
            <a:ext cx="442912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3" name="Line 223">
            <a:extLst>
              <a:ext uri="{FF2B5EF4-FFF2-40B4-BE49-F238E27FC236}">
                <a16:creationId xmlns:a16="http://schemas.microsoft.com/office/drawing/2014/main" id="{0DFE6D42-CC7C-4B96-9A28-5AEF6E96F06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28825" y="4238625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53" name="Line 224">
            <a:extLst>
              <a:ext uri="{FF2B5EF4-FFF2-40B4-BE49-F238E27FC236}">
                <a16:creationId xmlns:a16="http://schemas.microsoft.com/office/drawing/2014/main" id="{602A2DAC-BC1B-9C92-018B-E35169866AA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801813" y="4238625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55" name="Line 223">
            <a:extLst>
              <a:ext uri="{FF2B5EF4-FFF2-40B4-BE49-F238E27FC236}">
                <a16:creationId xmlns:a16="http://schemas.microsoft.com/office/drawing/2014/main" id="{40C05376-31C0-F6C6-19C3-0A575EFC62D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74000" y="4194969"/>
            <a:ext cx="1588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3357" name="Line 224">
            <a:extLst>
              <a:ext uri="{FF2B5EF4-FFF2-40B4-BE49-F238E27FC236}">
                <a16:creationId xmlns:a16="http://schemas.microsoft.com/office/drawing/2014/main" id="{CF084075-F20B-E64E-5E97-C1742BAA06E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46988" y="4194969"/>
            <a:ext cx="217487" cy="612775"/>
          </a:xfrm>
          <a:prstGeom prst="line">
            <a:avLst/>
          </a:prstGeom>
          <a:noFill/>
          <a:ln w="17640" cap="flat">
            <a:solidFill>
              <a:srgbClr val="3F7D2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C5ACFA-4820-19EE-99E3-E49BB45D3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WaveNet</a:t>
            </a:r>
            <a:r>
              <a:rPr lang="en-GB" dirty="0"/>
              <a:t> is causal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4E48C9-8D34-F4E1-DA8F-7CEF2389AC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23836" cy="4481511"/>
          </a:xfrm>
        </p:spPr>
        <p:txBody>
          <a:bodyPr>
            <a:normAutofit/>
          </a:bodyPr>
          <a:lstStyle/>
          <a:p>
            <a:r>
              <a:rPr lang="en-GB" dirty="0"/>
              <a:t>For an output at time t, </a:t>
            </a:r>
            <a:r>
              <a:rPr lang="en-GB" dirty="0" err="1"/>
              <a:t>WaveNet</a:t>
            </a:r>
            <a:r>
              <a:rPr lang="en-GB" dirty="0"/>
              <a:t> uses only information from the present and past.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past                              now</a:t>
            </a:r>
          </a:p>
          <a:p>
            <a:r>
              <a:rPr lang="en-GB" dirty="0"/>
              <a:t>x[t−R+1] ... x[t−2] x[t−1] x[t]</a:t>
            </a:r>
          </a:p>
          <a:p>
            <a:r>
              <a:rPr lang="en-GB" dirty="0"/>
              <a:t>        └──── receptive field ────┘</a:t>
            </a:r>
          </a:p>
          <a:p>
            <a:r>
              <a:rPr lang="en-GB" dirty="0"/>
              <a:t>                         ↓</a:t>
            </a:r>
          </a:p>
          <a:p>
            <a:r>
              <a:rPr lang="en-GB" dirty="0"/>
              <a:t>                     output[t]</a:t>
            </a:r>
          </a:p>
          <a:p>
            <a:r>
              <a:rPr lang="en-GB" dirty="0"/>
              <a:t>No future observation:</a:t>
            </a:r>
          </a:p>
          <a:p>
            <a:r>
              <a:rPr lang="en-GB" dirty="0"/>
              <a:t>x[t+1], x[t+2], ...</a:t>
            </a:r>
          </a:p>
          <a:p>
            <a:r>
              <a:rPr lang="en-GB" dirty="0"/>
              <a:t>is used.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2B7E63-241E-1DBD-467E-3EF9E3381A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01170" y="2174878"/>
            <a:ext cx="6225730" cy="4354511"/>
          </a:xfrm>
        </p:spPr>
        <p:txBody>
          <a:bodyPr>
            <a:normAutofit/>
          </a:bodyPr>
          <a:lstStyle/>
          <a:p>
            <a:r>
              <a:rPr lang="en-GB" b="1" dirty="0"/>
              <a:t>Why this was important</a:t>
            </a:r>
          </a:p>
          <a:p>
            <a:r>
              <a:rPr lang="en-GB" dirty="0"/>
              <a:t>For sequential generation, the next value must be produced without seeing future outputs.</a:t>
            </a:r>
          </a:p>
          <a:p>
            <a:r>
              <a:rPr lang="en-GB" dirty="0"/>
              <a:t>The same principle is useful for:</a:t>
            </a:r>
          </a:p>
          <a:p>
            <a:pPr lvl="1"/>
            <a:r>
              <a:rPr lang="en-GB" dirty="0"/>
              <a:t>forecasting; </a:t>
            </a:r>
          </a:p>
          <a:p>
            <a:pPr lvl="1"/>
            <a:r>
              <a:rPr lang="en-GB" dirty="0"/>
              <a:t>online monitoring; </a:t>
            </a:r>
          </a:p>
          <a:p>
            <a:pPr lvl="1"/>
            <a:r>
              <a:rPr lang="en-GB" dirty="0"/>
              <a:t>streaming sequence modelling. </a:t>
            </a:r>
          </a:p>
          <a:p>
            <a:endParaRPr lang="en-GB" b="1" dirty="0"/>
          </a:p>
          <a:p>
            <a:r>
              <a:rPr lang="en-GB" b="1" dirty="0"/>
              <a:t>Important distinction</a:t>
            </a:r>
          </a:p>
          <a:p>
            <a:r>
              <a:rPr lang="en-GB" dirty="0"/>
              <a:t>Causality comes from the convolutional connectivity.</a:t>
            </a:r>
          </a:p>
          <a:p>
            <a:r>
              <a:rPr lang="en-GB" dirty="0"/>
              <a:t>Dilation only increases the spacing and receptive field.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5196963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 err="1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 </a:t>
            </a:r>
            <a:r>
              <a:rPr lang="en-US" sz="3000" b="1" dirty="0">
                <a:solidFill>
                  <a:srgbClr val="0F172A"/>
                </a:solidFill>
                <a:latin typeface="Aptos Display"/>
                <a:ea typeface="Aptos Display"/>
              </a:rPr>
              <a:t>i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s causal</a:t>
            </a:r>
            <a:endParaRPr lang="it-IT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The receptive field extends only into the past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1005840" y="2743200"/>
            <a:ext cx="89611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96912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4"/>
          <p:cNvSpPr/>
          <p:nvPr/>
        </p:nvSpPr>
        <p:spPr>
          <a:xfrm>
            <a:off x="8229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5"/>
          <p:cNvSpPr/>
          <p:nvPr/>
        </p:nvSpPr>
        <p:spPr>
          <a:xfrm>
            <a:off x="15292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3831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20894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19432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9"/>
          <p:cNvSpPr/>
          <p:nvPr/>
        </p:nvSpPr>
        <p:spPr>
          <a:xfrm>
            <a:off x="264960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0"/>
          <p:cNvSpPr/>
          <p:nvPr/>
        </p:nvSpPr>
        <p:spPr>
          <a:xfrm>
            <a:off x="25030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1"/>
          <p:cNvSpPr/>
          <p:nvPr/>
        </p:nvSpPr>
        <p:spPr>
          <a:xfrm>
            <a:off x="320940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306324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376956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362340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5"/>
          <p:cNvSpPr/>
          <p:nvPr/>
        </p:nvSpPr>
        <p:spPr>
          <a:xfrm>
            <a:off x="432972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41835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t-10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7"/>
          <p:cNvSpPr/>
          <p:nvPr/>
        </p:nvSpPr>
        <p:spPr>
          <a:xfrm>
            <a:off x="48898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8"/>
          <p:cNvSpPr/>
          <p:nvPr/>
        </p:nvSpPr>
        <p:spPr>
          <a:xfrm>
            <a:off x="47433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t-9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9"/>
          <p:cNvSpPr/>
          <p:nvPr/>
        </p:nvSpPr>
        <p:spPr>
          <a:xfrm>
            <a:off x="54496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0"/>
          <p:cNvSpPr/>
          <p:nvPr/>
        </p:nvSpPr>
        <p:spPr>
          <a:xfrm>
            <a:off x="53035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t-8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1"/>
          <p:cNvSpPr/>
          <p:nvPr/>
        </p:nvSpPr>
        <p:spPr>
          <a:xfrm>
            <a:off x="60098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2"/>
          <p:cNvSpPr/>
          <p:nvPr/>
        </p:nvSpPr>
        <p:spPr>
          <a:xfrm>
            <a:off x="58636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t-7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3"/>
          <p:cNvSpPr/>
          <p:nvPr/>
        </p:nvSpPr>
        <p:spPr>
          <a:xfrm>
            <a:off x="657000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4"/>
          <p:cNvSpPr/>
          <p:nvPr/>
        </p:nvSpPr>
        <p:spPr>
          <a:xfrm>
            <a:off x="642384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t-6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5"/>
          <p:cNvSpPr/>
          <p:nvPr/>
        </p:nvSpPr>
        <p:spPr>
          <a:xfrm>
            <a:off x="713016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6"/>
          <p:cNvSpPr/>
          <p:nvPr/>
        </p:nvSpPr>
        <p:spPr>
          <a:xfrm>
            <a:off x="698364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7"/>
          <p:cNvSpPr/>
          <p:nvPr/>
        </p:nvSpPr>
        <p:spPr>
          <a:xfrm>
            <a:off x="768996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8"/>
          <p:cNvSpPr/>
          <p:nvPr/>
        </p:nvSpPr>
        <p:spPr>
          <a:xfrm>
            <a:off x="754380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9"/>
          <p:cNvSpPr/>
          <p:nvPr/>
        </p:nvSpPr>
        <p:spPr>
          <a:xfrm>
            <a:off x="825012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0"/>
          <p:cNvSpPr/>
          <p:nvPr/>
        </p:nvSpPr>
        <p:spPr>
          <a:xfrm>
            <a:off x="810396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1"/>
          <p:cNvSpPr/>
          <p:nvPr/>
        </p:nvSpPr>
        <p:spPr>
          <a:xfrm>
            <a:off x="881028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2"/>
          <p:cNvSpPr/>
          <p:nvPr/>
        </p:nvSpPr>
        <p:spPr>
          <a:xfrm>
            <a:off x="86641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3"/>
          <p:cNvSpPr/>
          <p:nvPr/>
        </p:nvSpPr>
        <p:spPr>
          <a:xfrm>
            <a:off x="93704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34"/>
          <p:cNvSpPr/>
          <p:nvPr/>
        </p:nvSpPr>
        <p:spPr>
          <a:xfrm>
            <a:off x="922392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t-1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35"/>
          <p:cNvSpPr/>
          <p:nvPr/>
        </p:nvSpPr>
        <p:spPr>
          <a:xfrm>
            <a:off x="9930240" y="27064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6"/>
          <p:cNvSpPr/>
          <p:nvPr/>
        </p:nvSpPr>
        <p:spPr>
          <a:xfrm>
            <a:off x="9784080" y="285300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7"/>
          <p:cNvSpPr/>
          <p:nvPr/>
        </p:nvSpPr>
        <p:spPr>
          <a:xfrm>
            <a:off x="2103120" y="2240280"/>
            <a:ext cx="7818120" cy="360"/>
          </a:xfrm>
          <a:prstGeom prst="line">
            <a:avLst/>
          </a:prstGeom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38"/>
          <p:cNvSpPr/>
          <p:nvPr/>
        </p:nvSpPr>
        <p:spPr>
          <a:xfrm>
            <a:off x="2103120" y="2240280"/>
            <a:ext cx="360" cy="274320"/>
          </a:xfrm>
          <a:prstGeom prst="line">
            <a:avLst/>
          </a:prstGeom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39"/>
          <p:cNvSpPr/>
          <p:nvPr/>
        </p:nvSpPr>
        <p:spPr>
          <a:xfrm>
            <a:off x="9921240" y="2240280"/>
            <a:ext cx="360" cy="274320"/>
          </a:xfrm>
          <a:prstGeom prst="line">
            <a:avLst/>
          </a:prstGeom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40"/>
          <p:cNvSpPr/>
          <p:nvPr/>
        </p:nvSpPr>
        <p:spPr>
          <a:xfrm>
            <a:off x="3931920" y="1874520"/>
            <a:ext cx="2742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causal receptive field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41"/>
          <p:cNvSpPr/>
          <p:nvPr/>
        </p:nvSpPr>
        <p:spPr>
          <a:xfrm>
            <a:off x="9966960" y="2103120"/>
            <a:ext cx="360" cy="1280160"/>
          </a:xfrm>
          <a:prstGeom prst="line">
            <a:avLst/>
          </a:prstGeom>
          <a:ln w="254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42"/>
          <p:cNvSpPr/>
          <p:nvPr/>
        </p:nvSpPr>
        <p:spPr>
          <a:xfrm>
            <a:off x="9692640" y="3474720"/>
            <a:ext cx="548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C2626"/>
                </a:solidFill>
                <a:effectLst/>
                <a:uFillTx/>
                <a:latin typeface="Aptos"/>
                <a:ea typeface="Aptos"/>
              </a:rPr>
              <a:t>now: 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3"/>
          <p:cNvSpPr/>
          <p:nvPr/>
        </p:nvSpPr>
        <p:spPr>
          <a:xfrm>
            <a:off x="2011680" y="14630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past observations are allowed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44"/>
          <p:cNvSpPr/>
          <p:nvPr/>
        </p:nvSpPr>
        <p:spPr>
          <a:xfrm>
            <a:off x="6583680" y="14630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future observations are not used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5"/>
          <p:cNvSpPr/>
          <p:nvPr/>
        </p:nvSpPr>
        <p:spPr>
          <a:xfrm>
            <a:off x="8778240" y="4114800"/>
            <a:ext cx="1188360" cy="50256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397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6"/>
          <p:cNvSpPr/>
          <p:nvPr/>
        </p:nvSpPr>
        <p:spPr>
          <a:xfrm>
            <a:off x="8823960" y="4151520"/>
            <a:ext cx="109692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7"/>
          <p:cNvSpPr/>
          <p:nvPr/>
        </p:nvSpPr>
        <p:spPr>
          <a:xfrm>
            <a:off x="7772400" y="3154680"/>
            <a:ext cx="1600200" cy="914400"/>
          </a:xfrm>
          <a:prstGeom prst="line">
            <a:avLst/>
          </a:prstGeom>
          <a:ln w="1651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sldNum" idx="7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30394B0-5435-4EF0-B739-13B9CD1AD848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AEF400-07A0-7F83-45EA-8F35BEAA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 and skip connections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5E91759-6941-7E93-BFBF-C2CC968229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15900" y="1768495"/>
            <a:ext cx="5156200" cy="4826220"/>
          </a:xfrm>
        </p:spPr>
        <p:txBody>
          <a:bodyPr>
            <a:normAutofit fontScale="92500" lnSpcReduction="20000"/>
          </a:bodyPr>
          <a:lstStyle/>
          <a:p>
            <a:endParaRPr lang="en-GB" dirty="0"/>
          </a:p>
          <a:p>
            <a:r>
              <a:rPr lang="en-GB" b="1" dirty="0"/>
              <a:t>Residual connection</a:t>
            </a:r>
          </a:p>
          <a:p>
            <a:r>
              <a:rPr lang="en-GB" dirty="0"/>
              <a:t>Helps propagate information through a deep stack.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block input ───────────────┐</a:t>
            </a:r>
          </a:p>
          <a:p>
            <a:r>
              <a:rPr lang="en-GB" dirty="0"/>
              <a:t>     ↓                                              │</a:t>
            </a:r>
          </a:p>
          <a:p>
            <a:r>
              <a:rPr lang="en-GB" dirty="0"/>
              <a:t>dilated transformation                   │</a:t>
            </a:r>
          </a:p>
          <a:p>
            <a:r>
              <a:rPr lang="en-GB" dirty="0"/>
              <a:t>     ↓                                              │</a:t>
            </a:r>
          </a:p>
          <a:p>
            <a:r>
              <a:rPr lang="en-GB" dirty="0"/>
              <a:t>     └───────────── +</a:t>
            </a:r>
          </a:p>
          <a:p>
            <a:r>
              <a:rPr lang="en-GB" dirty="0"/>
              <a:t>                                          ←───┘</a:t>
            </a:r>
          </a:p>
          <a:p>
            <a:r>
              <a:rPr lang="en-GB" dirty="0"/>
              <a:t>                                        ↓</a:t>
            </a:r>
          </a:p>
          <a:p>
            <a:r>
              <a:rPr lang="en-GB" dirty="0"/>
              <a:t>                                next block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CA2C66D-168C-DAB1-1444-8297A313C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1670" y="2067611"/>
            <a:ext cx="418403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Skip connection</a:t>
            </a:r>
          </a:p>
          <a:p>
            <a:r>
              <a:rPr lang="en-GB" dirty="0"/>
              <a:t>Sends information from several intermediate blocks directly toward the final output.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Block 1 ───→</a:t>
            </a:r>
          </a:p>
          <a:p>
            <a:r>
              <a:rPr lang="en-GB" dirty="0"/>
              <a:t>Block 2 ───→</a:t>
            </a:r>
          </a:p>
          <a:p>
            <a:r>
              <a:rPr lang="en-GB" dirty="0"/>
              <a:t>Block 3 ───→ combine → output</a:t>
            </a:r>
          </a:p>
          <a:p>
            <a:r>
              <a:rPr lang="en-GB" dirty="0"/>
              <a:t>Block 4 ───→</a:t>
            </a:r>
          </a:p>
          <a:p>
            <a:r>
              <a:rPr lang="en-GB" b="1" dirty="0"/>
              <a:t>Purpose</a:t>
            </a:r>
          </a:p>
          <a:p>
            <a:r>
              <a:rPr lang="en-GB" dirty="0"/>
              <a:t>Skip connections allow features learned at several temporal scales to contribute directly to prediction.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00ECA2-FEBF-06A0-F04C-E708A4CCB9D3}"/>
              </a:ext>
            </a:extLst>
          </p:cNvPr>
          <p:cNvSpPr txBox="1"/>
          <p:nvPr/>
        </p:nvSpPr>
        <p:spPr>
          <a:xfrm>
            <a:off x="3727450" y="1399163"/>
            <a:ext cx="737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WaveNet</a:t>
            </a:r>
            <a:r>
              <a:rPr lang="en-GB" sz="1800" dirty="0"/>
              <a:t> uses both </a:t>
            </a:r>
            <a:r>
              <a:rPr lang="en-GB" sz="1800" b="1" dirty="0"/>
              <a:t>residual connections</a:t>
            </a:r>
            <a:r>
              <a:rPr lang="en-GB" sz="1800" dirty="0"/>
              <a:t> and </a:t>
            </a:r>
            <a:r>
              <a:rPr lang="en-GB" sz="1800" b="1" dirty="0"/>
              <a:t>skip connections</a:t>
            </a:r>
            <a:r>
              <a:rPr lang="en-GB" sz="1800" dirty="0"/>
              <a:t>.</a:t>
            </a:r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64607ED-A556-A806-2450-39EF757704E3}"/>
              </a:ext>
            </a:extLst>
          </p:cNvPr>
          <p:cNvSpPr txBox="1"/>
          <p:nvPr/>
        </p:nvSpPr>
        <p:spPr>
          <a:xfrm>
            <a:off x="4121150" y="5948384"/>
            <a:ext cx="7499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Residual connections support deep optimization; skip connections aggregate information from several levels of the temporal hierarchy.</a:t>
            </a:r>
          </a:p>
        </p:txBody>
      </p:sp>
    </p:spTree>
    <p:extLst>
      <p:ext uri="{BB962C8B-B14F-4D97-AF65-F5344CB8AC3E}">
        <p14:creationId xmlns:p14="http://schemas.microsoft.com/office/powerpoint/2010/main" val="2676833424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Residual and skip connections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Two paths serving different purposes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914400" y="1325880"/>
            <a:ext cx="3474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Residual connection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914400" y="1828800"/>
            <a:ext cx="127980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960120" y="1865520"/>
            <a:ext cx="11883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2834640" y="1691640"/>
            <a:ext cx="1645560" cy="731160"/>
          </a:xfrm>
          <a:prstGeom prst="roundRect">
            <a:avLst>
              <a:gd name="adj" fmla="val 10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2880360" y="1728360"/>
            <a:ext cx="15541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transformation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5120640" y="1874520"/>
            <a:ext cx="411120" cy="41112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397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5166360" y="1911240"/>
            <a:ext cx="3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+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5943600" y="1828800"/>
            <a:ext cx="118836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0"/>
          <p:cNvSpPr/>
          <p:nvPr/>
        </p:nvSpPr>
        <p:spPr>
          <a:xfrm>
            <a:off x="5989320" y="1865520"/>
            <a:ext cx="1096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next block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1"/>
          <p:cNvSpPr/>
          <p:nvPr/>
        </p:nvSpPr>
        <p:spPr>
          <a:xfrm>
            <a:off x="2194560" y="205740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2"/>
          <p:cNvSpPr/>
          <p:nvPr/>
        </p:nvSpPr>
        <p:spPr>
          <a:xfrm>
            <a:off x="4480560" y="205740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5532120" y="2057400"/>
            <a:ext cx="4114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4"/>
          <p:cNvSpPr/>
          <p:nvPr/>
        </p:nvSpPr>
        <p:spPr>
          <a:xfrm>
            <a:off x="2194560" y="2057400"/>
            <a:ext cx="360" cy="914400"/>
          </a:xfrm>
          <a:prstGeom prst="line">
            <a:avLst/>
          </a:prstGeom>
          <a:ln w="1778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5"/>
          <p:cNvSpPr/>
          <p:nvPr/>
        </p:nvSpPr>
        <p:spPr>
          <a:xfrm>
            <a:off x="2194560" y="2971800"/>
            <a:ext cx="3126960" cy="360"/>
          </a:xfrm>
          <a:prstGeom prst="line">
            <a:avLst/>
          </a:prstGeom>
          <a:ln w="1778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6"/>
          <p:cNvSpPr/>
          <p:nvPr/>
        </p:nvSpPr>
        <p:spPr>
          <a:xfrm flipV="1">
            <a:off x="5321520" y="2304000"/>
            <a:ext cx="360" cy="667800"/>
          </a:xfrm>
          <a:prstGeom prst="line">
            <a:avLst/>
          </a:prstGeom>
          <a:ln w="1778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7"/>
          <p:cNvSpPr/>
          <p:nvPr/>
        </p:nvSpPr>
        <p:spPr>
          <a:xfrm>
            <a:off x="1188720" y="3383280"/>
            <a:ext cx="5211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helps deep optimization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8"/>
          <p:cNvSpPr/>
          <p:nvPr/>
        </p:nvSpPr>
        <p:spPr>
          <a:xfrm>
            <a:off x="7544160" y="251206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Skip connections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9"/>
          <p:cNvSpPr/>
          <p:nvPr/>
        </p:nvSpPr>
        <p:spPr>
          <a:xfrm>
            <a:off x="7635600" y="28321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20"/>
          <p:cNvSpPr/>
          <p:nvPr/>
        </p:nvSpPr>
        <p:spPr>
          <a:xfrm>
            <a:off x="7681320" y="28688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1"/>
          <p:cNvSpPr/>
          <p:nvPr/>
        </p:nvSpPr>
        <p:spPr>
          <a:xfrm>
            <a:off x="8732880" y="3037660"/>
            <a:ext cx="1005840" cy="89172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2"/>
          <p:cNvSpPr/>
          <p:nvPr/>
        </p:nvSpPr>
        <p:spPr>
          <a:xfrm>
            <a:off x="7635600" y="35179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3"/>
          <p:cNvSpPr/>
          <p:nvPr/>
        </p:nvSpPr>
        <p:spPr>
          <a:xfrm>
            <a:off x="7681320" y="35546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4"/>
          <p:cNvSpPr/>
          <p:nvPr/>
        </p:nvSpPr>
        <p:spPr>
          <a:xfrm>
            <a:off x="8732880" y="3723460"/>
            <a:ext cx="1005840" cy="20592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25"/>
          <p:cNvSpPr/>
          <p:nvPr/>
        </p:nvSpPr>
        <p:spPr>
          <a:xfrm>
            <a:off x="7635600" y="42037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6"/>
          <p:cNvSpPr/>
          <p:nvPr/>
        </p:nvSpPr>
        <p:spPr>
          <a:xfrm>
            <a:off x="7681320" y="42404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7"/>
          <p:cNvSpPr/>
          <p:nvPr/>
        </p:nvSpPr>
        <p:spPr>
          <a:xfrm flipV="1">
            <a:off x="8732880" y="3929380"/>
            <a:ext cx="1005840" cy="47988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8"/>
          <p:cNvSpPr/>
          <p:nvPr/>
        </p:nvSpPr>
        <p:spPr>
          <a:xfrm>
            <a:off x="7635600" y="4889500"/>
            <a:ext cx="1096920" cy="411120"/>
          </a:xfrm>
          <a:prstGeom prst="roundRect">
            <a:avLst>
              <a:gd name="adj" fmla="val 1777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9"/>
          <p:cNvSpPr/>
          <p:nvPr/>
        </p:nvSpPr>
        <p:spPr>
          <a:xfrm>
            <a:off x="7681320" y="4926220"/>
            <a:ext cx="100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4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30"/>
          <p:cNvSpPr/>
          <p:nvPr/>
        </p:nvSpPr>
        <p:spPr>
          <a:xfrm flipV="1">
            <a:off x="8732880" y="3929380"/>
            <a:ext cx="1005840" cy="116568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1"/>
          <p:cNvSpPr/>
          <p:nvPr/>
        </p:nvSpPr>
        <p:spPr>
          <a:xfrm>
            <a:off x="9784440" y="3609340"/>
            <a:ext cx="1005480" cy="63972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2"/>
          <p:cNvSpPr/>
          <p:nvPr/>
        </p:nvSpPr>
        <p:spPr>
          <a:xfrm>
            <a:off x="9830160" y="3646060"/>
            <a:ext cx="9140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combine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33"/>
          <p:cNvSpPr/>
          <p:nvPr/>
        </p:nvSpPr>
        <p:spPr>
          <a:xfrm>
            <a:off x="9875880" y="4843780"/>
            <a:ext cx="82260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34"/>
          <p:cNvSpPr/>
          <p:nvPr/>
        </p:nvSpPr>
        <p:spPr>
          <a:xfrm>
            <a:off x="9921600" y="4880500"/>
            <a:ext cx="7311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35"/>
          <p:cNvSpPr/>
          <p:nvPr/>
        </p:nvSpPr>
        <p:spPr>
          <a:xfrm>
            <a:off x="10287360" y="4249420"/>
            <a:ext cx="360" cy="594360"/>
          </a:xfrm>
          <a:prstGeom prst="line">
            <a:avLst/>
          </a:prstGeom>
          <a:ln w="1524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36"/>
          <p:cNvSpPr/>
          <p:nvPr/>
        </p:nvSpPr>
        <p:spPr>
          <a:xfrm>
            <a:off x="7498620" y="5552620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aggregates multiple temporal scales</a:t>
            </a:r>
            <a:endParaRPr lang="it-IT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sldNum" idx="8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E2F45BF-C293-43B9-996B-AC35468181B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Shape 13">
            <a:extLst>
              <a:ext uri="{FF2B5EF4-FFF2-40B4-BE49-F238E27FC236}">
                <a16:creationId xmlns:a16="http://schemas.microsoft.com/office/drawing/2014/main" id="{8842D748-0C63-578A-7E52-66D44B08E396}"/>
              </a:ext>
            </a:extLst>
          </p:cNvPr>
          <p:cNvSpPr/>
          <p:nvPr/>
        </p:nvSpPr>
        <p:spPr>
          <a:xfrm>
            <a:off x="8123280" y="246670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3">
            <a:extLst>
              <a:ext uri="{FF2B5EF4-FFF2-40B4-BE49-F238E27FC236}">
                <a16:creationId xmlns:a16="http://schemas.microsoft.com/office/drawing/2014/main" id="{FFF76868-454D-8071-A934-F585F838E5D3}"/>
              </a:ext>
            </a:extLst>
          </p:cNvPr>
          <p:cNvSpPr/>
          <p:nvPr/>
        </p:nvSpPr>
        <p:spPr>
          <a:xfrm>
            <a:off x="8130900" y="320686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D3526DE4-D929-5752-210B-978DBA54E1C6}"/>
              </a:ext>
            </a:extLst>
          </p:cNvPr>
          <p:cNvSpPr/>
          <p:nvPr/>
        </p:nvSpPr>
        <p:spPr>
          <a:xfrm>
            <a:off x="8130900" y="389266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61B6B2E-5FD5-5733-791B-36492C4C3672}"/>
              </a:ext>
            </a:extLst>
          </p:cNvPr>
          <p:cNvSpPr/>
          <p:nvPr/>
        </p:nvSpPr>
        <p:spPr>
          <a:xfrm>
            <a:off x="8130900" y="4515100"/>
            <a:ext cx="0" cy="41112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39E1A6-CF8E-3157-B832-BFB3CED5A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Gated activation inside </a:t>
            </a:r>
            <a:r>
              <a:rPr lang="en-GB" dirty="0" err="1"/>
              <a:t>WaveNet</a:t>
            </a:r>
            <a:r>
              <a:rPr lang="en-GB" dirty="0"/>
              <a:t> blocks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030905-6872-60FB-F682-E02BF80E41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err="1"/>
              <a:t>WaveNet</a:t>
            </a:r>
            <a:r>
              <a:rPr lang="en-GB" dirty="0"/>
              <a:t> also uses gated nonlinear transformations.</a:t>
            </a:r>
          </a:p>
          <a:p>
            <a:r>
              <a:rPr lang="en-GB" dirty="0"/>
              <a:t>A simplified conceptual form is:</a:t>
            </a:r>
          </a:p>
          <a:p>
            <a:r>
              <a:rPr lang="en-GB" dirty="0"/>
              <a:t>tanh transformation</a:t>
            </a:r>
          </a:p>
          <a:p>
            <a:r>
              <a:rPr lang="en-GB" dirty="0"/>
              <a:t>        ×</a:t>
            </a:r>
          </a:p>
          <a:p>
            <a:r>
              <a:rPr lang="en-GB" dirty="0"/>
              <a:t>sigmoid gate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gated activation</a:t>
            </a:r>
          </a:p>
          <a:p>
            <a:r>
              <a:rPr lang="en-GB" dirty="0"/>
              <a:t>This allows the block to control how strongly a learned temporal feature is propagated.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3C5A26F-AF40-406C-9BE3-A0FAACE9D5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Important distinction</a:t>
            </a:r>
          </a:p>
          <a:p>
            <a:r>
              <a:rPr lang="en-GB" dirty="0"/>
              <a:t>This gating is different from an LSTM or GRU.</a:t>
            </a:r>
          </a:p>
          <a:p>
            <a:r>
              <a:rPr lang="en-GB" dirty="0" err="1"/>
              <a:t>WaveNet</a:t>
            </a:r>
            <a:r>
              <a:rPr lang="en-GB" dirty="0"/>
              <a:t> does not maintain:</a:t>
            </a:r>
          </a:p>
          <a:p>
            <a:pPr lvl="1"/>
            <a:r>
              <a:rPr lang="en-GB" dirty="0"/>
              <a:t>recurrent hidden state; </a:t>
            </a:r>
          </a:p>
          <a:p>
            <a:pPr lvl="1"/>
            <a:r>
              <a:rPr lang="en-GB" dirty="0"/>
              <a:t>recurrent cell state. </a:t>
            </a:r>
          </a:p>
          <a:p>
            <a:r>
              <a:rPr lang="en-GB" dirty="0"/>
              <a:t>The gate operates inside a convolutional block.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7213394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Gated activation inside a </a:t>
            </a:r>
            <a:r>
              <a:rPr lang="en-US" sz="3000" b="1" u="none" strike="noStrike" dirty="0" err="1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 block</a:t>
            </a:r>
            <a:endParaRPr lang="it-IT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convolutional gate, not a recurrent memory gate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"/>
          <p:cNvSpPr/>
          <p:nvPr/>
        </p:nvSpPr>
        <p:spPr>
          <a:xfrm>
            <a:off x="914400" y="2743200"/>
            <a:ext cx="123408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960120" y="2779920"/>
            <a:ext cx="114264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block 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"/>
          <p:cNvSpPr/>
          <p:nvPr/>
        </p:nvSpPr>
        <p:spPr>
          <a:xfrm>
            <a:off x="2834640" y="187452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5"/>
          <p:cNvSpPr/>
          <p:nvPr/>
        </p:nvSpPr>
        <p:spPr>
          <a:xfrm>
            <a:off x="2880360" y="191124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tanh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transformation</a:t>
            </a:r>
            <a:endParaRPr lang="it-I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6"/>
          <p:cNvSpPr/>
          <p:nvPr/>
        </p:nvSpPr>
        <p:spPr>
          <a:xfrm>
            <a:off x="2834640" y="352044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7"/>
          <p:cNvSpPr/>
          <p:nvPr/>
        </p:nvSpPr>
        <p:spPr>
          <a:xfrm>
            <a:off x="2880360" y="355716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sigmoid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gate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8"/>
          <p:cNvSpPr/>
          <p:nvPr/>
        </p:nvSpPr>
        <p:spPr>
          <a:xfrm>
            <a:off x="5212080" y="2743200"/>
            <a:ext cx="502560" cy="50256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397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9"/>
          <p:cNvSpPr/>
          <p:nvPr/>
        </p:nvSpPr>
        <p:spPr>
          <a:xfrm>
            <a:off x="5257800" y="2779920"/>
            <a:ext cx="41112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×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10"/>
          <p:cNvSpPr/>
          <p:nvPr/>
        </p:nvSpPr>
        <p:spPr>
          <a:xfrm>
            <a:off x="6400800" y="26517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1"/>
          <p:cNvSpPr/>
          <p:nvPr/>
        </p:nvSpPr>
        <p:spPr>
          <a:xfrm>
            <a:off x="6446520" y="268848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gated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activation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2"/>
          <p:cNvSpPr/>
          <p:nvPr/>
        </p:nvSpPr>
        <p:spPr>
          <a:xfrm>
            <a:off x="8869680" y="26517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3"/>
          <p:cNvSpPr/>
          <p:nvPr/>
        </p:nvSpPr>
        <p:spPr>
          <a:xfrm>
            <a:off x="8915400" y="268848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residual / skip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4"/>
          <p:cNvSpPr/>
          <p:nvPr/>
        </p:nvSpPr>
        <p:spPr>
          <a:xfrm flipV="1">
            <a:off x="2148840" y="2221920"/>
            <a:ext cx="685800" cy="76788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5"/>
          <p:cNvSpPr/>
          <p:nvPr/>
        </p:nvSpPr>
        <p:spPr>
          <a:xfrm>
            <a:off x="2148840" y="2989800"/>
            <a:ext cx="685800" cy="87804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6"/>
          <p:cNvSpPr/>
          <p:nvPr/>
        </p:nvSpPr>
        <p:spPr>
          <a:xfrm>
            <a:off x="4480560" y="2221920"/>
            <a:ext cx="731520" cy="65844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17"/>
          <p:cNvSpPr/>
          <p:nvPr/>
        </p:nvSpPr>
        <p:spPr>
          <a:xfrm flipV="1">
            <a:off x="4480560" y="3136320"/>
            <a:ext cx="731520" cy="731520"/>
          </a:xfrm>
          <a:prstGeom prst="line">
            <a:avLst/>
          </a:prstGeom>
          <a:ln w="1905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8"/>
          <p:cNvSpPr/>
          <p:nvPr/>
        </p:nvSpPr>
        <p:spPr>
          <a:xfrm>
            <a:off x="5715000" y="2989800"/>
            <a:ext cx="68580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9"/>
          <p:cNvSpPr/>
          <p:nvPr/>
        </p:nvSpPr>
        <p:spPr>
          <a:xfrm>
            <a:off x="8046720" y="2989800"/>
            <a:ext cx="82296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0"/>
          <p:cNvSpPr/>
          <p:nvPr/>
        </p:nvSpPr>
        <p:spPr>
          <a:xfrm>
            <a:off x="2514600" y="14173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tanh path proposes a candidate temporal feature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1"/>
          <p:cNvSpPr/>
          <p:nvPr/>
        </p:nvSpPr>
        <p:spPr>
          <a:xfrm>
            <a:off x="2286000" y="44348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sigmoid path controls its strength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1"/>
          <p:cNvSpPr>
            <a:spLocks noGrp="1"/>
          </p:cNvSpPr>
          <p:nvPr>
            <p:ph type="sldNum" idx="9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DC59AA9-5B28-4915-A6C3-F871A14F5FDD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208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C6BB88A-B1A7-F901-3BF5-0D7B02DFCC77}"/>
              </a:ext>
            </a:extLst>
          </p:cNvPr>
          <p:cNvSpPr txBox="1"/>
          <p:nvPr/>
        </p:nvSpPr>
        <p:spPr>
          <a:xfrm>
            <a:off x="2491740" y="2553349"/>
            <a:ext cx="1361542" cy="376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A=</a:t>
            </a:r>
            <a:r>
              <a:rPr lang="en-GB" dirty="0" err="1"/>
              <a:t>W</a:t>
            </a:r>
            <a:r>
              <a:rPr lang="en-GB" baseline="-25000" dirty="0" err="1"/>
              <a:t>f</a:t>
            </a:r>
            <a:r>
              <a:rPr lang="en-GB" baseline="-25000" dirty="0"/>
              <a:t>​∗d​</a:t>
            </a:r>
            <a:r>
              <a:rPr lang="en-GB" dirty="0" err="1"/>
              <a:t>X+b</a:t>
            </a:r>
            <a:r>
              <a:rPr lang="en-GB" baseline="-25000" dirty="0" err="1"/>
              <a:t>f</a:t>
            </a:r>
            <a:r>
              <a:rPr lang="en-GB" dirty="0"/>
              <a:t>​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6EB1D8-1DED-3553-3CC8-87CAEC4C0B3B}"/>
              </a:ext>
            </a:extLst>
          </p:cNvPr>
          <p:cNvSpPr txBox="1"/>
          <p:nvPr/>
        </p:nvSpPr>
        <p:spPr>
          <a:xfrm>
            <a:off x="2087854" y="2474387"/>
            <a:ext cx="2843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X</a:t>
            </a:r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43A83B0-2CF3-7690-B43F-B4E41C38EAA6}"/>
              </a:ext>
            </a:extLst>
          </p:cNvPr>
          <p:cNvSpPr txBox="1"/>
          <p:nvPr/>
        </p:nvSpPr>
        <p:spPr>
          <a:xfrm>
            <a:off x="2444971" y="3103117"/>
            <a:ext cx="14083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B=</a:t>
            </a:r>
            <a:r>
              <a:rPr lang="en-GB" dirty="0" err="1"/>
              <a:t>W</a:t>
            </a:r>
            <a:r>
              <a:rPr lang="en-GB" baseline="-25000" dirty="0" err="1"/>
              <a:t>g∗d</a:t>
            </a:r>
            <a:r>
              <a:rPr lang="en-GB" baseline="-25000" dirty="0"/>
              <a:t>​</a:t>
            </a:r>
            <a:r>
              <a:rPr lang="en-GB" dirty="0" err="1"/>
              <a:t>X+b</a:t>
            </a:r>
            <a:r>
              <a:rPr lang="en-GB" baseline="-25000" dirty="0" err="1"/>
              <a:t>g</a:t>
            </a:r>
            <a:endParaRPr lang="en-GB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37EB69D-7FD8-1CA0-0471-4F250C0637E7}"/>
              </a:ext>
            </a:extLst>
          </p:cNvPr>
          <p:cNvSpPr txBox="1"/>
          <p:nvPr/>
        </p:nvSpPr>
        <p:spPr>
          <a:xfrm>
            <a:off x="5493660" y="2265628"/>
            <a:ext cx="1925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Z=tanh(A)⊙σ(B)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1AAED90-7C10-7164-33C8-A7D04F894553}"/>
              </a:ext>
            </a:extLst>
          </p:cNvPr>
          <p:cNvSpPr txBox="1"/>
          <p:nvPr/>
        </p:nvSpPr>
        <p:spPr>
          <a:xfrm>
            <a:off x="5714640" y="3645196"/>
            <a:ext cx="61036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Is this done step by step?</a:t>
            </a:r>
          </a:p>
          <a:p>
            <a:pPr>
              <a:buNone/>
            </a:pPr>
            <a:r>
              <a:rPr lang="en-GB" b="1" dirty="0"/>
              <a:t>Mathematically, there is a result for every time position t, but computationally it is not sequential like an RNN.</a:t>
            </a:r>
            <a:endParaRPr lang="en-GB" dirty="0"/>
          </a:p>
          <a:p>
            <a:pPr>
              <a:buNone/>
            </a:pPr>
            <a:r>
              <a:rPr lang="en-GB" dirty="0"/>
              <a:t>For a causal convolution with kernel size 2 and dilation d, for example:</a:t>
            </a:r>
          </a:p>
          <a:p>
            <a:pPr>
              <a:buNone/>
            </a:pPr>
            <a:r>
              <a:rPr lang="en-GB" dirty="0"/>
              <a:t>At​=W</a:t>
            </a:r>
            <a:r>
              <a:rPr lang="en-GB" baseline="-25000" dirty="0"/>
              <a:t>f,0</a:t>
            </a:r>
            <a:r>
              <a:rPr lang="en-GB" dirty="0"/>
              <a:t>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dirty="0"/>
              <a:t>​+W</a:t>
            </a:r>
            <a:r>
              <a:rPr lang="en-GB" baseline="-25000" dirty="0"/>
              <a:t>f,1</a:t>
            </a:r>
            <a:r>
              <a:rPr lang="en-GB" dirty="0"/>
              <a:t>​</a:t>
            </a:r>
            <a:r>
              <a:rPr lang="en-GB" dirty="0" err="1"/>
              <a:t>X</a:t>
            </a:r>
            <a:r>
              <a:rPr lang="en-GB" baseline="-25000" dirty="0" err="1"/>
              <a:t>t</a:t>
            </a:r>
            <a:r>
              <a:rPr lang="en-GB" baseline="-25000" dirty="0"/>
              <a:t>−d​</a:t>
            </a:r>
            <a:r>
              <a:rPr lang="en-GB" dirty="0"/>
              <a:t>+b</a:t>
            </a:r>
            <a:r>
              <a:rPr lang="en-GB" baseline="-25000" dirty="0"/>
              <a:t>f</a:t>
            </a:r>
            <a:r>
              <a:rPr lang="en-GB" dirty="0"/>
              <a:t>​.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62911262-01A0-7CFF-F60E-B633B95497A1}"/>
              </a:ext>
            </a:extLst>
          </p:cNvPr>
          <p:cNvSpPr txBox="1"/>
          <p:nvPr/>
        </p:nvSpPr>
        <p:spPr>
          <a:xfrm>
            <a:off x="120701" y="5093280"/>
            <a:ext cx="6103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Is it channel by channel?</a:t>
            </a:r>
          </a:p>
          <a:p>
            <a:pPr>
              <a:buNone/>
            </a:pPr>
            <a:r>
              <a:rPr lang="en-GB" dirty="0"/>
              <a:t>The final gating operation is elementwise </a:t>
            </a:r>
            <a:r>
              <a:rPr lang="en-GB" b="1" dirty="0"/>
              <a:t>per time position and output channel</a:t>
            </a:r>
            <a:r>
              <a:rPr lang="en-GB" dirty="0"/>
              <a:t>:</a:t>
            </a:r>
          </a:p>
          <a:p>
            <a:pPr>
              <a:buNone/>
            </a:pPr>
            <a:r>
              <a:rPr lang="en-GB" dirty="0" err="1"/>
              <a:t>Z</a:t>
            </a:r>
            <a:r>
              <a:rPr lang="en-GB" baseline="-25000" dirty="0" err="1"/>
              <a:t>t,c</a:t>
            </a:r>
            <a:r>
              <a:rPr lang="en-GB" dirty="0"/>
              <a:t>​=tanh(</a:t>
            </a:r>
            <a:r>
              <a:rPr lang="en-GB" dirty="0" err="1"/>
              <a:t>A</a:t>
            </a:r>
            <a:r>
              <a:rPr lang="en-GB" baseline="-25000" dirty="0" err="1"/>
              <a:t>t,c</a:t>
            </a:r>
            <a:r>
              <a:rPr lang="en-GB" baseline="-25000" dirty="0"/>
              <a:t>​</a:t>
            </a:r>
            <a:r>
              <a:rPr lang="en-GB" dirty="0"/>
              <a:t>)σ(​</a:t>
            </a:r>
            <a:r>
              <a:rPr lang="en-GB" dirty="0" err="1"/>
              <a:t>B</a:t>
            </a:r>
            <a:r>
              <a:rPr lang="en-GB" baseline="-25000" dirty="0" err="1"/>
              <a:t>t,c</a:t>
            </a:r>
            <a:r>
              <a:rPr lang="en-GB" dirty="0"/>
              <a:t>). </a:t>
            </a:r>
          </a:p>
          <a:p>
            <a:pPr>
              <a:buNone/>
            </a:pPr>
            <a:r>
              <a:rPr lang="en-GB" dirty="0"/>
              <a:t>But the convolutions themselves generally </a:t>
            </a:r>
            <a:r>
              <a:rPr lang="en-GB" b="1" dirty="0"/>
              <a:t>mix input channels</a:t>
            </a:r>
            <a:r>
              <a:rPr lang="en-GB" dirty="0"/>
              <a:t>.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E044B39-3B22-BD0F-1E6E-598A74AB42E4}"/>
              </a:ext>
            </a:extLst>
          </p:cNvPr>
          <p:cNvSpPr txBox="1"/>
          <p:nvPr/>
        </p:nvSpPr>
        <p:spPr>
          <a:xfrm>
            <a:off x="342900" y="3882714"/>
            <a:ext cx="1645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dilated causal Conv1D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F7767DD-E350-C880-F728-2D88699FEA1B}"/>
              </a:ext>
            </a:extLst>
          </p:cNvPr>
          <p:cNvCxnSpPr>
            <a:cxnSpLocks/>
          </p:cNvCxnSpPr>
          <p:nvPr/>
        </p:nvCxnSpPr>
        <p:spPr>
          <a:xfrm flipV="1">
            <a:off x="1303020" y="2930075"/>
            <a:ext cx="1577340" cy="10416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DB18EB93-27C3-4A60-3988-E7CF7C2CD07C}"/>
              </a:ext>
            </a:extLst>
          </p:cNvPr>
          <p:cNvCxnSpPr>
            <a:cxnSpLocks/>
          </p:cNvCxnSpPr>
          <p:nvPr/>
        </p:nvCxnSpPr>
        <p:spPr>
          <a:xfrm flipV="1">
            <a:off x="1359990" y="3433110"/>
            <a:ext cx="1365379" cy="5480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3C08E0-2B22-1D4D-905E-EFC879F07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F172A"/>
                </a:solidFill>
                <a:latin typeface="Aptos Display"/>
                <a:ea typeface="Aptos Display"/>
              </a:rPr>
              <a:t>Gated activation inside a </a:t>
            </a:r>
            <a:r>
              <a:rPr lang="en-US" b="1" dirty="0" err="1">
                <a:solidFill>
                  <a:srgbClr val="0F172A"/>
                </a:solidFill>
                <a:latin typeface="Aptos Display"/>
                <a:ea typeface="Aptos Display"/>
              </a:rPr>
              <a:t>WaveNet</a:t>
            </a:r>
            <a:r>
              <a:rPr lang="en-US" b="1" dirty="0">
                <a:solidFill>
                  <a:srgbClr val="0F172A"/>
                </a:solidFill>
                <a:latin typeface="Aptos Display"/>
                <a:ea typeface="Aptos Display"/>
              </a:rPr>
              <a:t> block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6099E4-10F2-CF8D-4A26-89D762A43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So, time + channel mixing by convolution​ </a:t>
            </a:r>
          </a:p>
          <a:p>
            <a:r>
              <a:rPr lang="en-GB" dirty="0"/>
              <a:t>followed by:</a:t>
            </a:r>
          </a:p>
          <a:p>
            <a:r>
              <a:rPr lang="en-GB" dirty="0"/>
              <a:t>elementwise tanh × sigmoid gating​. </a:t>
            </a:r>
          </a:p>
          <a:p>
            <a:r>
              <a:rPr lang="en-GB" dirty="0"/>
              <a:t>Finally, Z usually feeds two 1×1 convolutions:</a:t>
            </a:r>
          </a:p>
          <a:p>
            <a:r>
              <a:rPr lang="en-GB" dirty="0"/>
              <a:t>Z→{residual branch​→next  </a:t>
            </a:r>
            <a:r>
              <a:rPr lang="en-GB" dirty="0" err="1"/>
              <a:t>WaveNet</a:t>
            </a:r>
            <a:r>
              <a:rPr lang="en-GB" dirty="0"/>
              <a:t> block</a:t>
            </a:r>
          </a:p>
          <a:p>
            <a:r>
              <a:rPr lang="en-GB" dirty="0"/>
              <a:t>      {skip </a:t>
            </a:r>
            <a:r>
              <a:rPr lang="en-GB" dirty="0" err="1"/>
              <a:t>branch→final</a:t>
            </a:r>
            <a:r>
              <a:rPr lang="en-GB" dirty="0"/>
              <a:t> output network​ </a:t>
            </a:r>
          </a:p>
          <a:p>
            <a:r>
              <a:rPr lang="en-GB" dirty="0"/>
              <a:t>and the residual branch is actually added back to the block input:</a:t>
            </a:r>
          </a:p>
          <a:p>
            <a:pPr lvl="1"/>
            <a:r>
              <a:rPr lang="en-GB" dirty="0" err="1"/>
              <a:t>Xnext</a:t>
            </a:r>
            <a:r>
              <a:rPr lang="en-GB" dirty="0"/>
              <a:t>​=X+R(Z).</a:t>
            </a:r>
          </a:p>
        </p:txBody>
      </p:sp>
    </p:spTree>
    <p:extLst>
      <p:ext uri="{BB962C8B-B14F-4D97-AF65-F5344CB8AC3E}">
        <p14:creationId xmlns:p14="http://schemas.microsoft.com/office/powerpoint/2010/main" val="124712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FE1E55-1CF1-F8C9-5E5B-13A3C3101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</a:t>
            </a:r>
            <a:r>
              <a:rPr lang="en-GB" dirty="0" err="1"/>
              <a:t>WaveNet</a:t>
            </a:r>
            <a:r>
              <a:rPr lang="en-GB" dirty="0"/>
              <a:t> contributes conceptually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DF7FFB-8BD3-1CA8-9FF8-6F23636F9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3026565" cy="3880772"/>
          </a:xfrm>
        </p:spPr>
        <p:txBody>
          <a:bodyPr>
            <a:normAutofit/>
          </a:bodyPr>
          <a:lstStyle/>
          <a:p>
            <a:r>
              <a:rPr lang="en-GB" dirty="0" err="1"/>
              <a:t>WaveNet</a:t>
            </a:r>
            <a:r>
              <a:rPr lang="en-GB" dirty="0"/>
              <a:t> demonstrates that a temporal model can simultaneously have:</a:t>
            </a:r>
          </a:p>
          <a:p>
            <a:pPr lvl="1"/>
            <a:r>
              <a:rPr lang="en-GB" dirty="0"/>
              <a:t>local pattern detection; </a:t>
            </a:r>
          </a:p>
          <a:p>
            <a:pPr lvl="1"/>
            <a:r>
              <a:rPr lang="en-GB" dirty="0"/>
              <a:t>large historical context; </a:t>
            </a:r>
          </a:p>
          <a:p>
            <a:pPr lvl="1"/>
            <a:r>
              <a:rPr lang="en-GB" dirty="0"/>
              <a:t>causal prediction; </a:t>
            </a:r>
          </a:p>
          <a:p>
            <a:pPr lvl="1"/>
            <a:r>
              <a:rPr lang="en-GB" dirty="0"/>
              <a:t>deep hierarchical representations; </a:t>
            </a:r>
          </a:p>
          <a:p>
            <a:pPr lvl="1"/>
            <a:r>
              <a:rPr lang="en-GB" dirty="0"/>
              <a:t>no recurrent state.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681C1D2-E410-A417-D898-2B2128C654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13525" y="2160588"/>
            <a:ext cx="3026565" cy="3880773"/>
          </a:xfrm>
        </p:spPr>
        <p:txBody>
          <a:bodyPr>
            <a:normAutofit/>
          </a:bodyPr>
          <a:lstStyle/>
          <a:p>
            <a:r>
              <a:rPr lang="en-GB" b="1" dirty="0"/>
              <a:t>Compared with an RNN</a:t>
            </a:r>
          </a:p>
          <a:p>
            <a:r>
              <a:rPr lang="en-GB" dirty="0"/>
              <a:t>RNN: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sequential state updates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prediction</a:t>
            </a:r>
          </a:p>
          <a:p>
            <a:endParaRPr lang="en-GB" dirty="0"/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29F48CC9-F379-0147-0CB6-4D349A055F1E}"/>
              </a:ext>
            </a:extLst>
          </p:cNvPr>
          <p:cNvSpPr txBox="1">
            <a:spLocks/>
          </p:cNvSpPr>
          <p:nvPr/>
        </p:nvSpPr>
        <p:spPr>
          <a:xfrm>
            <a:off x="7349716" y="2160587"/>
            <a:ext cx="3026565" cy="388077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err="1"/>
              <a:t>WaveNet</a:t>
            </a:r>
            <a:r>
              <a:rPr lang="en-GB" dirty="0"/>
              <a:t>-style CNN: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causal dilated filters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multiscale feature hierarchy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prediction</a:t>
            </a:r>
          </a:p>
          <a:p>
            <a:endParaRPr lang="en-GB" dirty="0"/>
          </a:p>
          <a:p>
            <a:r>
              <a:rPr lang="en-GB" dirty="0"/>
              <a:t>Long memory does not require recurrence; it can also be created through convolutional connectivity.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4605433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WaveNet-style CNN versus RNN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Two ways to build historical context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1005840" y="12344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RNN/LSTM/GRU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3"/>
          <p:cNvSpPr/>
          <p:nvPr/>
        </p:nvSpPr>
        <p:spPr>
          <a:xfrm>
            <a:off x="9144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9601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5"/>
          <p:cNvSpPr/>
          <p:nvPr/>
        </p:nvSpPr>
        <p:spPr>
          <a:xfrm>
            <a:off x="13716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6"/>
          <p:cNvSpPr/>
          <p:nvPr/>
        </p:nvSpPr>
        <p:spPr>
          <a:xfrm>
            <a:off x="16002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7"/>
          <p:cNvSpPr/>
          <p:nvPr/>
        </p:nvSpPr>
        <p:spPr>
          <a:xfrm>
            <a:off x="16459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8"/>
          <p:cNvSpPr/>
          <p:nvPr/>
        </p:nvSpPr>
        <p:spPr>
          <a:xfrm>
            <a:off x="20574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9"/>
          <p:cNvSpPr/>
          <p:nvPr/>
        </p:nvSpPr>
        <p:spPr>
          <a:xfrm>
            <a:off x="22860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0"/>
          <p:cNvSpPr/>
          <p:nvPr/>
        </p:nvSpPr>
        <p:spPr>
          <a:xfrm>
            <a:off x="23317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h3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1"/>
          <p:cNvSpPr/>
          <p:nvPr/>
        </p:nvSpPr>
        <p:spPr>
          <a:xfrm>
            <a:off x="27432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2"/>
          <p:cNvSpPr/>
          <p:nvPr/>
        </p:nvSpPr>
        <p:spPr>
          <a:xfrm>
            <a:off x="29718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3"/>
          <p:cNvSpPr/>
          <p:nvPr/>
        </p:nvSpPr>
        <p:spPr>
          <a:xfrm>
            <a:off x="30175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h4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4"/>
          <p:cNvSpPr/>
          <p:nvPr/>
        </p:nvSpPr>
        <p:spPr>
          <a:xfrm>
            <a:off x="3429000" y="2313360"/>
            <a:ext cx="228600" cy="36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5"/>
          <p:cNvSpPr/>
          <p:nvPr/>
        </p:nvSpPr>
        <p:spPr>
          <a:xfrm>
            <a:off x="3657600" y="2103120"/>
            <a:ext cx="456840" cy="41112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6"/>
          <p:cNvSpPr/>
          <p:nvPr/>
        </p:nvSpPr>
        <p:spPr>
          <a:xfrm>
            <a:off x="3703320" y="2139840"/>
            <a:ext cx="365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7"/>
          <p:cNvSpPr/>
          <p:nvPr/>
        </p:nvSpPr>
        <p:spPr>
          <a:xfrm>
            <a:off x="2377440" y="2971800"/>
            <a:ext cx="1096920" cy="43848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8"/>
          <p:cNvSpPr/>
          <p:nvPr/>
        </p:nvSpPr>
        <p:spPr>
          <a:xfrm>
            <a:off x="2423160" y="3008520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prediction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9"/>
          <p:cNvSpPr/>
          <p:nvPr/>
        </p:nvSpPr>
        <p:spPr>
          <a:xfrm>
            <a:off x="2514600" y="2514600"/>
            <a:ext cx="365760" cy="45720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20"/>
          <p:cNvSpPr/>
          <p:nvPr/>
        </p:nvSpPr>
        <p:spPr>
          <a:xfrm>
            <a:off x="822960" y="384048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history compressed into sequential state updates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1"/>
          <p:cNvSpPr/>
          <p:nvPr/>
        </p:nvSpPr>
        <p:spPr>
          <a:xfrm>
            <a:off x="5669280" y="12344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WaveNet-style temporal CNN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22"/>
          <p:cNvSpPr/>
          <p:nvPr/>
        </p:nvSpPr>
        <p:spPr>
          <a:xfrm>
            <a:off x="5669280" y="192024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3"/>
          <p:cNvSpPr/>
          <p:nvPr/>
        </p:nvSpPr>
        <p:spPr>
          <a:xfrm>
            <a:off x="5715000" y="195696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D=1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24"/>
          <p:cNvSpPr/>
          <p:nvPr/>
        </p:nvSpPr>
        <p:spPr>
          <a:xfrm>
            <a:off x="6583680" y="2166840"/>
            <a:ext cx="91440" cy="32004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25"/>
          <p:cNvSpPr/>
          <p:nvPr/>
        </p:nvSpPr>
        <p:spPr>
          <a:xfrm>
            <a:off x="6675120" y="224028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6"/>
          <p:cNvSpPr/>
          <p:nvPr/>
        </p:nvSpPr>
        <p:spPr>
          <a:xfrm>
            <a:off x="6720840" y="227700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D=2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7"/>
          <p:cNvSpPr/>
          <p:nvPr/>
        </p:nvSpPr>
        <p:spPr>
          <a:xfrm>
            <a:off x="7589520" y="2486880"/>
            <a:ext cx="91440" cy="32004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8"/>
          <p:cNvSpPr/>
          <p:nvPr/>
        </p:nvSpPr>
        <p:spPr>
          <a:xfrm>
            <a:off x="7680960" y="256032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9"/>
          <p:cNvSpPr/>
          <p:nvPr/>
        </p:nvSpPr>
        <p:spPr>
          <a:xfrm>
            <a:off x="7726680" y="259704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D=4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0"/>
          <p:cNvSpPr/>
          <p:nvPr/>
        </p:nvSpPr>
        <p:spPr>
          <a:xfrm>
            <a:off x="8595360" y="2806920"/>
            <a:ext cx="91440" cy="32004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31"/>
          <p:cNvSpPr/>
          <p:nvPr/>
        </p:nvSpPr>
        <p:spPr>
          <a:xfrm>
            <a:off x="8686800" y="2880360"/>
            <a:ext cx="91404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32"/>
          <p:cNvSpPr/>
          <p:nvPr/>
        </p:nvSpPr>
        <p:spPr>
          <a:xfrm>
            <a:off x="8732520" y="2917080"/>
            <a:ext cx="82260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D=8</a:t>
            </a:r>
            <a:endParaRPr lang="it-IT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33"/>
          <p:cNvSpPr/>
          <p:nvPr/>
        </p:nvSpPr>
        <p:spPr>
          <a:xfrm>
            <a:off x="9875520" y="2971800"/>
            <a:ext cx="914040" cy="438480"/>
          </a:xfrm>
          <a:prstGeom prst="roundRect">
            <a:avLst>
              <a:gd name="adj" fmla="val 16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34"/>
          <p:cNvSpPr/>
          <p:nvPr/>
        </p:nvSpPr>
        <p:spPr>
          <a:xfrm>
            <a:off x="9921240" y="3008520"/>
            <a:ext cx="822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prediction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35"/>
          <p:cNvSpPr/>
          <p:nvPr/>
        </p:nvSpPr>
        <p:spPr>
          <a:xfrm>
            <a:off x="9601200" y="3136320"/>
            <a:ext cx="274320" cy="36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6"/>
          <p:cNvSpPr/>
          <p:nvPr/>
        </p:nvSpPr>
        <p:spPr>
          <a:xfrm>
            <a:off x="5577840" y="384048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history represented through causal dilated connectivity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7"/>
          <p:cNvSpPr/>
          <p:nvPr/>
        </p:nvSpPr>
        <p:spPr>
          <a:xfrm>
            <a:off x="3474720" y="5212080"/>
            <a:ext cx="3657240" cy="54828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8"/>
          <p:cNvSpPr/>
          <p:nvPr/>
        </p:nvSpPr>
        <p:spPr>
          <a:xfrm>
            <a:off x="3520440" y="5248800"/>
            <a:ext cx="356580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Long memory does not require recurrence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1"/>
          <p:cNvSpPr>
            <a:spLocks noGrp="1"/>
          </p:cNvSpPr>
          <p:nvPr>
            <p:ph type="sldNum" idx="10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7F29C7F-2B78-4DAD-B0E9-ABA978A252F1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211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82EB19-15FB-1860-8025-AC8F1D682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WaveNet</a:t>
            </a:r>
            <a:r>
              <a:rPr lang="en-GB" dirty="0"/>
              <a:t> is an architectural reference, not the endpoint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D578F6-EDF3-2C9B-FD6A-CE36A28A5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10515385" cy="439068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For this course, </a:t>
            </a:r>
            <a:r>
              <a:rPr lang="en-GB" dirty="0" err="1"/>
              <a:t>WaveNet</a:t>
            </a:r>
            <a:r>
              <a:rPr lang="en-GB" dirty="0"/>
              <a:t> should be viewed as an influential design pattern.</a:t>
            </a:r>
          </a:p>
          <a:p>
            <a:r>
              <a:rPr lang="en-GB" dirty="0"/>
              <a:t>We do not need to develop in detail:</a:t>
            </a:r>
          </a:p>
          <a:p>
            <a:pPr lvl="1"/>
            <a:r>
              <a:rPr lang="en-GB" dirty="0"/>
              <a:t>raw audio quantization; </a:t>
            </a:r>
          </a:p>
          <a:p>
            <a:pPr lvl="1"/>
            <a:r>
              <a:rPr lang="en-GB" dirty="0"/>
              <a:t>audio-specific output distributions; </a:t>
            </a:r>
          </a:p>
          <a:p>
            <a:pPr lvl="1"/>
            <a:r>
              <a:rPr lang="en-GB" dirty="0"/>
              <a:t>sample-by-sample waveform synthesis. </a:t>
            </a:r>
          </a:p>
          <a:p>
            <a:r>
              <a:rPr lang="en-GB" dirty="0"/>
              <a:t>Instead, retain the architectural ideas: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exponentially increasing receptive field; </a:t>
            </a:r>
          </a:p>
          <a:p>
            <a:pPr lvl="1"/>
            <a:r>
              <a:rPr lang="en-GB" dirty="0"/>
              <a:t>residual paths; </a:t>
            </a:r>
          </a:p>
          <a:p>
            <a:pPr lvl="1"/>
            <a:r>
              <a:rPr lang="en-GB" dirty="0"/>
              <a:t>skip connections. </a:t>
            </a:r>
          </a:p>
          <a:p>
            <a:r>
              <a:rPr lang="en-GB" dirty="0"/>
              <a:t>These ideas appear in many later temporal convolutional models.</a:t>
            </a:r>
          </a:p>
          <a:p>
            <a:endParaRPr lang="en-GB" b="1" dirty="0"/>
          </a:p>
          <a:p>
            <a:r>
              <a:rPr lang="en-GB" b="1" dirty="0"/>
              <a:t>Transition</a:t>
            </a:r>
          </a:p>
          <a:p>
            <a:r>
              <a:rPr lang="en-GB" dirty="0"/>
              <a:t>We now return from architecture to the prediction tasks introduced in Lecture 1.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193466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B8447C-1D34-8A78-AA2B-A083B16D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5.J — Temporal CNNs for Different Prediction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0F7D1A-8406-7F38-405C-6C45571F2D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7849034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083923-ACFD-BEA2-3950-DF0FD4204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convolutional backbone does not define the task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01EA66-72C4-2258-5180-9C1F7E5CE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610756" cy="4087811"/>
          </a:xfrm>
        </p:spPr>
        <p:txBody>
          <a:bodyPr>
            <a:normAutofit/>
          </a:bodyPr>
          <a:lstStyle/>
          <a:p>
            <a:r>
              <a:rPr lang="en-GB" dirty="0"/>
              <a:t>A temporal CNN learns a representation of the input sequence.</a:t>
            </a:r>
          </a:p>
          <a:p>
            <a:r>
              <a:rPr lang="en-GB" dirty="0"/>
              <a:t>The prediction task still determines:</a:t>
            </a:r>
          </a:p>
          <a:p>
            <a:pPr lvl="1"/>
            <a:r>
              <a:rPr lang="en-GB" dirty="0"/>
              <a:t>whether causality is required; </a:t>
            </a:r>
          </a:p>
          <a:p>
            <a:pPr lvl="1"/>
            <a:r>
              <a:rPr lang="en-GB" dirty="0"/>
              <a:t>whether temporal resolution must be preserved; </a:t>
            </a:r>
          </a:p>
          <a:p>
            <a:pPr lvl="1"/>
            <a:r>
              <a:rPr lang="en-GB" dirty="0"/>
              <a:t>whether pooling is appropriate; </a:t>
            </a:r>
          </a:p>
          <a:p>
            <a:pPr lvl="1"/>
            <a:r>
              <a:rPr lang="en-GB" dirty="0"/>
              <a:t>the shape of the final output.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0461A7-CF8B-DF23-0F29-005AF8D589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0010" y="2160588"/>
            <a:ext cx="6568630" cy="4392611"/>
          </a:xfrm>
        </p:spPr>
        <p:txBody>
          <a:bodyPr>
            <a:normAutofit/>
          </a:bodyPr>
          <a:lstStyle/>
          <a:p>
            <a:r>
              <a:rPr lang="en-GB" b="1" dirty="0"/>
              <a:t>Same convolutional principle, different tasks</a:t>
            </a:r>
          </a:p>
          <a:p>
            <a:r>
              <a:rPr lang="en-GB" dirty="0"/>
              <a:t>Temporal CNNs can support:</a:t>
            </a:r>
          </a:p>
          <a:p>
            <a:pPr lvl="1"/>
            <a:r>
              <a:rPr lang="en-GB" dirty="0"/>
              <a:t>window classification; </a:t>
            </a:r>
          </a:p>
          <a:p>
            <a:pPr lvl="1"/>
            <a:r>
              <a:rPr lang="en-GB" dirty="0"/>
              <a:t>sequence classification; </a:t>
            </a:r>
          </a:p>
          <a:p>
            <a:pPr lvl="1"/>
            <a:r>
              <a:rPr lang="en-GB" dirty="0"/>
              <a:t>regression from a sequence; 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one-step forecasting; </a:t>
            </a:r>
          </a:p>
          <a:p>
            <a:pPr lvl="1"/>
            <a:r>
              <a:rPr lang="en-GB" dirty="0"/>
              <a:t>multi-horizon forecasting.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architecture processes time; the target definition determines how the resulting representation is used.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2302438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Temporal CNN backbone with task-specific heads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The convolutional representation is reused differently by each task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"/>
          <p:cNvSpPr/>
          <p:nvPr/>
        </p:nvSpPr>
        <p:spPr>
          <a:xfrm>
            <a:off x="731520" y="278892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"/>
          <p:cNvSpPr/>
          <p:nvPr/>
        </p:nvSpPr>
        <p:spPr>
          <a:xfrm>
            <a:off x="777240" y="282564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 sequence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L, d]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4"/>
          <p:cNvSpPr/>
          <p:nvPr/>
        </p:nvSpPr>
        <p:spPr>
          <a:xfrm>
            <a:off x="2926080" y="2651760"/>
            <a:ext cx="1645560" cy="822600"/>
          </a:xfrm>
          <a:prstGeom prst="roundRect">
            <a:avLst>
              <a:gd name="adj" fmla="val 8889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5"/>
          <p:cNvSpPr/>
          <p:nvPr/>
        </p:nvSpPr>
        <p:spPr>
          <a:xfrm>
            <a:off x="2971800" y="2688480"/>
            <a:ext cx="155412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 / TCN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backbone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6"/>
          <p:cNvSpPr/>
          <p:nvPr/>
        </p:nvSpPr>
        <p:spPr>
          <a:xfrm>
            <a:off x="2194560" y="3090600"/>
            <a:ext cx="73152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7"/>
          <p:cNvSpPr/>
          <p:nvPr/>
        </p:nvSpPr>
        <p:spPr>
          <a:xfrm>
            <a:off x="5486400" y="114300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8"/>
          <p:cNvSpPr/>
          <p:nvPr/>
        </p:nvSpPr>
        <p:spPr>
          <a:xfrm>
            <a:off x="5532120" y="117972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classification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K]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9"/>
          <p:cNvSpPr/>
          <p:nvPr/>
        </p:nvSpPr>
        <p:spPr>
          <a:xfrm flipV="1">
            <a:off x="4572000" y="1490400"/>
            <a:ext cx="914400" cy="1572840"/>
          </a:xfrm>
          <a:prstGeom prst="line">
            <a:avLst/>
          </a:prstGeom>
          <a:ln w="1524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0"/>
          <p:cNvSpPr/>
          <p:nvPr/>
        </p:nvSpPr>
        <p:spPr>
          <a:xfrm>
            <a:off x="5486400" y="233172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1"/>
          <p:cNvSpPr/>
          <p:nvPr/>
        </p:nvSpPr>
        <p:spPr>
          <a:xfrm>
            <a:off x="5532120" y="236844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regression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q]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2"/>
          <p:cNvSpPr/>
          <p:nvPr/>
        </p:nvSpPr>
        <p:spPr>
          <a:xfrm flipV="1">
            <a:off x="4572000" y="2679120"/>
            <a:ext cx="914400" cy="384120"/>
          </a:xfrm>
          <a:prstGeom prst="line">
            <a:avLst/>
          </a:prstGeom>
          <a:ln w="1524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3"/>
          <p:cNvSpPr/>
          <p:nvPr/>
        </p:nvSpPr>
        <p:spPr>
          <a:xfrm>
            <a:off x="5486400" y="352044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397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"/>
          <p:cNvSpPr/>
          <p:nvPr/>
        </p:nvSpPr>
        <p:spPr>
          <a:xfrm>
            <a:off x="5532120" y="355716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sequence labelling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L, K]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5"/>
          <p:cNvSpPr/>
          <p:nvPr/>
        </p:nvSpPr>
        <p:spPr>
          <a:xfrm>
            <a:off x="4572000" y="3063240"/>
            <a:ext cx="914400" cy="804600"/>
          </a:xfrm>
          <a:prstGeom prst="line">
            <a:avLst/>
          </a:prstGeom>
          <a:ln w="15240">
            <a:solidFill>
              <a:srgbClr val="0F766E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6"/>
          <p:cNvSpPr/>
          <p:nvPr/>
        </p:nvSpPr>
        <p:spPr>
          <a:xfrm>
            <a:off x="5486400" y="4709160"/>
            <a:ext cx="1828440" cy="68544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7"/>
          <p:cNvSpPr/>
          <p:nvPr/>
        </p:nvSpPr>
        <p:spPr>
          <a:xfrm>
            <a:off x="5532120" y="4745880"/>
            <a:ext cx="173700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forecasting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H] / [N,H,q]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8"/>
          <p:cNvSpPr/>
          <p:nvPr/>
        </p:nvSpPr>
        <p:spPr>
          <a:xfrm>
            <a:off x="4572000" y="3063240"/>
            <a:ext cx="914400" cy="199332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9"/>
          <p:cNvSpPr/>
          <p:nvPr/>
        </p:nvSpPr>
        <p:spPr>
          <a:xfrm>
            <a:off x="1097280" y="5989320"/>
            <a:ext cx="8137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Task definition determines causality, pooling, and output shape.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1"/>
          <p:cNvSpPr>
            <a:spLocks noGrp="1"/>
          </p:cNvSpPr>
          <p:nvPr>
            <p:ph type="sldNum" idx="11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6FE15C0-6B3B-44C9-ABC5-33689ECD60B9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215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17A96A-3768-0DF7-5321-F4163393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 and sequence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C414DC-876A-7B60-FAF9-28BCDDC3D8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For classification of a complete temporal window: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Conv1D layers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maps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pooling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fixed-size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classification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 probabilities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E8EC8B-E3B5-F125-860D-32D07D3A3C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705790" cy="4545011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Input: [N, 500, 6]</a:t>
            </a:r>
          </a:p>
          <a:p>
            <a:r>
              <a:rPr lang="en-GB" dirty="0"/>
              <a:t>After convolution: [N, 125, 64]</a:t>
            </a:r>
          </a:p>
          <a:p>
            <a:r>
              <a:rPr lang="en-GB" dirty="0"/>
              <a:t>After global pooling: [N, 64]</a:t>
            </a:r>
          </a:p>
          <a:p>
            <a:r>
              <a:rPr lang="en-GB" dirty="0"/>
              <a:t>For four classes: [N, 4]</a:t>
            </a:r>
          </a:p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machine-condition classification; </a:t>
            </a:r>
          </a:p>
          <a:p>
            <a:pPr lvl="1"/>
            <a:r>
              <a:rPr lang="en-GB" dirty="0"/>
              <a:t>human activity recognition; </a:t>
            </a:r>
          </a:p>
          <a:p>
            <a:pPr lvl="1"/>
            <a:r>
              <a:rPr lang="en-GB" dirty="0"/>
              <a:t>quality-state classification; </a:t>
            </a:r>
          </a:p>
          <a:p>
            <a:pPr lvl="1"/>
            <a:r>
              <a:rPr lang="en-GB" dirty="0"/>
              <a:t>behavioural sequence classification. </a:t>
            </a:r>
          </a:p>
          <a:p>
            <a:r>
              <a:rPr lang="en-GB" b="1" dirty="0"/>
              <a:t>Causality</a:t>
            </a:r>
          </a:p>
          <a:p>
            <a:r>
              <a:rPr lang="en-GB" dirty="0"/>
              <a:t>If the entire window is available before classification, causal convolution is not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061988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8FC68AE2-C2A7-5E06-69C1-AAC757C6A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pooling works well for classification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4CC89EA3-936B-2C40-7187-9AC598D6C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418666" cy="4270691"/>
          </a:xfrm>
        </p:spPr>
        <p:txBody>
          <a:bodyPr>
            <a:normAutofit/>
          </a:bodyPr>
          <a:lstStyle/>
          <a:p>
            <a:r>
              <a:rPr lang="en-GB" dirty="0"/>
              <a:t>For many sequence-classification problems, the target depends on whether certain patterns occur somewhere in the window.</a:t>
            </a:r>
          </a:p>
          <a:p>
            <a:r>
              <a:rPr lang="en-GB" dirty="0"/>
              <a:t>Suppose a filter detects:</a:t>
            </a:r>
          </a:p>
          <a:p>
            <a:pPr lvl="1"/>
            <a:r>
              <a:rPr lang="en-GB" dirty="0"/>
              <a:t>fault-like vibration burst</a:t>
            </a:r>
          </a:p>
          <a:p>
            <a:r>
              <a:rPr lang="en-GB" dirty="0"/>
              <a:t>Its feature map may contain:</a:t>
            </a:r>
          </a:p>
          <a:p>
            <a:r>
              <a:rPr lang="en-GB" dirty="0"/>
              <a:t>0.1  0.2  0.1  4.8  0.3  0.1</a:t>
            </a:r>
          </a:p>
          <a:p>
            <a:r>
              <a:rPr lang="en-GB" b="1" dirty="0"/>
              <a:t>Global max pooling</a:t>
            </a:r>
          </a:p>
          <a:p>
            <a:r>
              <a:rPr lang="en-GB" dirty="0"/>
              <a:t>Retains: 4.8</a:t>
            </a:r>
          </a:p>
          <a:p>
            <a:r>
              <a:rPr lang="en-GB" dirty="0"/>
              <a:t>and asks approximately:</a:t>
            </a:r>
          </a:p>
          <a:p>
            <a:r>
              <a:rPr lang="en-GB" dirty="0"/>
              <a:t>Was this pattern strongly present anywhere?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77D792C-F262-7DAB-86BB-4FDACC06B3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8"/>
            <a:ext cx="5753564" cy="4270692"/>
          </a:xfrm>
        </p:spPr>
        <p:txBody>
          <a:bodyPr>
            <a:normAutofit/>
          </a:bodyPr>
          <a:lstStyle/>
          <a:p>
            <a:r>
              <a:rPr lang="en-GB" b="1" dirty="0"/>
              <a:t>Global average pooling</a:t>
            </a:r>
          </a:p>
          <a:p>
            <a:r>
              <a:rPr lang="en-GB" dirty="0"/>
              <a:t>Summarizes:</a:t>
            </a:r>
          </a:p>
          <a:p>
            <a:r>
              <a:rPr lang="en-GB" dirty="0"/>
              <a:t>How much was this pattern active over the entire sequence?</a:t>
            </a:r>
          </a:p>
          <a:p>
            <a:r>
              <a:rPr lang="en-GB" b="1" dirty="0"/>
              <a:t>Benefit</a:t>
            </a:r>
          </a:p>
          <a:p>
            <a:r>
              <a:rPr lang="en-GB" dirty="0"/>
              <a:t>The classifier receives a fixed-size feature vector regardless of temporal length.</a:t>
            </a:r>
          </a:p>
          <a:p>
            <a:r>
              <a:rPr lang="en-GB" b="1" dirty="0"/>
              <a:t>Cost</a:t>
            </a:r>
          </a:p>
          <a:p>
            <a:r>
              <a:rPr lang="en-GB" dirty="0"/>
              <a:t>Exact event location is discarded.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882296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Window classification with global pooling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Pooling converts temporal feature maps into a fixed-size vector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"/>
          <p:cNvSpPr/>
          <p:nvPr/>
        </p:nvSpPr>
        <p:spPr>
          <a:xfrm>
            <a:off x="685800" y="2743200"/>
            <a:ext cx="1279800" cy="59400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731520" y="2779920"/>
            <a:ext cx="118836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500, 6]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4"/>
          <p:cNvSpPr/>
          <p:nvPr/>
        </p:nvSpPr>
        <p:spPr>
          <a:xfrm>
            <a:off x="2743200" y="2560320"/>
            <a:ext cx="1828440" cy="914040"/>
          </a:xfrm>
          <a:prstGeom prst="roundRect">
            <a:avLst>
              <a:gd name="adj" fmla="val 8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5"/>
          <p:cNvSpPr/>
          <p:nvPr/>
        </p:nvSpPr>
        <p:spPr>
          <a:xfrm>
            <a:off x="2788920" y="2597040"/>
            <a:ext cx="173700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feature maps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125, 64]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6"/>
          <p:cNvSpPr/>
          <p:nvPr/>
        </p:nvSpPr>
        <p:spPr>
          <a:xfrm>
            <a:off x="5394960" y="2606040"/>
            <a:ext cx="1645560" cy="82260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7"/>
          <p:cNvSpPr/>
          <p:nvPr/>
        </p:nvSpPr>
        <p:spPr>
          <a:xfrm>
            <a:off x="5440680" y="2642760"/>
            <a:ext cx="155412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global max / avg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pooling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64]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8"/>
          <p:cNvSpPr/>
          <p:nvPr/>
        </p:nvSpPr>
        <p:spPr>
          <a:xfrm>
            <a:off x="7863840" y="2743200"/>
            <a:ext cx="1371240" cy="594000"/>
          </a:xfrm>
          <a:prstGeom prst="roundRect">
            <a:avLst>
              <a:gd name="adj" fmla="val 12308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9"/>
          <p:cNvSpPr/>
          <p:nvPr/>
        </p:nvSpPr>
        <p:spPr>
          <a:xfrm>
            <a:off x="7909560" y="2779920"/>
            <a:ext cx="127980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classifier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[N, K]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0"/>
          <p:cNvSpPr/>
          <p:nvPr/>
        </p:nvSpPr>
        <p:spPr>
          <a:xfrm>
            <a:off x="9875520" y="2743200"/>
            <a:ext cx="1188360" cy="59400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1"/>
          <p:cNvSpPr/>
          <p:nvPr/>
        </p:nvSpPr>
        <p:spPr>
          <a:xfrm>
            <a:off x="9921240" y="2779920"/>
            <a:ext cx="109692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class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probabilities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"/>
          <p:cNvSpPr/>
          <p:nvPr/>
        </p:nvSpPr>
        <p:spPr>
          <a:xfrm>
            <a:off x="1965960" y="3044880"/>
            <a:ext cx="77724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3"/>
          <p:cNvSpPr/>
          <p:nvPr/>
        </p:nvSpPr>
        <p:spPr>
          <a:xfrm>
            <a:off x="4572000" y="3044880"/>
            <a:ext cx="82296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4"/>
          <p:cNvSpPr/>
          <p:nvPr/>
        </p:nvSpPr>
        <p:spPr>
          <a:xfrm>
            <a:off x="7040880" y="3044880"/>
            <a:ext cx="82296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15"/>
          <p:cNvSpPr/>
          <p:nvPr/>
        </p:nvSpPr>
        <p:spPr>
          <a:xfrm>
            <a:off x="9235440" y="304488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6"/>
          <p:cNvSpPr/>
          <p:nvPr/>
        </p:nvSpPr>
        <p:spPr>
          <a:xfrm>
            <a:off x="5074920" y="426168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global max: strongest occurrence anywhere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7"/>
          <p:cNvSpPr/>
          <p:nvPr/>
        </p:nvSpPr>
        <p:spPr>
          <a:xfrm>
            <a:off x="5074920" y="457200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global average: overall feature activity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8"/>
          <p:cNvSpPr/>
          <p:nvPr/>
        </p:nvSpPr>
        <p:spPr>
          <a:xfrm>
            <a:off x="5882640" y="50115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C2626"/>
                </a:solidFill>
                <a:effectLst/>
                <a:uFillTx/>
                <a:latin typeface="Aptos"/>
                <a:ea typeface="Aptos"/>
              </a:rPr>
              <a:t>exact event location is discarded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1"/>
          <p:cNvSpPr>
            <a:spLocks noGrp="1"/>
          </p:cNvSpPr>
          <p:nvPr>
            <p:ph type="sldNum" idx="12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032F9FA-68A1-48FD-97C3-6031466C9625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218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13C7482D-B0ED-2575-086A-6238FC58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from a temporal sequence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11B955AD-AD59-97C5-431D-FAA2EA1362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same architecture can produce a continuous output.</a:t>
            </a:r>
          </a:p>
          <a:p>
            <a:r>
              <a:rPr lang="en-GB" dirty="0"/>
              <a:t>temporal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Conv1D layers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global pooling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fixed-size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regression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continuous prediction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1B65AB4-59C5-CDF3-4C09-52DDC2D33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903910" cy="443833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remaining useful life; </a:t>
            </a:r>
          </a:p>
          <a:p>
            <a:pPr lvl="1"/>
            <a:r>
              <a:rPr lang="en-GB" dirty="0"/>
              <a:t>product-quality estimate; </a:t>
            </a:r>
          </a:p>
          <a:p>
            <a:pPr lvl="1"/>
            <a:r>
              <a:rPr lang="en-GB" dirty="0"/>
              <a:t>energy consumption; </a:t>
            </a:r>
          </a:p>
          <a:p>
            <a:pPr lvl="1"/>
            <a:r>
              <a:rPr lang="en-GB" dirty="0"/>
              <a:t>physiological parameter; </a:t>
            </a:r>
          </a:p>
          <a:p>
            <a:pPr lvl="1"/>
            <a:r>
              <a:rPr lang="en-GB" dirty="0"/>
              <a:t>process-state indicator. </a:t>
            </a:r>
          </a:p>
          <a:p>
            <a:r>
              <a:rPr lang="en-GB" b="1" dirty="0"/>
              <a:t>Output shapes</a:t>
            </a:r>
          </a:p>
          <a:p>
            <a:r>
              <a:rPr lang="en-GB" dirty="0"/>
              <a:t>Scalar regression: [N, 1]</a:t>
            </a:r>
          </a:p>
          <a:p>
            <a:r>
              <a:rPr lang="en-GB" dirty="0"/>
              <a:t>Multiple continuous targets: [N, q]</a:t>
            </a:r>
          </a:p>
          <a:p>
            <a:endParaRPr lang="en-GB" dirty="0"/>
          </a:p>
          <a:p>
            <a:r>
              <a:rPr lang="en-GB" dirty="0"/>
              <a:t>The convolutional network learns the temporal representation, while the final regression layer maps that representation to the desired quantity.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337071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455D15-8CA8-6F0F-D7FE-FE55B92F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 labelling requires temporal resolution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4565F2-4C1E-0BA6-A5B3-9B3C247547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07186" cy="448405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For sequence labelling, the model must produce an output for every time step or temporal position.</a:t>
            </a:r>
          </a:p>
          <a:p>
            <a:r>
              <a:rPr lang="en-GB" dirty="0"/>
              <a:t>Input: [N, L, d]</a:t>
            </a:r>
          </a:p>
          <a:p>
            <a:r>
              <a:rPr lang="en-GB" dirty="0"/>
              <a:t>Desired output for K classes: [N, L, K]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Conv1D layers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maps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per-time-step prediction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label sequence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8F55F39-33BF-89BE-4B1A-71982D1067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806630" cy="448405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</a:t>
            </a:r>
          </a:p>
          <a:p>
            <a:r>
              <a:rPr lang="en-GB" dirty="0"/>
              <a:t>The temporal dimension should be preserved or restored.</a:t>
            </a:r>
          </a:p>
          <a:p>
            <a:r>
              <a:rPr lang="en-GB" dirty="0"/>
              <a:t>Therefore excessive:</a:t>
            </a:r>
          </a:p>
          <a:p>
            <a:pPr lvl="1"/>
            <a:r>
              <a:rPr lang="en-GB" dirty="0"/>
              <a:t>stride; </a:t>
            </a:r>
          </a:p>
          <a:p>
            <a:pPr lvl="1"/>
            <a:r>
              <a:rPr lang="en-GB" dirty="0"/>
              <a:t>pooling; </a:t>
            </a:r>
          </a:p>
          <a:p>
            <a:r>
              <a:rPr lang="en-GB" dirty="0"/>
              <a:t>may be inappropriate.</a:t>
            </a:r>
          </a:p>
          <a:p>
            <a:endParaRPr lang="en-GB" b="1" dirty="0"/>
          </a:p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process-phase labelling; </a:t>
            </a:r>
          </a:p>
          <a:p>
            <a:pPr lvl="1"/>
            <a:r>
              <a:rPr lang="en-GB" dirty="0"/>
              <a:t>activity segmentation; </a:t>
            </a:r>
          </a:p>
          <a:p>
            <a:pPr lvl="1"/>
            <a:r>
              <a:rPr lang="en-GB" dirty="0"/>
              <a:t>anomaly probability over time; </a:t>
            </a:r>
          </a:p>
          <a:p>
            <a:pPr lvl="1"/>
            <a:r>
              <a:rPr lang="en-GB" dirty="0"/>
              <a:t>operating-state recognition.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510146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Sequence labelling: preserve temporal resolution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Output requires one prediction per time step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"/>
          <p:cNvSpPr/>
          <p:nvPr/>
        </p:nvSpPr>
        <p:spPr>
          <a:xfrm>
            <a:off x="365760" y="22402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3"/>
          <p:cNvSpPr/>
          <p:nvPr/>
        </p:nvSpPr>
        <p:spPr>
          <a:xfrm>
            <a:off x="914400" y="2377440"/>
            <a:ext cx="80467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4"/>
          <p:cNvSpPr/>
          <p:nvPr/>
        </p:nvSpPr>
        <p:spPr>
          <a:xfrm>
            <a:off x="87768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5"/>
          <p:cNvSpPr/>
          <p:nvPr/>
        </p:nvSpPr>
        <p:spPr>
          <a:xfrm>
            <a:off x="177192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6"/>
          <p:cNvSpPr/>
          <p:nvPr/>
        </p:nvSpPr>
        <p:spPr>
          <a:xfrm>
            <a:off x="266616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7"/>
          <p:cNvSpPr/>
          <p:nvPr/>
        </p:nvSpPr>
        <p:spPr>
          <a:xfrm>
            <a:off x="356004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8"/>
          <p:cNvSpPr/>
          <p:nvPr/>
        </p:nvSpPr>
        <p:spPr>
          <a:xfrm>
            <a:off x="445428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9"/>
          <p:cNvSpPr/>
          <p:nvPr/>
        </p:nvSpPr>
        <p:spPr>
          <a:xfrm>
            <a:off x="534816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10"/>
          <p:cNvSpPr/>
          <p:nvPr/>
        </p:nvSpPr>
        <p:spPr>
          <a:xfrm>
            <a:off x="624240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1"/>
          <p:cNvSpPr/>
          <p:nvPr/>
        </p:nvSpPr>
        <p:spPr>
          <a:xfrm>
            <a:off x="713628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2"/>
          <p:cNvSpPr/>
          <p:nvPr/>
        </p:nvSpPr>
        <p:spPr>
          <a:xfrm>
            <a:off x="803052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3"/>
          <p:cNvSpPr/>
          <p:nvPr/>
        </p:nvSpPr>
        <p:spPr>
          <a:xfrm>
            <a:off x="8924400" y="23407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4"/>
          <p:cNvSpPr/>
          <p:nvPr/>
        </p:nvSpPr>
        <p:spPr>
          <a:xfrm>
            <a:off x="79560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5"/>
          <p:cNvSpPr/>
          <p:nvPr/>
        </p:nvSpPr>
        <p:spPr>
          <a:xfrm>
            <a:off x="168948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6"/>
          <p:cNvSpPr/>
          <p:nvPr/>
        </p:nvSpPr>
        <p:spPr>
          <a:xfrm>
            <a:off x="258372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"/>
          <p:cNvSpPr/>
          <p:nvPr/>
        </p:nvSpPr>
        <p:spPr>
          <a:xfrm>
            <a:off x="347760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8"/>
          <p:cNvSpPr/>
          <p:nvPr/>
        </p:nvSpPr>
        <p:spPr>
          <a:xfrm>
            <a:off x="437184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9"/>
          <p:cNvSpPr/>
          <p:nvPr/>
        </p:nvSpPr>
        <p:spPr>
          <a:xfrm>
            <a:off x="526608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x6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20"/>
          <p:cNvSpPr/>
          <p:nvPr/>
        </p:nvSpPr>
        <p:spPr>
          <a:xfrm>
            <a:off x="615996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x7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21"/>
          <p:cNvSpPr/>
          <p:nvPr/>
        </p:nvSpPr>
        <p:spPr>
          <a:xfrm>
            <a:off x="705420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22"/>
          <p:cNvSpPr/>
          <p:nvPr/>
        </p:nvSpPr>
        <p:spPr>
          <a:xfrm>
            <a:off x="794808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x9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23"/>
          <p:cNvSpPr/>
          <p:nvPr/>
        </p:nvSpPr>
        <p:spPr>
          <a:xfrm>
            <a:off x="8842320" y="196596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x10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24"/>
          <p:cNvSpPr/>
          <p:nvPr/>
        </p:nvSpPr>
        <p:spPr>
          <a:xfrm>
            <a:off x="3931920" y="3017520"/>
            <a:ext cx="1828440" cy="639720"/>
          </a:xfrm>
          <a:prstGeom prst="roundRect">
            <a:avLst>
              <a:gd name="adj" fmla="val 11429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5"/>
          <p:cNvSpPr/>
          <p:nvPr/>
        </p:nvSpPr>
        <p:spPr>
          <a:xfrm>
            <a:off x="3977640" y="3054240"/>
            <a:ext cx="1737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same-length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Conv1D/TCN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26"/>
          <p:cNvSpPr/>
          <p:nvPr/>
        </p:nvSpPr>
        <p:spPr>
          <a:xfrm>
            <a:off x="4846320" y="2606040"/>
            <a:ext cx="360" cy="41148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27"/>
          <p:cNvSpPr/>
          <p:nvPr/>
        </p:nvSpPr>
        <p:spPr>
          <a:xfrm>
            <a:off x="274320" y="4206240"/>
            <a:ext cx="548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28"/>
          <p:cNvSpPr/>
          <p:nvPr/>
        </p:nvSpPr>
        <p:spPr>
          <a:xfrm>
            <a:off x="914400" y="4343400"/>
            <a:ext cx="80467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29"/>
          <p:cNvSpPr/>
          <p:nvPr/>
        </p:nvSpPr>
        <p:spPr>
          <a:xfrm>
            <a:off x="87768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0"/>
          <p:cNvSpPr/>
          <p:nvPr/>
        </p:nvSpPr>
        <p:spPr>
          <a:xfrm>
            <a:off x="177192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31"/>
          <p:cNvSpPr/>
          <p:nvPr/>
        </p:nvSpPr>
        <p:spPr>
          <a:xfrm>
            <a:off x="266616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32"/>
          <p:cNvSpPr/>
          <p:nvPr/>
        </p:nvSpPr>
        <p:spPr>
          <a:xfrm>
            <a:off x="356004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3"/>
          <p:cNvSpPr/>
          <p:nvPr/>
        </p:nvSpPr>
        <p:spPr>
          <a:xfrm>
            <a:off x="445428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34"/>
          <p:cNvSpPr/>
          <p:nvPr/>
        </p:nvSpPr>
        <p:spPr>
          <a:xfrm>
            <a:off x="534816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35"/>
          <p:cNvSpPr/>
          <p:nvPr/>
        </p:nvSpPr>
        <p:spPr>
          <a:xfrm>
            <a:off x="624240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36"/>
          <p:cNvSpPr/>
          <p:nvPr/>
        </p:nvSpPr>
        <p:spPr>
          <a:xfrm>
            <a:off x="713628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37"/>
          <p:cNvSpPr/>
          <p:nvPr/>
        </p:nvSpPr>
        <p:spPr>
          <a:xfrm>
            <a:off x="803052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38"/>
          <p:cNvSpPr/>
          <p:nvPr/>
        </p:nvSpPr>
        <p:spPr>
          <a:xfrm>
            <a:off x="8924400" y="43066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39"/>
          <p:cNvSpPr/>
          <p:nvPr/>
        </p:nvSpPr>
        <p:spPr>
          <a:xfrm>
            <a:off x="79560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ŷ1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40"/>
          <p:cNvSpPr/>
          <p:nvPr/>
        </p:nvSpPr>
        <p:spPr>
          <a:xfrm>
            <a:off x="168948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ŷ2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41"/>
          <p:cNvSpPr/>
          <p:nvPr/>
        </p:nvSpPr>
        <p:spPr>
          <a:xfrm>
            <a:off x="258372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ŷ3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42"/>
          <p:cNvSpPr/>
          <p:nvPr/>
        </p:nvSpPr>
        <p:spPr>
          <a:xfrm>
            <a:off x="347760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ŷ4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43"/>
          <p:cNvSpPr/>
          <p:nvPr/>
        </p:nvSpPr>
        <p:spPr>
          <a:xfrm>
            <a:off x="437184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ŷ5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4"/>
          <p:cNvSpPr/>
          <p:nvPr/>
        </p:nvSpPr>
        <p:spPr>
          <a:xfrm>
            <a:off x="526608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ŷ6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45"/>
          <p:cNvSpPr/>
          <p:nvPr/>
        </p:nvSpPr>
        <p:spPr>
          <a:xfrm>
            <a:off x="615996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ŷ7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46"/>
          <p:cNvSpPr/>
          <p:nvPr/>
        </p:nvSpPr>
        <p:spPr>
          <a:xfrm>
            <a:off x="705420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ŷ8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7"/>
          <p:cNvSpPr/>
          <p:nvPr/>
        </p:nvSpPr>
        <p:spPr>
          <a:xfrm>
            <a:off x="794808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ŷ9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8"/>
          <p:cNvSpPr/>
          <p:nvPr/>
        </p:nvSpPr>
        <p:spPr>
          <a:xfrm>
            <a:off x="8842320" y="4572000"/>
            <a:ext cx="237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ŷ10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49"/>
          <p:cNvSpPr/>
          <p:nvPr/>
        </p:nvSpPr>
        <p:spPr>
          <a:xfrm>
            <a:off x="4846320" y="3657600"/>
            <a:ext cx="360" cy="50292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50"/>
          <p:cNvSpPr/>
          <p:nvPr/>
        </p:nvSpPr>
        <p:spPr>
          <a:xfrm>
            <a:off x="3566160" y="5349240"/>
            <a:ext cx="2559960" cy="594000"/>
          </a:xfrm>
          <a:prstGeom prst="roundRect">
            <a:avLst>
              <a:gd name="adj" fmla="val 12308"/>
            </a:avLst>
          </a:prstGeom>
          <a:solidFill>
            <a:srgbClr val="FEE2E2"/>
          </a:solidFill>
          <a:ln w="1397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51"/>
          <p:cNvSpPr/>
          <p:nvPr/>
        </p:nvSpPr>
        <p:spPr>
          <a:xfrm>
            <a:off x="3611880" y="5385960"/>
            <a:ext cx="246852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avoid excessive stride/pooling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if precise timing matters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1"/>
          <p:cNvSpPr>
            <a:spLocks noGrp="1"/>
          </p:cNvSpPr>
          <p:nvPr>
            <p:ph type="sldNum" idx="13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D480DBC-D1D0-4C7A-B40F-ABA88A32A809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5B0B86-1130-6EF8-DD33-DBFCB46FA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Online versus offline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117ABAD-AEE6-416A-4F35-95690C471B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793826" cy="4453571"/>
          </a:xfrm>
        </p:spPr>
        <p:txBody>
          <a:bodyPr>
            <a:normAutofit/>
          </a:bodyPr>
          <a:lstStyle/>
          <a:p>
            <a:r>
              <a:rPr lang="en-GB" b="1" dirty="0"/>
              <a:t>Online labelling</a:t>
            </a:r>
          </a:p>
          <a:p>
            <a:r>
              <a:rPr lang="en-GB" dirty="0"/>
              <a:t>Prediction at time t must be available immediately.</a:t>
            </a:r>
          </a:p>
          <a:p>
            <a:r>
              <a:rPr lang="en-GB" dirty="0"/>
              <a:t>Use a causal architecture:</a:t>
            </a:r>
          </a:p>
          <a:p>
            <a:r>
              <a:rPr lang="en-GB" dirty="0" err="1"/>
              <a:t>y_hat</a:t>
            </a:r>
            <a:r>
              <a:rPr lang="en-GB" dirty="0"/>
              <a:t>[t] depends only on x[1] ... x[t]</a:t>
            </a:r>
          </a:p>
          <a:p>
            <a:endParaRPr lang="en-GB" b="1" dirty="0"/>
          </a:p>
          <a:p>
            <a:r>
              <a:rPr lang="en-GB" b="1" dirty="0"/>
              <a:t>Offline labelling</a:t>
            </a:r>
          </a:p>
          <a:p>
            <a:r>
              <a:rPr lang="en-GB" dirty="0"/>
              <a:t>The entire sequence is available.</a:t>
            </a:r>
          </a:p>
          <a:p>
            <a:r>
              <a:rPr lang="en-GB" dirty="0"/>
              <a:t>A non-causal CNN may use both:</a:t>
            </a:r>
          </a:p>
          <a:p>
            <a:pPr lvl="0"/>
            <a:r>
              <a:rPr lang="en-GB" dirty="0"/>
              <a:t>past context; </a:t>
            </a:r>
          </a:p>
          <a:p>
            <a:pPr lvl="0"/>
            <a:r>
              <a:rPr lang="en-GB" dirty="0"/>
              <a:t>future context.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B6A4C4E-E293-BE04-63D8-D3A7E2D53E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28170" y="2160589"/>
            <a:ext cx="6019990" cy="4453571"/>
          </a:xfrm>
        </p:spPr>
        <p:txBody>
          <a:bodyPr>
            <a:normAutofit/>
          </a:bodyPr>
          <a:lstStyle/>
          <a:p>
            <a:r>
              <a:rPr lang="en-GB" dirty="0"/>
              <a:t>Example:</a:t>
            </a:r>
          </a:p>
          <a:p>
            <a:r>
              <a:rPr lang="en-GB" dirty="0"/>
              <a:t>past        t         future</a:t>
            </a:r>
          </a:p>
          <a:p>
            <a:r>
              <a:rPr lang="en-GB" dirty="0"/>
              <a:t>───────┬────●────┬────────</a:t>
            </a:r>
          </a:p>
          <a:p>
            <a:r>
              <a:rPr lang="en-GB" dirty="0"/>
              <a:t>       └ receptive field ┘</a:t>
            </a:r>
          </a:p>
          <a:p>
            <a:r>
              <a:rPr lang="en-GB" b="1" dirty="0"/>
              <a:t>Trade-off</a:t>
            </a:r>
          </a:p>
          <a:p>
            <a:r>
              <a:rPr lang="en-GB" dirty="0"/>
              <a:t>Future context may improve boundary identification.</a:t>
            </a:r>
          </a:p>
          <a:p>
            <a:r>
              <a:rPr lang="en-GB" dirty="0"/>
              <a:t>But it cannot be used for real-time decisions.</a:t>
            </a:r>
          </a:p>
          <a:p>
            <a:endParaRPr lang="en-GB" b="1" dirty="0"/>
          </a:p>
          <a:p>
            <a:r>
              <a:rPr lang="en-GB" b="1" dirty="0"/>
              <a:t>Key question</a:t>
            </a:r>
          </a:p>
          <a:p>
            <a:r>
              <a:rPr lang="en-GB" dirty="0"/>
              <a:t>Is the label required during operation or only after the complete sequence has been recorded?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650440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1EB373-180F-048A-4DC0-9D29AD3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One-step forecasting with a temporal CNN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CDABC0-39F3-165C-223D-0AE8336B9F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20830" cy="425545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For one-step forecasting: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historical window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causal Conv1D / TCN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historical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forecasting layer</a:t>
            </a:r>
          </a:p>
          <a:p>
            <a:r>
              <a:rPr lang="en-GB" dirty="0"/>
              <a:t>      ↓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23BA87-F261-C522-1931-22A1735941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2570" y="2160589"/>
            <a:ext cx="5120830" cy="437737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requirements</a:t>
            </a:r>
          </a:p>
          <a:p>
            <a:pPr lvl="0"/>
            <a:r>
              <a:rPr lang="en-GB" dirty="0"/>
              <a:t>no future values in the convolutional representation; </a:t>
            </a:r>
          </a:p>
          <a:p>
            <a:pPr lvl="0"/>
            <a:r>
              <a:rPr lang="en-GB" dirty="0"/>
              <a:t>receptive field sufficient for relevant historical dependencies; </a:t>
            </a:r>
          </a:p>
          <a:p>
            <a:pPr lvl="0"/>
            <a:r>
              <a:rPr lang="en-GB" dirty="0"/>
              <a:t>preprocessing must also be causal. </a:t>
            </a:r>
          </a:p>
          <a:p>
            <a:endParaRPr lang="en-GB" b="1" dirty="0"/>
          </a:p>
          <a:p>
            <a:r>
              <a:rPr lang="en-GB" b="1" dirty="0"/>
              <a:t>Comparison</a:t>
            </a:r>
          </a:p>
          <a:p>
            <a:r>
              <a:rPr lang="en-GB" dirty="0"/>
              <a:t>This is the convolutional analogue of:</a:t>
            </a:r>
          </a:p>
          <a:p>
            <a:pPr lvl="0"/>
            <a:r>
              <a:rPr lang="en-GB" dirty="0"/>
              <a:t>autoregressive linear forecasting; </a:t>
            </a:r>
          </a:p>
          <a:p>
            <a:pPr lvl="0"/>
            <a:r>
              <a:rPr lang="en-GB" dirty="0"/>
              <a:t>recurrent sequence-to-vector forecasting.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7656630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86D3D6-FB31-E18C-6C64-4234380DC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D728EC-55F7-6E3F-C1D4-F672332C2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418666" cy="4453571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CNN or TCN can produce several future values simultaneously.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causal CNN / TCN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temporal representation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multi-output layer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t+1  t+2  ...  </a:t>
            </a:r>
            <a:r>
              <a:rPr lang="en-GB" dirty="0" err="1"/>
              <a:t>t+H</a:t>
            </a:r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B438C0D-8B9D-6D9F-BD8A-4D1262D2A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25450" y="2160589"/>
            <a:ext cx="4922710" cy="459073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Advantages</a:t>
            </a:r>
          </a:p>
          <a:p>
            <a:pPr lvl="0"/>
            <a:r>
              <a:rPr lang="en-GB" dirty="0"/>
              <a:t>all horizons predicted in one forward pass; </a:t>
            </a:r>
          </a:p>
          <a:p>
            <a:pPr lvl="0"/>
            <a:r>
              <a:rPr lang="en-GB" dirty="0"/>
              <a:t>no recursive feeding of predicted values; </a:t>
            </a:r>
          </a:p>
          <a:p>
            <a:pPr lvl="0"/>
            <a:r>
              <a:rPr lang="en-GB" dirty="0"/>
              <a:t>convolutional history representation is shared across horizons. </a:t>
            </a:r>
          </a:p>
          <a:p>
            <a:endParaRPr lang="en-GB" b="1" dirty="0"/>
          </a:p>
          <a:p>
            <a:r>
              <a:rPr lang="en-GB" b="1" dirty="0"/>
              <a:t>Evaluation</a:t>
            </a:r>
          </a:p>
          <a:p>
            <a:r>
              <a:rPr lang="en-GB" dirty="0"/>
              <a:t>Report error by horizon:</a:t>
            </a:r>
          </a:p>
          <a:p>
            <a:r>
              <a:rPr lang="en-GB" dirty="0"/>
              <a:t>h = 1</a:t>
            </a:r>
          </a:p>
          <a:p>
            <a:r>
              <a:rPr lang="en-GB" dirty="0"/>
              <a:t>h = 2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h = H</a:t>
            </a:r>
          </a:p>
          <a:p>
            <a:r>
              <a:rPr lang="en-GB" dirty="0"/>
              <a:t>not only one average score.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3166196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Direct multi-horizon forecasting with a CNN/TCN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causal representation supports several future horizons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2"/>
          <p:cNvSpPr/>
          <p:nvPr/>
        </p:nvSpPr>
        <p:spPr>
          <a:xfrm>
            <a:off x="914400" y="2834640"/>
            <a:ext cx="502920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3"/>
          <p:cNvSpPr/>
          <p:nvPr/>
        </p:nvSpPr>
        <p:spPr>
          <a:xfrm>
            <a:off x="87768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4"/>
          <p:cNvSpPr/>
          <p:nvPr/>
        </p:nvSpPr>
        <p:spPr>
          <a:xfrm>
            <a:off x="143676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5"/>
          <p:cNvSpPr/>
          <p:nvPr/>
        </p:nvSpPr>
        <p:spPr>
          <a:xfrm>
            <a:off x="199548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6"/>
          <p:cNvSpPr/>
          <p:nvPr/>
        </p:nvSpPr>
        <p:spPr>
          <a:xfrm>
            <a:off x="255420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7"/>
          <p:cNvSpPr/>
          <p:nvPr/>
        </p:nvSpPr>
        <p:spPr>
          <a:xfrm>
            <a:off x="311292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8"/>
          <p:cNvSpPr/>
          <p:nvPr/>
        </p:nvSpPr>
        <p:spPr>
          <a:xfrm>
            <a:off x="367200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9"/>
          <p:cNvSpPr/>
          <p:nvPr/>
        </p:nvSpPr>
        <p:spPr>
          <a:xfrm>
            <a:off x="423072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10"/>
          <p:cNvSpPr/>
          <p:nvPr/>
        </p:nvSpPr>
        <p:spPr>
          <a:xfrm>
            <a:off x="478944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1"/>
          <p:cNvSpPr/>
          <p:nvPr/>
        </p:nvSpPr>
        <p:spPr>
          <a:xfrm>
            <a:off x="534816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2"/>
          <p:cNvSpPr/>
          <p:nvPr/>
        </p:nvSpPr>
        <p:spPr>
          <a:xfrm>
            <a:off x="5906880" y="279792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3"/>
          <p:cNvSpPr/>
          <p:nvPr/>
        </p:nvSpPr>
        <p:spPr>
          <a:xfrm>
            <a:off x="2286000" y="233172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historical window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4"/>
          <p:cNvSpPr/>
          <p:nvPr/>
        </p:nvSpPr>
        <p:spPr>
          <a:xfrm>
            <a:off x="6355080" y="2487240"/>
            <a:ext cx="1279800" cy="685440"/>
          </a:xfrm>
          <a:prstGeom prst="roundRect">
            <a:avLst>
              <a:gd name="adj" fmla="val 10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5"/>
          <p:cNvSpPr/>
          <p:nvPr/>
        </p:nvSpPr>
        <p:spPr>
          <a:xfrm>
            <a:off x="6400800" y="2523600"/>
            <a:ext cx="118836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causal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CNN/TCN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6"/>
          <p:cNvSpPr/>
          <p:nvPr/>
        </p:nvSpPr>
        <p:spPr>
          <a:xfrm>
            <a:off x="5943600" y="2834640"/>
            <a:ext cx="4114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7"/>
          <p:cNvSpPr/>
          <p:nvPr/>
        </p:nvSpPr>
        <p:spPr>
          <a:xfrm>
            <a:off x="8092440" y="2487240"/>
            <a:ext cx="109692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18"/>
          <p:cNvSpPr/>
          <p:nvPr/>
        </p:nvSpPr>
        <p:spPr>
          <a:xfrm>
            <a:off x="8138160" y="2523600"/>
            <a:ext cx="100548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forecast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head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9"/>
          <p:cNvSpPr/>
          <p:nvPr/>
        </p:nvSpPr>
        <p:spPr>
          <a:xfrm>
            <a:off x="7635240" y="2834640"/>
            <a:ext cx="45720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0"/>
          <p:cNvSpPr/>
          <p:nvPr/>
        </p:nvSpPr>
        <p:spPr>
          <a:xfrm>
            <a:off x="978408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1"/>
          <p:cNvSpPr/>
          <p:nvPr/>
        </p:nvSpPr>
        <p:spPr>
          <a:xfrm>
            <a:off x="982980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t+1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22"/>
          <p:cNvSpPr/>
          <p:nvPr/>
        </p:nvSpPr>
        <p:spPr>
          <a:xfrm>
            <a:off x="1019556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3"/>
          <p:cNvSpPr/>
          <p:nvPr/>
        </p:nvSpPr>
        <p:spPr>
          <a:xfrm>
            <a:off x="1024128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t+2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24"/>
          <p:cNvSpPr/>
          <p:nvPr/>
        </p:nvSpPr>
        <p:spPr>
          <a:xfrm>
            <a:off x="1060704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25"/>
          <p:cNvSpPr/>
          <p:nvPr/>
        </p:nvSpPr>
        <p:spPr>
          <a:xfrm>
            <a:off x="1065276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t+3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26"/>
          <p:cNvSpPr/>
          <p:nvPr/>
        </p:nvSpPr>
        <p:spPr>
          <a:xfrm>
            <a:off x="1101852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27"/>
          <p:cNvSpPr/>
          <p:nvPr/>
        </p:nvSpPr>
        <p:spPr>
          <a:xfrm>
            <a:off x="1106424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t+4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28"/>
          <p:cNvSpPr/>
          <p:nvPr/>
        </p:nvSpPr>
        <p:spPr>
          <a:xfrm>
            <a:off x="11430000" y="2651760"/>
            <a:ext cx="328680" cy="328680"/>
          </a:xfrm>
          <a:prstGeom prst="roundRect">
            <a:avLst>
              <a:gd name="adj" fmla="val 22222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9"/>
          <p:cNvSpPr/>
          <p:nvPr/>
        </p:nvSpPr>
        <p:spPr>
          <a:xfrm>
            <a:off x="11475720" y="2688480"/>
            <a:ext cx="237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62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t+5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0"/>
          <p:cNvSpPr/>
          <p:nvPr/>
        </p:nvSpPr>
        <p:spPr>
          <a:xfrm>
            <a:off x="9189720" y="2834640"/>
            <a:ext cx="548640" cy="36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31"/>
          <p:cNvSpPr/>
          <p:nvPr/>
        </p:nvSpPr>
        <p:spPr>
          <a:xfrm>
            <a:off x="8961120" y="329184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[ŷ[t+1], ..., ŷ[t+H]]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2"/>
          <p:cNvSpPr/>
          <p:nvPr/>
        </p:nvSpPr>
        <p:spPr>
          <a:xfrm>
            <a:off x="1188720" y="480060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evaluate by horizon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33"/>
          <p:cNvSpPr/>
          <p:nvPr/>
        </p:nvSpPr>
        <p:spPr>
          <a:xfrm>
            <a:off x="3474720" y="5394960"/>
            <a:ext cx="3657600" cy="360"/>
          </a:xfrm>
          <a:prstGeom prst="line">
            <a:avLst/>
          </a:prstGeom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34"/>
          <p:cNvSpPr/>
          <p:nvPr/>
        </p:nvSpPr>
        <p:spPr>
          <a:xfrm flipV="1">
            <a:off x="3474720" y="4251960"/>
            <a:ext cx="360" cy="1143000"/>
          </a:xfrm>
          <a:prstGeom prst="line">
            <a:avLst/>
          </a:prstGeom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35"/>
          <p:cNvSpPr/>
          <p:nvPr/>
        </p:nvSpPr>
        <p:spPr>
          <a:xfrm>
            <a:off x="3694320" y="511164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36"/>
          <p:cNvSpPr/>
          <p:nvPr/>
        </p:nvSpPr>
        <p:spPr>
          <a:xfrm>
            <a:off x="4334400" y="492876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37"/>
          <p:cNvSpPr/>
          <p:nvPr/>
        </p:nvSpPr>
        <p:spPr>
          <a:xfrm flipV="1">
            <a:off x="3749040" y="4983480"/>
            <a:ext cx="640080" cy="18288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8"/>
          <p:cNvSpPr/>
          <p:nvPr/>
        </p:nvSpPr>
        <p:spPr>
          <a:xfrm>
            <a:off x="4974480" y="474588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39"/>
          <p:cNvSpPr/>
          <p:nvPr/>
        </p:nvSpPr>
        <p:spPr>
          <a:xfrm flipV="1">
            <a:off x="4389120" y="4800600"/>
            <a:ext cx="640080" cy="18288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40"/>
          <p:cNvSpPr/>
          <p:nvPr/>
        </p:nvSpPr>
        <p:spPr>
          <a:xfrm>
            <a:off x="5614560" y="451728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41"/>
          <p:cNvSpPr/>
          <p:nvPr/>
        </p:nvSpPr>
        <p:spPr>
          <a:xfrm flipV="1">
            <a:off x="5029200" y="4572000"/>
            <a:ext cx="640080" cy="22860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2"/>
          <p:cNvSpPr/>
          <p:nvPr/>
        </p:nvSpPr>
        <p:spPr>
          <a:xfrm>
            <a:off x="6437520" y="4288680"/>
            <a:ext cx="109440" cy="1094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2760" rIns="90000" bIns="327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43"/>
          <p:cNvSpPr/>
          <p:nvPr/>
        </p:nvSpPr>
        <p:spPr>
          <a:xfrm flipV="1">
            <a:off x="5669280" y="4343400"/>
            <a:ext cx="822960" cy="228600"/>
          </a:xfrm>
          <a:prstGeom prst="line">
            <a:avLst/>
          </a:prstGeom>
          <a:ln w="1778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4"/>
          <p:cNvSpPr/>
          <p:nvPr/>
        </p:nvSpPr>
        <p:spPr>
          <a:xfrm>
            <a:off x="4846320" y="5532120"/>
            <a:ext cx="9140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horizon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45"/>
          <p:cNvSpPr/>
          <p:nvPr/>
        </p:nvSpPr>
        <p:spPr>
          <a:xfrm>
            <a:off x="3017520" y="4343400"/>
            <a:ext cx="411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error</a:t>
            </a:r>
            <a:endParaRPr lang="it-IT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1"/>
          <p:cNvSpPr>
            <a:spLocks noGrp="1"/>
          </p:cNvSpPr>
          <p:nvPr>
            <p:ph type="sldNum" idx="14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F85A8A1-56A0-46AE-B25E-79962058F6E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5CAFF4-9165-6A81-6171-7C5201B27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CNNs can combine several input channels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BD7439-04C1-644C-9A4F-A8E2CE14DD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052906" cy="4499290"/>
          </a:xfrm>
        </p:spPr>
        <p:txBody>
          <a:bodyPr>
            <a:normAutofit/>
          </a:bodyPr>
          <a:lstStyle/>
          <a:p>
            <a:r>
              <a:rPr lang="en-GB" dirty="0"/>
              <a:t>Suppose the input at time t contains:</a:t>
            </a:r>
          </a:p>
          <a:p>
            <a:pPr lvl="1"/>
            <a:r>
              <a:rPr lang="en-GB" dirty="0"/>
              <a:t>temperature[t]</a:t>
            </a:r>
          </a:p>
          <a:p>
            <a:pPr lvl="1"/>
            <a:r>
              <a:rPr lang="en-GB" dirty="0"/>
              <a:t>pressure[t]</a:t>
            </a:r>
          </a:p>
          <a:p>
            <a:pPr lvl="1"/>
            <a:r>
              <a:rPr lang="en-GB" dirty="0"/>
              <a:t>flow[t]</a:t>
            </a:r>
          </a:p>
          <a:p>
            <a:pPr lvl="1"/>
            <a:r>
              <a:rPr lang="en-GB" dirty="0"/>
              <a:t>vibration[t]</a:t>
            </a:r>
          </a:p>
          <a:p>
            <a:r>
              <a:rPr lang="en-GB" dirty="0"/>
              <a:t>A Conv1D kernel spans:</a:t>
            </a:r>
          </a:p>
          <a:p>
            <a:pPr lvl="1"/>
            <a:r>
              <a:rPr lang="en-GB" dirty="0"/>
              <a:t>several time positions; </a:t>
            </a:r>
          </a:p>
          <a:p>
            <a:pPr lvl="1"/>
            <a:r>
              <a:rPr lang="en-GB" dirty="0"/>
              <a:t>all input channels. </a:t>
            </a:r>
          </a:p>
          <a:p>
            <a:r>
              <a:rPr lang="en-GB" dirty="0"/>
              <a:t>Therefore it can learn patterns involving both:</a:t>
            </a:r>
          </a:p>
          <a:p>
            <a:pPr lvl="1"/>
            <a:r>
              <a:rPr lang="en-GB" dirty="0"/>
              <a:t>temporal evolution; </a:t>
            </a:r>
          </a:p>
          <a:p>
            <a:pPr lvl="1"/>
            <a:r>
              <a:rPr lang="en-GB" dirty="0"/>
              <a:t>cross-variable interaction.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336C995-770F-CC43-1019-A719CC730D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897880" cy="4499291"/>
          </a:xfrm>
        </p:spPr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filter might respond strongly when:</a:t>
            </a:r>
          </a:p>
          <a:p>
            <a:pPr lvl="1"/>
            <a:r>
              <a:rPr lang="en-GB" dirty="0"/>
              <a:t>vibration rises; </a:t>
            </a:r>
          </a:p>
          <a:p>
            <a:pPr lvl="1"/>
            <a:r>
              <a:rPr lang="en-GB" dirty="0"/>
              <a:t>load is high; </a:t>
            </a:r>
          </a:p>
          <a:p>
            <a:pPr lvl="1"/>
            <a:r>
              <a:rPr lang="en-GB" dirty="0"/>
              <a:t>temperature begins to increase; </a:t>
            </a:r>
          </a:p>
          <a:p>
            <a:pPr lvl="1"/>
            <a:r>
              <a:rPr lang="en-GB" dirty="0"/>
              <a:t>within the same local interval.</a:t>
            </a:r>
            <a:endParaRPr lang="en-GB" b="1" dirty="0"/>
          </a:p>
          <a:p>
            <a:endParaRPr lang="en-GB" dirty="0"/>
          </a:p>
          <a:p>
            <a:r>
              <a:rPr lang="en-GB" b="1" dirty="0"/>
              <a:t>This interaction is learned directly from the multivariate temporal window.</a:t>
            </a:r>
          </a:p>
          <a:p>
            <a:r>
              <a:rPr lang="en-GB" b="1" dirty="0"/>
              <a:t>Manual construction of every cross-variable temporal feature is not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21696616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Conv1D kernels combine time and channels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filter can learn cross-variable temporal patterns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3474720" y="1234440"/>
            <a:ext cx="914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time →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411480" y="1234440"/>
            <a:ext cx="8226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channels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4"/>
          <p:cNvSpPr/>
          <p:nvPr/>
        </p:nvSpPr>
        <p:spPr>
          <a:xfrm>
            <a:off x="411480" y="157284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temp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5"/>
          <p:cNvSpPr/>
          <p:nvPr/>
        </p:nvSpPr>
        <p:spPr>
          <a:xfrm>
            <a:off x="100584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6"/>
          <p:cNvSpPr/>
          <p:nvPr/>
        </p:nvSpPr>
        <p:spPr>
          <a:xfrm>
            <a:off x="160020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7"/>
          <p:cNvSpPr/>
          <p:nvPr/>
        </p:nvSpPr>
        <p:spPr>
          <a:xfrm>
            <a:off x="219456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8"/>
          <p:cNvSpPr/>
          <p:nvPr/>
        </p:nvSpPr>
        <p:spPr>
          <a:xfrm>
            <a:off x="2788920" y="150876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9"/>
          <p:cNvSpPr/>
          <p:nvPr/>
        </p:nvSpPr>
        <p:spPr>
          <a:xfrm>
            <a:off x="3383280" y="150876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10"/>
          <p:cNvSpPr/>
          <p:nvPr/>
        </p:nvSpPr>
        <p:spPr>
          <a:xfrm>
            <a:off x="3977640" y="150876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11"/>
          <p:cNvSpPr/>
          <p:nvPr/>
        </p:nvSpPr>
        <p:spPr>
          <a:xfrm>
            <a:off x="457200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12"/>
          <p:cNvSpPr/>
          <p:nvPr/>
        </p:nvSpPr>
        <p:spPr>
          <a:xfrm>
            <a:off x="516636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13"/>
          <p:cNvSpPr/>
          <p:nvPr/>
        </p:nvSpPr>
        <p:spPr>
          <a:xfrm>
            <a:off x="576072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14"/>
          <p:cNvSpPr/>
          <p:nvPr/>
        </p:nvSpPr>
        <p:spPr>
          <a:xfrm>
            <a:off x="6355080" y="150876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15"/>
          <p:cNvSpPr/>
          <p:nvPr/>
        </p:nvSpPr>
        <p:spPr>
          <a:xfrm>
            <a:off x="411480" y="196596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press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16"/>
          <p:cNvSpPr/>
          <p:nvPr/>
        </p:nvSpPr>
        <p:spPr>
          <a:xfrm>
            <a:off x="100584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17"/>
          <p:cNvSpPr/>
          <p:nvPr/>
        </p:nvSpPr>
        <p:spPr>
          <a:xfrm>
            <a:off x="160020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18"/>
          <p:cNvSpPr/>
          <p:nvPr/>
        </p:nvSpPr>
        <p:spPr>
          <a:xfrm>
            <a:off x="219456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19"/>
          <p:cNvSpPr/>
          <p:nvPr/>
        </p:nvSpPr>
        <p:spPr>
          <a:xfrm>
            <a:off x="2788920" y="19018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20"/>
          <p:cNvSpPr/>
          <p:nvPr/>
        </p:nvSpPr>
        <p:spPr>
          <a:xfrm>
            <a:off x="3383280" y="19018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1"/>
          <p:cNvSpPr/>
          <p:nvPr/>
        </p:nvSpPr>
        <p:spPr>
          <a:xfrm>
            <a:off x="3977640" y="19018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22"/>
          <p:cNvSpPr/>
          <p:nvPr/>
        </p:nvSpPr>
        <p:spPr>
          <a:xfrm>
            <a:off x="457200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23"/>
          <p:cNvSpPr/>
          <p:nvPr/>
        </p:nvSpPr>
        <p:spPr>
          <a:xfrm>
            <a:off x="516636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24"/>
          <p:cNvSpPr/>
          <p:nvPr/>
        </p:nvSpPr>
        <p:spPr>
          <a:xfrm>
            <a:off x="576072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25"/>
          <p:cNvSpPr/>
          <p:nvPr/>
        </p:nvSpPr>
        <p:spPr>
          <a:xfrm>
            <a:off x="6355080" y="19018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26"/>
          <p:cNvSpPr/>
          <p:nvPr/>
        </p:nvSpPr>
        <p:spPr>
          <a:xfrm>
            <a:off x="411480" y="235908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flow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27"/>
          <p:cNvSpPr/>
          <p:nvPr/>
        </p:nvSpPr>
        <p:spPr>
          <a:xfrm>
            <a:off x="100584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8"/>
          <p:cNvSpPr/>
          <p:nvPr/>
        </p:nvSpPr>
        <p:spPr>
          <a:xfrm>
            <a:off x="160020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29"/>
          <p:cNvSpPr/>
          <p:nvPr/>
        </p:nvSpPr>
        <p:spPr>
          <a:xfrm>
            <a:off x="219456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30"/>
          <p:cNvSpPr/>
          <p:nvPr/>
        </p:nvSpPr>
        <p:spPr>
          <a:xfrm>
            <a:off x="2788920" y="229500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31"/>
          <p:cNvSpPr/>
          <p:nvPr/>
        </p:nvSpPr>
        <p:spPr>
          <a:xfrm>
            <a:off x="3383280" y="229500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2"/>
          <p:cNvSpPr/>
          <p:nvPr/>
        </p:nvSpPr>
        <p:spPr>
          <a:xfrm>
            <a:off x="3977640" y="229500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33"/>
          <p:cNvSpPr/>
          <p:nvPr/>
        </p:nvSpPr>
        <p:spPr>
          <a:xfrm>
            <a:off x="457200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34"/>
          <p:cNvSpPr/>
          <p:nvPr/>
        </p:nvSpPr>
        <p:spPr>
          <a:xfrm>
            <a:off x="516636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35"/>
          <p:cNvSpPr/>
          <p:nvPr/>
        </p:nvSpPr>
        <p:spPr>
          <a:xfrm>
            <a:off x="576072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36"/>
          <p:cNvSpPr/>
          <p:nvPr/>
        </p:nvSpPr>
        <p:spPr>
          <a:xfrm>
            <a:off x="6355080" y="229500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7"/>
          <p:cNvSpPr/>
          <p:nvPr/>
        </p:nvSpPr>
        <p:spPr>
          <a:xfrm>
            <a:off x="411480" y="2752200"/>
            <a:ext cx="5025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vibr</a:t>
            </a:r>
            <a:endParaRPr lang="it-IT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38"/>
          <p:cNvSpPr/>
          <p:nvPr/>
        </p:nvSpPr>
        <p:spPr>
          <a:xfrm>
            <a:off x="100584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9"/>
          <p:cNvSpPr/>
          <p:nvPr/>
        </p:nvSpPr>
        <p:spPr>
          <a:xfrm>
            <a:off x="160020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40"/>
          <p:cNvSpPr/>
          <p:nvPr/>
        </p:nvSpPr>
        <p:spPr>
          <a:xfrm>
            <a:off x="219456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1"/>
          <p:cNvSpPr/>
          <p:nvPr/>
        </p:nvSpPr>
        <p:spPr>
          <a:xfrm>
            <a:off x="2788920" y="26884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42"/>
          <p:cNvSpPr/>
          <p:nvPr/>
        </p:nvSpPr>
        <p:spPr>
          <a:xfrm>
            <a:off x="3383280" y="26884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43"/>
          <p:cNvSpPr/>
          <p:nvPr/>
        </p:nvSpPr>
        <p:spPr>
          <a:xfrm>
            <a:off x="3977640" y="2688480"/>
            <a:ext cx="594000" cy="392760"/>
          </a:xfrm>
          <a:prstGeom prst="rect">
            <a:avLst/>
          </a:prstGeom>
          <a:solidFill>
            <a:srgbClr val="ECFCCB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44"/>
          <p:cNvSpPr/>
          <p:nvPr/>
        </p:nvSpPr>
        <p:spPr>
          <a:xfrm>
            <a:off x="457200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45"/>
          <p:cNvSpPr/>
          <p:nvPr/>
        </p:nvSpPr>
        <p:spPr>
          <a:xfrm>
            <a:off x="516636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46"/>
          <p:cNvSpPr/>
          <p:nvPr/>
        </p:nvSpPr>
        <p:spPr>
          <a:xfrm>
            <a:off x="576072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47"/>
          <p:cNvSpPr/>
          <p:nvPr/>
        </p:nvSpPr>
        <p:spPr>
          <a:xfrm>
            <a:off x="6355080" y="2688480"/>
            <a:ext cx="594000" cy="39276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48"/>
          <p:cNvSpPr/>
          <p:nvPr/>
        </p:nvSpPr>
        <p:spPr>
          <a:xfrm>
            <a:off x="2788920" y="1508760"/>
            <a:ext cx="1782720" cy="1572480"/>
          </a:xfrm>
          <a:prstGeom prst="rect">
            <a:avLst/>
          </a:prstGeom>
          <a:noFill/>
          <a:ln w="254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49"/>
          <p:cNvSpPr/>
          <p:nvPr/>
        </p:nvSpPr>
        <p:spPr>
          <a:xfrm>
            <a:off x="2699640" y="3246120"/>
            <a:ext cx="1828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kernel window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K=3, d=4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50"/>
          <p:cNvSpPr/>
          <p:nvPr/>
        </p:nvSpPr>
        <p:spPr>
          <a:xfrm>
            <a:off x="7589520" y="1828800"/>
            <a:ext cx="1554120" cy="54828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51"/>
          <p:cNvSpPr/>
          <p:nvPr/>
        </p:nvSpPr>
        <p:spPr>
          <a:xfrm>
            <a:off x="7635240" y="1865520"/>
            <a:ext cx="14626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learned filter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52"/>
          <p:cNvSpPr/>
          <p:nvPr/>
        </p:nvSpPr>
        <p:spPr>
          <a:xfrm flipV="1">
            <a:off x="3680280" y="2103120"/>
            <a:ext cx="3909240" cy="19188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53"/>
          <p:cNvSpPr/>
          <p:nvPr/>
        </p:nvSpPr>
        <p:spPr>
          <a:xfrm>
            <a:off x="9601200" y="1874520"/>
            <a:ext cx="114264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54"/>
          <p:cNvSpPr/>
          <p:nvPr/>
        </p:nvSpPr>
        <p:spPr>
          <a:xfrm>
            <a:off x="9646920" y="1911240"/>
            <a:ext cx="1051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activation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55"/>
          <p:cNvSpPr/>
          <p:nvPr/>
        </p:nvSpPr>
        <p:spPr>
          <a:xfrm>
            <a:off x="9144000" y="2103120"/>
            <a:ext cx="45720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56"/>
          <p:cNvSpPr/>
          <p:nvPr/>
        </p:nvSpPr>
        <p:spPr>
          <a:xfrm>
            <a:off x="1828800" y="4937760"/>
            <a:ext cx="76806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Example pattern: vibration rises while load and temperature change together.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PlaceHolder 1"/>
          <p:cNvSpPr>
            <a:spLocks noGrp="1"/>
          </p:cNvSpPr>
          <p:nvPr>
            <p:ph type="sldNum" idx="15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C6C5EED-1261-4186-8FAE-1E758F6B77B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227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7F93B-C763-EAA6-9815-41D8BD01F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Choosing the architecture from the task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529435-F452-4B35-27F3-B42DACF9E2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159586" cy="436213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Window classification</a:t>
            </a:r>
          </a:p>
          <a:p>
            <a:r>
              <a:rPr lang="en-GB" dirty="0"/>
              <a:t>Often use:</a:t>
            </a:r>
          </a:p>
          <a:p>
            <a:pPr lvl="1"/>
            <a:r>
              <a:rPr lang="en-GB" dirty="0"/>
              <a:t>non-causal CNN; </a:t>
            </a:r>
          </a:p>
          <a:p>
            <a:pPr lvl="1"/>
            <a:r>
              <a:rPr lang="en-GB" dirty="0" err="1"/>
              <a:t>downsampling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global pooling. </a:t>
            </a:r>
          </a:p>
          <a:p>
            <a:r>
              <a:rPr lang="en-GB" b="1" dirty="0"/>
              <a:t>Sequence labelling</a:t>
            </a:r>
          </a:p>
          <a:p>
            <a:r>
              <a:rPr lang="en-GB" dirty="0"/>
              <a:t>Often use:</a:t>
            </a:r>
          </a:p>
          <a:p>
            <a:pPr lvl="1"/>
            <a:r>
              <a:rPr lang="en-GB" dirty="0"/>
              <a:t>same padding; </a:t>
            </a:r>
          </a:p>
          <a:p>
            <a:pPr lvl="1"/>
            <a:r>
              <a:rPr lang="en-GB" dirty="0"/>
              <a:t>limited </a:t>
            </a:r>
            <a:r>
              <a:rPr lang="en-GB" dirty="0" err="1"/>
              <a:t>downsampling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causal or non-causal depending on deployment.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FA6BE33-81D6-7192-EC7F-DB52D9142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943790" cy="4560251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Forecasting</a:t>
            </a:r>
          </a:p>
          <a:p>
            <a:r>
              <a:rPr lang="en-GB" dirty="0"/>
              <a:t>Use: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sufficient receptive field; </a:t>
            </a:r>
          </a:p>
          <a:p>
            <a:pPr lvl="1"/>
            <a:r>
              <a:rPr lang="en-GB" dirty="0"/>
              <a:t>direct or recursive output strategy. </a:t>
            </a:r>
          </a:p>
          <a:p>
            <a:r>
              <a:rPr lang="en-GB" b="1" dirty="0"/>
              <a:t>Regression from sequence</a:t>
            </a:r>
          </a:p>
          <a:p>
            <a:r>
              <a:rPr lang="en-GB" dirty="0"/>
              <a:t>Often use:</a:t>
            </a:r>
          </a:p>
          <a:p>
            <a:pPr lvl="1"/>
            <a:r>
              <a:rPr lang="en-GB" dirty="0"/>
              <a:t>convolutional stack; </a:t>
            </a:r>
          </a:p>
          <a:p>
            <a:pPr lvl="1"/>
            <a:r>
              <a:rPr lang="en-GB" dirty="0"/>
              <a:t>global pooling; </a:t>
            </a:r>
          </a:p>
          <a:p>
            <a:pPr lvl="1"/>
            <a:r>
              <a:rPr lang="en-GB" dirty="0"/>
              <a:t>regression head.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correct CNN architecture follows from the prediction-time and output requirements.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4574023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F3D24E-E61E-FD66-8C67-3460E901A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Convolutional output structure and tensor shapes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21E8DFF-6D70-CB45-357D-93418B0466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3320" y="1991003"/>
            <a:ext cx="7081961" cy="3027917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B0F1BFBA-14BC-B088-EB4A-F22CF463D891}"/>
              </a:ext>
            </a:extLst>
          </p:cNvPr>
          <p:cNvSpPr txBox="1"/>
          <p:nvPr/>
        </p:nvSpPr>
        <p:spPr>
          <a:xfrm>
            <a:off x="7055757" y="4828765"/>
            <a:ext cx="611051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L</a:t>
            </a:r>
            <a:r>
              <a:rPr lang="en-GB" dirty="0"/>
              <a:t> = original temporal length;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L'</a:t>
            </a:r>
            <a:r>
              <a:rPr lang="en-GB" dirty="0"/>
              <a:t> = possibly transformed temporal length;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F</a:t>
            </a:r>
            <a:r>
              <a:rPr lang="en-GB" dirty="0"/>
              <a:t> = learned convolutional channels;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K</a:t>
            </a:r>
            <a:r>
              <a:rPr lang="en-GB" dirty="0"/>
              <a:t> = number of classes;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H</a:t>
            </a:r>
            <a:r>
              <a:rPr lang="en-GB" dirty="0"/>
              <a:t> = forecast horizon;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urier New" panose="02070309020205020404" pitchFamily="49" charset="0"/>
              </a:rPr>
              <a:t>q</a:t>
            </a:r>
            <a:r>
              <a:rPr lang="en-GB" dirty="0"/>
              <a:t> = number of continuous target variables.</a:t>
            </a:r>
          </a:p>
        </p:txBody>
      </p:sp>
    </p:spTree>
    <p:extLst>
      <p:ext uri="{BB962C8B-B14F-4D97-AF65-F5344CB8AC3E}">
        <p14:creationId xmlns:p14="http://schemas.microsoft.com/office/powerpoint/2010/main" val="236495495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7778EE-5901-031A-7F8A-E1E0D2AE9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5.K — Multiscale Temporal Patterns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A5AF91-55AC-975F-8E39-C720F12053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669182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290077-8737-DC6C-798D-E93C222C1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Real temporal patterns occur at different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122542-D421-E4BA-5313-913EF5A1FC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220356" cy="4697411"/>
          </a:xfrm>
        </p:spPr>
        <p:txBody>
          <a:bodyPr>
            <a:normAutofit/>
          </a:bodyPr>
          <a:lstStyle/>
          <a:p>
            <a:r>
              <a:rPr lang="en-GB" dirty="0"/>
              <a:t>A single temporal signal may contain phenomena of very different durations.</a:t>
            </a:r>
          </a:p>
          <a:p>
            <a:pPr lvl="1"/>
            <a:r>
              <a:rPr lang="en-GB" dirty="0"/>
              <a:t>Example in industrial monitoring:</a:t>
            </a:r>
          </a:p>
          <a:p>
            <a:pPr lvl="1"/>
            <a:r>
              <a:rPr lang="en-GB" dirty="0"/>
              <a:t>short vibration impulse: milliseconds; </a:t>
            </a:r>
          </a:p>
          <a:p>
            <a:pPr lvl="1"/>
            <a:r>
              <a:rPr lang="en-GB" dirty="0"/>
              <a:t>mechanical oscillation: fractions of a second; </a:t>
            </a:r>
          </a:p>
          <a:p>
            <a:pPr lvl="1"/>
            <a:r>
              <a:rPr lang="en-GB" dirty="0"/>
              <a:t>thermal drift: minutes; </a:t>
            </a:r>
          </a:p>
          <a:p>
            <a:pPr lvl="1"/>
            <a:r>
              <a:rPr lang="en-GB" dirty="0"/>
              <a:t>operating-cycle change: hours. </a:t>
            </a:r>
          </a:p>
          <a:p>
            <a:r>
              <a:rPr lang="en-GB" dirty="0"/>
              <a:t>A single kernel size emphasizes one local temporal scale.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EDD2A7-E7BF-79F8-C061-CC501D30B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7690" y="2160589"/>
            <a:ext cx="6096190" cy="4392611"/>
          </a:xfrm>
        </p:spPr>
        <p:txBody>
          <a:bodyPr>
            <a:normAutofit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At 100 Hz:</a:t>
            </a:r>
          </a:p>
          <a:p>
            <a:pPr lvl="1"/>
            <a:r>
              <a:rPr lang="en-GB" dirty="0"/>
              <a:t>K = 5 covers: 0.05 s</a:t>
            </a:r>
          </a:p>
          <a:p>
            <a:pPr lvl="1"/>
            <a:r>
              <a:rPr lang="en-GB" dirty="0"/>
              <a:t>while: K = 100 covers: 1 s</a:t>
            </a:r>
          </a:p>
          <a:p>
            <a:endParaRPr lang="en-GB" b="1" dirty="0"/>
          </a:p>
          <a:p>
            <a:r>
              <a:rPr lang="en-GB" b="1" dirty="0"/>
              <a:t>Question</a:t>
            </a:r>
          </a:p>
          <a:p>
            <a:r>
              <a:rPr lang="en-GB" dirty="0"/>
              <a:t>What if relevant patterns exist at several temporal scales simultaneously?</a:t>
            </a:r>
          </a:p>
          <a:p>
            <a:r>
              <a:rPr lang="en-GB" b="1" dirty="0"/>
              <a:t>This motivates multiscale convolutional architectures.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757430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Real temporal patterns occur at </a:t>
            </a:r>
            <a:r>
              <a:rPr lang="en-US" sz="3000" b="1" u="none" strike="noStrike" dirty="0">
                <a:solidFill>
                  <a:srgbClr val="0F172A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different scales</a:t>
            </a:r>
            <a:endParaRPr lang="it-IT" sz="30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537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Architecture should reflect physical time scales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2"/>
          <p:cNvSpPr/>
          <p:nvPr/>
        </p:nvSpPr>
        <p:spPr>
          <a:xfrm>
            <a:off x="914400" y="3931920"/>
            <a:ext cx="877824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3"/>
          <p:cNvSpPr/>
          <p:nvPr/>
        </p:nvSpPr>
        <p:spPr>
          <a:xfrm>
            <a:off x="1371600" y="3931920"/>
            <a:ext cx="365760" cy="36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4"/>
          <p:cNvSpPr/>
          <p:nvPr/>
        </p:nvSpPr>
        <p:spPr>
          <a:xfrm flipV="1">
            <a:off x="1737360" y="3291840"/>
            <a:ext cx="45720" cy="64008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5"/>
          <p:cNvSpPr/>
          <p:nvPr/>
        </p:nvSpPr>
        <p:spPr>
          <a:xfrm>
            <a:off x="1783080" y="3291840"/>
            <a:ext cx="45720" cy="64008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6"/>
          <p:cNvSpPr/>
          <p:nvPr/>
        </p:nvSpPr>
        <p:spPr>
          <a:xfrm>
            <a:off x="1828800" y="3931920"/>
            <a:ext cx="365760" cy="36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7"/>
          <p:cNvSpPr/>
          <p:nvPr/>
        </p:nvSpPr>
        <p:spPr>
          <a:xfrm>
            <a:off x="1234440" y="42976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20 ms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563EB"/>
                </a:solidFill>
                <a:effectLst/>
                <a:uFillTx/>
                <a:latin typeface="Aptos"/>
                <a:ea typeface="Aptos"/>
              </a:rPr>
              <a:t>impulse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8"/>
          <p:cNvSpPr/>
          <p:nvPr/>
        </p:nvSpPr>
        <p:spPr>
          <a:xfrm flipV="1">
            <a:off x="3657600" y="3616560"/>
            <a:ext cx="50040" cy="3153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9"/>
          <p:cNvSpPr/>
          <p:nvPr/>
        </p:nvSpPr>
        <p:spPr>
          <a:xfrm flipV="1">
            <a:off x="3707640" y="3510000"/>
            <a:ext cx="50400" cy="1065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0"/>
          <p:cNvSpPr/>
          <p:nvPr/>
        </p:nvSpPr>
        <p:spPr>
          <a:xfrm>
            <a:off x="3758040" y="3510000"/>
            <a:ext cx="50400" cy="1479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11"/>
          <p:cNvSpPr/>
          <p:nvPr/>
        </p:nvSpPr>
        <p:spPr>
          <a:xfrm>
            <a:off x="3808440" y="3657960"/>
            <a:ext cx="50040" cy="2966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12"/>
          <p:cNvSpPr/>
          <p:nvPr/>
        </p:nvSpPr>
        <p:spPr>
          <a:xfrm>
            <a:off x="3858480" y="3954600"/>
            <a:ext cx="50400" cy="2602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3"/>
          <p:cNvSpPr/>
          <p:nvPr/>
        </p:nvSpPr>
        <p:spPr>
          <a:xfrm>
            <a:off x="3908880" y="4214880"/>
            <a:ext cx="50400" cy="752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0240" rIns="90000" bIns="302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14"/>
          <p:cNvSpPr/>
          <p:nvPr/>
        </p:nvSpPr>
        <p:spPr>
          <a:xfrm flipV="1">
            <a:off x="3959280" y="4149720"/>
            <a:ext cx="50040" cy="1404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5"/>
          <p:cNvSpPr/>
          <p:nvPr/>
        </p:nvSpPr>
        <p:spPr>
          <a:xfrm flipV="1">
            <a:off x="4009320" y="3893040"/>
            <a:ext cx="50400" cy="2566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16"/>
          <p:cNvSpPr/>
          <p:nvPr/>
        </p:nvSpPr>
        <p:spPr>
          <a:xfrm flipV="1">
            <a:off x="4059720" y="3678480"/>
            <a:ext cx="50400" cy="2145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17"/>
          <p:cNvSpPr/>
          <p:nvPr/>
        </p:nvSpPr>
        <p:spPr>
          <a:xfrm flipV="1">
            <a:off x="4110120" y="3628440"/>
            <a:ext cx="50400" cy="500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5040" rIns="90000" bIns="50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18"/>
          <p:cNvSpPr/>
          <p:nvPr/>
        </p:nvSpPr>
        <p:spPr>
          <a:xfrm>
            <a:off x="4160520" y="3628440"/>
            <a:ext cx="50040" cy="1310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19"/>
          <p:cNvSpPr/>
          <p:nvPr/>
        </p:nvSpPr>
        <p:spPr>
          <a:xfrm>
            <a:off x="4210560" y="3759480"/>
            <a:ext cx="50400" cy="2214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20"/>
          <p:cNvSpPr/>
          <p:nvPr/>
        </p:nvSpPr>
        <p:spPr>
          <a:xfrm>
            <a:off x="4260960" y="3980880"/>
            <a:ext cx="50400" cy="1760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21"/>
          <p:cNvSpPr/>
          <p:nvPr/>
        </p:nvSpPr>
        <p:spPr>
          <a:xfrm>
            <a:off x="4311360" y="4156920"/>
            <a:ext cx="50040" cy="306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22"/>
          <p:cNvSpPr/>
          <p:nvPr/>
        </p:nvSpPr>
        <p:spPr>
          <a:xfrm flipV="1">
            <a:off x="4361400" y="4066200"/>
            <a:ext cx="50400" cy="12132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23"/>
          <p:cNvSpPr/>
          <p:nvPr/>
        </p:nvSpPr>
        <p:spPr>
          <a:xfrm flipV="1">
            <a:off x="4411800" y="3875760"/>
            <a:ext cx="50400" cy="1904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24"/>
          <p:cNvSpPr/>
          <p:nvPr/>
        </p:nvSpPr>
        <p:spPr>
          <a:xfrm flipV="1">
            <a:off x="4462200" y="3732840"/>
            <a:ext cx="50040" cy="14292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25"/>
          <p:cNvSpPr/>
          <p:nvPr/>
        </p:nvSpPr>
        <p:spPr>
          <a:xfrm flipV="1">
            <a:off x="4512240" y="3717000"/>
            <a:ext cx="50400" cy="1584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9160" rIns="90000" bIns="-2916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26"/>
          <p:cNvSpPr/>
          <p:nvPr/>
        </p:nvSpPr>
        <p:spPr>
          <a:xfrm>
            <a:off x="4562640" y="3717000"/>
            <a:ext cx="50400" cy="1108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27"/>
          <p:cNvSpPr/>
          <p:nvPr/>
        </p:nvSpPr>
        <p:spPr>
          <a:xfrm>
            <a:off x="4613040" y="3827880"/>
            <a:ext cx="50400" cy="1630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28"/>
          <p:cNvSpPr/>
          <p:nvPr/>
        </p:nvSpPr>
        <p:spPr>
          <a:xfrm>
            <a:off x="4663440" y="3990960"/>
            <a:ext cx="50040" cy="11592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29"/>
          <p:cNvSpPr/>
          <p:nvPr/>
        </p:nvSpPr>
        <p:spPr>
          <a:xfrm>
            <a:off x="4713480" y="4106880"/>
            <a:ext cx="50400" cy="468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0320" rIns="90000" bIns="-403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30"/>
          <p:cNvSpPr/>
          <p:nvPr/>
        </p:nvSpPr>
        <p:spPr>
          <a:xfrm flipV="1">
            <a:off x="4763880" y="4010760"/>
            <a:ext cx="50400" cy="10080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31"/>
          <p:cNvSpPr/>
          <p:nvPr/>
        </p:nvSpPr>
        <p:spPr>
          <a:xfrm flipV="1">
            <a:off x="4814280" y="3871800"/>
            <a:ext cx="50040" cy="138960"/>
          </a:xfrm>
          <a:prstGeom prst="line">
            <a:avLst/>
          </a:prstGeom>
          <a:ln w="1905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32"/>
          <p:cNvSpPr/>
          <p:nvPr/>
        </p:nvSpPr>
        <p:spPr>
          <a:xfrm>
            <a:off x="3429000" y="42976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0.5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vibration burst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33"/>
          <p:cNvSpPr/>
          <p:nvPr/>
        </p:nvSpPr>
        <p:spPr>
          <a:xfrm flipV="1">
            <a:off x="6400800" y="3154680"/>
            <a:ext cx="2926080" cy="868680"/>
          </a:xfrm>
          <a:prstGeom prst="line">
            <a:avLst/>
          </a:prstGeom>
          <a:ln w="381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34"/>
          <p:cNvSpPr/>
          <p:nvPr/>
        </p:nvSpPr>
        <p:spPr>
          <a:xfrm>
            <a:off x="7315200" y="429768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10 s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thermal drift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35"/>
          <p:cNvSpPr/>
          <p:nvPr/>
        </p:nvSpPr>
        <p:spPr>
          <a:xfrm>
            <a:off x="1005840" y="1371600"/>
            <a:ext cx="155412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36"/>
          <p:cNvSpPr/>
          <p:nvPr/>
        </p:nvSpPr>
        <p:spPr>
          <a:xfrm>
            <a:off x="1051560" y="1408320"/>
            <a:ext cx="14626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small kernels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37"/>
          <p:cNvSpPr/>
          <p:nvPr/>
        </p:nvSpPr>
        <p:spPr>
          <a:xfrm>
            <a:off x="3566160" y="1371600"/>
            <a:ext cx="2011320" cy="502560"/>
          </a:xfrm>
          <a:prstGeom prst="roundRect">
            <a:avLst>
              <a:gd name="adj" fmla="val 14545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38"/>
          <p:cNvSpPr/>
          <p:nvPr/>
        </p:nvSpPr>
        <p:spPr>
          <a:xfrm>
            <a:off x="3611880" y="1408320"/>
            <a:ext cx="19198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medium receptive fields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39"/>
          <p:cNvSpPr/>
          <p:nvPr/>
        </p:nvSpPr>
        <p:spPr>
          <a:xfrm>
            <a:off x="6949440" y="1371600"/>
            <a:ext cx="2011320" cy="50256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40"/>
          <p:cNvSpPr/>
          <p:nvPr/>
        </p:nvSpPr>
        <p:spPr>
          <a:xfrm>
            <a:off x="6995160" y="1408320"/>
            <a:ext cx="19198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deep / dilated context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41"/>
          <p:cNvSpPr/>
          <p:nvPr/>
        </p:nvSpPr>
        <p:spPr>
          <a:xfrm>
            <a:off x="1783080" y="1874520"/>
            <a:ext cx="360" cy="137160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42"/>
          <p:cNvSpPr/>
          <p:nvPr/>
        </p:nvSpPr>
        <p:spPr>
          <a:xfrm flipH="1">
            <a:off x="4251960" y="1874520"/>
            <a:ext cx="320040" cy="1463040"/>
          </a:xfrm>
          <a:prstGeom prst="line">
            <a:avLst/>
          </a:prstGeom>
          <a:ln w="1905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3"/>
          <p:cNvSpPr/>
          <p:nvPr/>
        </p:nvSpPr>
        <p:spPr>
          <a:xfrm>
            <a:off x="7955280" y="1874520"/>
            <a:ext cx="360" cy="1188720"/>
          </a:xfrm>
          <a:prstGeom prst="line">
            <a:avLst/>
          </a:prstGeom>
          <a:ln w="1905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1"/>
          <p:cNvSpPr>
            <a:spLocks noGrp="1"/>
          </p:cNvSpPr>
          <p:nvPr>
            <p:ph type="sldNum" idx="16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DD2EEBA-0132-4F6E-B5BF-B52C2C6CC7D9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232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CFF58C-C988-68A2-478A-74B1AA07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Different </a:t>
            </a:r>
            <a:r>
              <a:rPr lang="en-GB" b="1" dirty="0">
                <a:highlight>
                  <a:srgbClr val="FFFF00"/>
                </a:highlight>
              </a:rPr>
              <a:t>kernel sizes </a:t>
            </a:r>
            <a:r>
              <a:rPr lang="en-GB" dirty="0"/>
              <a:t>detect different temporal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63EE50-48F5-B6C8-E5E0-CC325FC9D2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418666" cy="4407851"/>
          </a:xfrm>
        </p:spPr>
        <p:txBody>
          <a:bodyPr>
            <a:normAutofit/>
          </a:bodyPr>
          <a:lstStyle/>
          <a:p>
            <a:r>
              <a:rPr lang="en-GB" b="1" dirty="0"/>
              <a:t>Small kernel</a:t>
            </a:r>
          </a:p>
          <a:p>
            <a:r>
              <a:rPr lang="en-GB" dirty="0"/>
              <a:t>Can capture:</a:t>
            </a:r>
          </a:p>
          <a:p>
            <a:pPr lvl="1"/>
            <a:r>
              <a:rPr lang="en-GB" dirty="0"/>
              <a:t>abrupt transitions; </a:t>
            </a:r>
          </a:p>
          <a:p>
            <a:pPr lvl="1"/>
            <a:r>
              <a:rPr lang="en-GB" dirty="0"/>
              <a:t>sharp peaks; </a:t>
            </a:r>
          </a:p>
          <a:p>
            <a:pPr lvl="1"/>
            <a:r>
              <a:rPr lang="en-GB" dirty="0"/>
              <a:t>local derivatives; </a:t>
            </a:r>
          </a:p>
          <a:p>
            <a:pPr lvl="1"/>
            <a:r>
              <a:rPr lang="en-GB" dirty="0"/>
              <a:t>high-frequency structure. </a:t>
            </a:r>
          </a:p>
          <a:p>
            <a:r>
              <a:rPr lang="en-GB" b="1" dirty="0"/>
              <a:t>Medium kernel</a:t>
            </a:r>
          </a:p>
          <a:p>
            <a:r>
              <a:rPr lang="en-GB" dirty="0"/>
              <a:t>Can capture:</a:t>
            </a:r>
          </a:p>
          <a:p>
            <a:pPr lvl="1"/>
            <a:r>
              <a:rPr lang="en-GB" dirty="0"/>
              <a:t>short motifs; </a:t>
            </a:r>
          </a:p>
          <a:p>
            <a:pPr lvl="1"/>
            <a:r>
              <a:rPr lang="en-GB" dirty="0"/>
              <a:t>local cycles; </a:t>
            </a:r>
          </a:p>
          <a:p>
            <a:pPr lvl="1"/>
            <a:r>
              <a:rPr lang="en-GB" dirty="0"/>
              <a:t>bursts.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1A52CD2-D3D9-7DEC-269A-D8707E158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53567" y="2160589"/>
            <a:ext cx="5440870" cy="4545011"/>
          </a:xfrm>
        </p:spPr>
        <p:txBody>
          <a:bodyPr>
            <a:normAutofit/>
          </a:bodyPr>
          <a:lstStyle/>
          <a:p>
            <a:r>
              <a:rPr lang="en-GB" b="1" dirty="0"/>
              <a:t>Large kernel</a:t>
            </a:r>
          </a:p>
          <a:p>
            <a:r>
              <a:rPr lang="en-GB" dirty="0"/>
              <a:t>Can capture:</a:t>
            </a:r>
          </a:p>
          <a:p>
            <a:pPr lvl="1"/>
            <a:r>
              <a:rPr lang="en-GB" dirty="0"/>
              <a:t>slower changes; </a:t>
            </a:r>
          </a:p>
          <a:p>
            <a:pPr lvl="1"/>
            <a:r>
              <a:rPr lang="en-GB" dirty="0"/>
              <a:t>broader temporal shapes; </a:t>
            </a:r>
          </a:p>
          <a:p>
            <a:pPr lvl="1"/>
            <a:r>
              <a:rPr lang="en-GB" dirty="0"/>
              <a:t>longer periodic patterns. </a:t>
            </a:r>
          </a:p>
          <a:p>
            <a:endParaRPr lang="en-GB" b="1" dirty="0"/>
          </a:p>
          <a:p>
            <a:r>
              <a:rPr lang="en-GB" b="1" dirty="0"/>
              <a:t>Problem</a:t>
            </a:r>
          </a:p>
          <a:p>
            <a:r>
              <a:rPr lang="en-GB" dirty="0"/>
              <a:t>Choosing only one kernel size imposes one preferred local temporal scale.</a:t>
            </a:r>
          </a:p>
          <a:p>
            <a:r>
              <a:rPr lang="en-GB" b="1" dirty="0"/>
              <a:t>Alternative</a:t>
            </a:r>
          </a:p>
          <a:p>
            <a:r>
              <a:rPr lang="en-GB" dirty="0"/>
              <a:t>Use several kernel sizes in parallel.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0761257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DDB6C1-496E-BD19-E8DF-B93DE9F7F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multiscale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65CFE3-824C-E7BE-1D65-C3F917C14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596668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One input sequence can be processed by several convolutional branches.</a:t>
            </a:r>
          </a:p>
          <a:p>
            <a:r>
              <a:rPr lang="en-GB" dirty="0"/>
              <a:t>                 ┌→ Conv K=3  ─┐</a:t>
            </a:r>
          </a:p>
          <a:p>
            <a:r>
              <a:rPr lang="en-GB" dirty="0"/>
              <a:t>input sequence ──→ Conv K=9  ─┼→ concatenate → next layer</a:t>
            </a:r>
          </a:p>
          <a:p>
            <a:r>
              <a:rPr lang="en-GB" dirty="0"/>
              <a:t>                 └→ Conv K=21 ─┘</a:t>
            </a:r>
          </a:p>
          <a:p>
            <a:r>
              <a:rPr lang="en-GB" b="1" dirty="0"/>
              <a:t>Each branch learns features at a different temporal scale</a:t>
            </a:r>
          </a:p>
          <a:p>
            <a:r>
              <a:rPr lang="en-GB" dirty="0"/>
              <a:t>Small kernel:</a:t>
            </a:r>
          </a:p>
          <a:p>
            <a:pPr lvl="1"/>
            <a:r>
              <a:rPr lang="en-GB" dirty="0"/>
              <a:t>local patterns. </a:t>
            </a:r>
          </a:p>
          <a:p>
            <a:r>
              <a:rPr lang="en-GB" dirty="0"/>
              <a:t>Medium kernel:</a:t>
            </a:r>
          </a:p>
          <a:p>
            <a:pPr lvl="1"/>
            <a:r>
              <a:rPr lang="en-GB" dirty="0"/>
              <a:t>intermediate motifs. </a:t>
            </a:r>
          </a:p>
          <a:p>
            <a:r>
              <a:rPr lang="en-GB" dirty="0"/>
              <a:t>Large kernel:</a:t>
            </a:r>
          </a:p>
          <a:p>
            <a:pPr lvl="1"/>
            <a:r>
              <a:rPr lang="en-GB" dirty="0"/>
              <a:t>broader context.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343B72D-D304-A08B-AC6A-B8B535E5E3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01440" y="4927601"/>
            <a:ext cx="7818120" cy="1832291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Output</a:t>
            </a:r>
          </a:p>
          <a:p>
            <a:r>
              <a:rPr lang="en-GB" dirty="0"/>
              <a:t>The resulting feature maps are combined, often by </a:t>
            </a:r>
            <a:r>
              <a:rPr lang="en-GB" b="1" dirty="0"/>
              <a:t>concatenating their channels.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Multiscale convolution allows the model to learn which temporal scales are useful instead of forcing one kernel duration.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9160686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Parallel multiscale convolution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Different kernel sizes learn different temporal scales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822960" y="2834640"/>
            <a:ext cx="1554120" cy="50256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3"/>
          <p:cNvSpPr/>
          <p:nvPr/>
        </p:nvSpPr>
        <p:spPr>
          <a:xfrm>
            <a:off x="868680" y="2871360"/>
            <a:ext cx="1462680" cy="42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 sequence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4"/>
          <p:cNvSpPr/>
          <p:nvPr/>
        </p:nvSpPr>
        <p:spPr>
          <a:xfrm>
            <a:off x="3200400" y="141732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3246120" y="145404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K=3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short patterns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 flipV="1">
            <a:off x="2377440" y="1764720"/>
            <a:ext cx="822960" cy="1325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3200400" y="283464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8"/>
          <p:cNvSpPr/>
          <p:nvPr/>
        </p:nvSpPr>
        <p:spPr>
          <a:xfrm>
            <a:off x="3246120" y="287136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K=9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medium motifs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2377440" y="3090600"/>
            <a:ext cx="822960" cy="9144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10"/>
          <p:cNvSpPr/>
          <p:nvPr/>
        </p:nvSpPr>
        <p:spPr>
          <a:xfrm>
            <a:off x="3200400" y="4251960"/>
            <a:ext cx="1645560" cy="68544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3246120" y="4288680"/>
            <a:ext cx="1554120" cy="612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 K=21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broad context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2"/>
          <p:cNvSpPr/>
          <p:nvPr/>
        </p:nvSpPr>
        <p:spPr>
          <a:xfrm>
            <a:off x="2377440" y="3090600"/>
            <a:ext cx="822960" cy="1508760"/>
          </a:xfrm>
          <a:prstGeom prst="line">
            <a:avLst/>
          </a:prstGeom>
          <a:ln w="1524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13"/>
          <p:cNvSpPr/>
          <p:nvPr/>
        </p:nvSpPr>
        <p:spPr>
          <a:xfrm>
            <a:off x="5852160" y="2834640"/>
            <a:ext cx="1554120" cy="63972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5897880" y="2871360"/>
            <a:ext cx="14626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concatenate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channels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15"/>
          <p:cNvSpPr/>
          <p:nvPr/>
        </p:nvSpPr>
        <p:spPr>
          <a:xfrm>
            <a:off x="4846320" y="1764720"/>
            <a:ext cx="1005840" cy="138996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Shape 16"/>
          <p:cNvSpPr/>
          <p:nvPr/>
        </p:nvSpPr>
        <p:spPr>
          <a:xfrm flipV="1">
            <a:off x="4846320" y="3154680"/>
            <a:ext cx="1005840" cy="2736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7640" rIns="90000" bIns="-17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17"/>
          <p:cNvSpPr/>
          <p:nvPr/>
        </p:nvSpPr>
        <p:spPr>
          <a:xfrm flipV="1">
            <a:off x="4846320" y="3154680"/>
            <a:ext cx="1005840" cy="1444680"/>
          </a:xfrm>
          <a:prstGeom prst="line">
            <a:avLst/>
          </a:prstGeom>
          <a:ln w="1524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Shape 18"/>
          <p:cNvSpPr/>
          <p:nvPr/>
        </p:nvSpPr>
        <p:spPr>
          <a:xfrm>
            <a:off x="8321040" y="2834640"/>
            <a:ext cx="1737000" cy="63972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19"/>
          <p:cNvSpPr/>
          <p:nvPr/>
        </p:nvSpPr>
        <p:spPr>
          <a:xfrm>
            <a:off x="8366760" y="2871360"/>
            <a:ext cx="16455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next layer /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prediction head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20"/>
          <p:cNvSpPr/>
          <p:nvPr/>
        </p:nvSpPr>
        <p:spPr>
          <a:xfrm>
            <a:off x="7406640" y="3154680"/>
            <a:ext cx="91440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21"/>
          <p:cNvSpPr/>
          <p:nvPr/>
        </p:nvSpPr>
        <p:spPr>
          <a:xfrm>
            <a:off x="1280160" y="5669280"/>
            <a:ext cx="83206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The model can learn which temporal scale is useful for the target.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PlaceHolder 1"/>
          <p:cNvSpPr>
            <a:spLocks noGrp="1"/>
          </p:cNvSpPr>
          <p:nvPr>
            <p:ph type="sldNum" idx="17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9DAFD1D-A260-4FC0-8C4B-A01D918F778F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235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F03E2B-808B-8CB5-1C06-D7243BF4E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Multiscale representation is different from dilation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B5C851-834B-A744-8402-EC5B0967A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3" y="2160588"/>
            <a:ext cx="5921953" cy="4697412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Both mechanisms increase temporal span, but they do so differently.</a:t>
            </a:r>
          </a:p>
          <a:p>
            <a:r>
              <a:rPr lang="en-GB" b="1" dirty="0"/>
              <a:t>Parallel kernel sizes</a:t>
            </a:r>
          </a:p>
          <a:p>
            <a:r>
              <a:rPr lang="en-GB" dirty="0"/>
              <a:t>Use dense observations over different local spans.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3</a:t>
            </a:r>
          </a:p>
          <a:p>
            <a:pPr lvl="1"/>
            <a:r>
              <a:rPr lang="en-GB" dirty="0"/>
              <a:t>K = 9</a:t>
            </a:r>
          </a:p>
          <a:p>
            <a:pPr lvl="1"/>
            <a:r>
              <a:rPr lang="en-GB" dirty="0"/>
              <a:t>K = 21</a:t>
            </a:r>
          </a:p>
          <a:p>
            <a:endParaRPr lang="en-GB" b="1" dirty="0"/>
          </a:p>
          <a:p>
            <a:r>
              <a:rPr lang="en-GB" b="1" dirty="0"/>
              <a:t>Dilation</a:t>
            </a:r>
          </a:p>
          <a:p>
            <a:r>
              <a:rPr lang="en-GB" b="1" dirty="0"/>
              <a:t>Uses one small kernel with increasing gaps.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K = 3, D = 1</a:t>
            </a:r>
          </a:p>
          <a:p>
            <a:pPr lvl="1"/>
            <a:r>
              <a:rPr lang="en-GB" dirty="0"/>
              <a:t>K = 3, D = 4</a:t>
            </a:r>
          </a:p>
          <a:p>
            <a:pPr lvl="1"/>
            <a:r>
              <a:rPr lang="en-GB" dirty="0"/>
              <a:t>K = 3, D = 8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A92D5BC-C372-3018-6AD0-E601F85C5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99287" y="2141858"/>
            <a:ext cx="5349430" cy="4499291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Difference</a:t>
            </a:r>
          </a:p>
          <a:p>
            <a:r>
              <a:rPr lang="en-GB" dirty="0"/>
              <a:t>Large kernel: densely samples its local interval. </a:t>
            </a:r>
          </a:p>
          <a:p>
            <a:r>
              <a:rPr lang="en-GB" dirty="0"/>
              <a:t>Large dilation: sparsely samples a larger interval. </a:t>
            </a:r>
          </a:p>
          <a:p>
            <a:r>
              <a:rPr lang="en-GB" b="1" dirty="0"/>
              <a:t>They can also be combined</a:t>
            </a:r>
          </a:p>
          <a:p>
            <a:r>
              <a:rPr lang="en-GB" dirty="0"/>
              <a:t>A model may use:</a:t>
            </a:r>
          </a:p>
          <a:p>
            <a:pPr lvl="1"/>
            <a:r>
              <a:rPr lang="en-GB" dirty="0"/>
              <a:t>several kernel sizes;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depth; </a:t>
            </a:r>
          </a:p>
          <a:p>
            <a:r>
              <a:rPr lang="en-GB" dirty="0"/>
              <a:t>to obtain rich multiscale representations.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13271233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Large kernel versus dilated kernel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Dense local span and sparse wide span are different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"/>
          <p:cNvSpPr/>
          <p:nvPr/>
        </p:nvSpPr>
        <p:spPr>
          <a:xfrm>
            <a:off x="914400" y="123444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Large dense kernel (K=9)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3"/>
          <p:cNvSpPr/>
          <p:nvPr/>
        </p:nvSpPr>
        <p:spPr>
          <a:xfrm>
            <a:off x="1005840" y="1828800"/>
            <a:ext cx="89611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Shape 4"/>
          <p:cNvSpPr/>
          <p:nvPr/>
        </p:nvSpPr>
        <p:spPr>
          <a:xfrm>
            <a:off x="96912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Shape 5"/>
          <p:cNvSpPr/>
          <p:nvPr/>
        </p:nvSpPr>
        <p:spPr>
          <a:xfrm>
            <a:off x="15292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6"/>
          <p:cNvSpPr/>
          <p:nvPr/>
        </p:nvSpPr>
        <p:spPr>
          <a:xfrm>
            <a:off x="20894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7"/>
          <p:cNvSpPr/>
          <p:nvPr/>
        </p:nvSpPr>
        <p:spPr>
          <a:xfrm>
            <a:off x="264960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8"/>
          <p:cNvSpPr/>
          <p:nvPr/>
        </p:nvSpPr>
        <p:spPr>
          <a:xfrm>
            <a:off x="320940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9"/>
          <p:cNvSpPr/>
          <p:nvPr/>
        </p:nvSpPr>
        <p:spPr>
          <a:xfrm>
            <a:off x="376956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10"/>
          <p:cNvSpPr/>
          <p:nvPr/>
        </p:nvSpPr>
        <p:spPr>
          <a:xfrm>
            <a:off x="432972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Shape 11"/>
          <p:cNvSpPr/>
          <p:nvPr/>
        </p:nvSpPr>
        <p:spPr>
          <a:xfrm>
            <a:off x="48898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12"/>
          <p:cNvSpPr/>
          <p:nvPr/>
        </p:nvSpPr>
        <p:spPr>
          <a:xfrm>
            <a:off x="54496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13"/>
          <p:cNvSpPr/>
          <p:nvPr/>
        </p:nvSpPr>
        <p:spPr>
          <a:xfrm>
            <a:off x="60098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14"/>
          <p:cNvSpPr/>
          <p:nvPr/>
        </p:nvSpPr>
        <p:spPr>
          <a:xfrm>
            <a:off x="657000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15"/>
          <p:cNvSpPr/>
          <p:nvPr/>
        </p:nvSpPr>
        <p:spPr>
          <a:xfrm>
            <a:off x="713016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6"/>
          <p:cNvSpPr/>
          <p:nvPr/>
        </p:nvSpPr>
        <p:spPr>
          <a:xfrm>
            <a:off x="768996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7"/>
          <p:cNvSpPr/>
          <p:nvPr/>
        </p:nvSpPr>
        <p:spPr>
          <a:xfrm>
            <a:off x="825012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8"/>
          <p:cNvSpPr/>
          <p:nvPr/>
        </p:nvSpPr>
        <p:spPr>
          <a:xfrm>
            <a:off x="881028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19"/>
          <p:cNvSpPr/>
          <p:nvPr/>
        </p:nvSpPr>
        <p:spPr>
          <a:xfrm>
            <a:off x="93704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20"/>
          <p:cNvSpPr/>
          <p:nvPr/>
        </p:nvSpPr>
        <p:spPr>
          <a:xfrm>
            <a:off x="9930240" y="179208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21"/>
          <p:cNvSpPr/>
          <p:nvPr/>
        </p:nvSpPr>
        <p:spPr>
          <a:xfrm>
            <a:off x="317304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22"/>
          <p:cNvSpPr/>
          <p:nvPr/>
        </p:nvSpPr>
        <p:spPr>
          <a:xfrm>
            <a:off x="373320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23"/>
          <p:cNvSpPr/>
          <p:nvPr/>
        </p:nvSpPr>
        <p:spPr>
          <a:xfrm>
            <a:off x="429300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24"/>
          <p:cNvSpPr/>
          <p:nvPr/>
        </p:nvSpPr>
        <p:spPr>
          <a:xfrm>
            <a:off x="485316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25"/>
          <p:cNvSpPr/>
          <p:nvPr/>
        </p:nvSpPr>
        <p:spPr>
          <a:xfrm>
            <a:off x="541332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26"/>
          <p:cNvSpPr/>
          <p:nvPr/>
        </p:nvSpPr>
        <p:spPr>
          <a:xfrm>
            <a:off x="597348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27"/>
          <p:cNvSpPr/>
          <p:nvPr/>
        </p:nvSpPr>
        <p:spPr>
          <a:xfrm>
            <a:off x="653328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28"/>
          <p:cNvSpPr/>
          <p:nvPr/>
        </p:nvSpPr>
        <p:spPr>
          <a:xfrm>
            <a:off x="709344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29"/>
          <p:cNvSpPr/>
          <p:nvPr/>
        </p:nvSpPr>
        <p:spPr>
          <a:xfrm>
            <a:off x="7653600" y="1755720"/>
            <a:ext cx="145800" cy="145800"/>
          </a:xfrm>
          <a:prstGeom prst="ellipse">
            <a:avLst/>
          </a:prstGeom>
          <a:solidFill>
            <a:srgbClr val="86B817"/>
          </a:solidFill>
          <a:ln w="1270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30"/>
          <p:cNvSpPr/>
          <p:nvPr/>
        </p:nvSpPr>
        <p:spPr>
          <a:xfrm>
            <a:off x="3657600" y="21488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86B817"/>
                </a:solidFill>
                <a:effectLst/>
                <a:uFillTx/>
                <a:latin typeface="Aptos"/>
                <a:ea typeface="Aptos"/>
              </a:rPr>
              <a:t>uses all positions in the local interval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31"/>
          <p:cNvSpPr/>
          <p:nvPr/>
        </p:nvSpPr>
        <p:spPr>
          <a:xfrm>
            <a:off x="914400" y="32461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 kernel (K=3, D=4)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32"/>
          <p:cNvSpPr/>
          <p:nvPr/>
        </p:nvSpPr>
        <p:spPr>
          <a:xfrm>
            <a:off x="1005840" y="3840480"/>
            <a:ext cx="8961120" cy="360"/>
          </a:xfrm>
          <a:prstGeom prst="line">
            <a:avLst/>
          </a:prstGeom>
          <a:ln w="2540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3"/>
          <p:cNvSpPr/>
          <p:nvPr/>
        </p:nvSpPr>
        <p:spPr>
          <a:xfrm>
            <a:off x="96912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34"/>
          <p:cNvSpPr/>
          <p:nvPr/>
        </p:nvSpPr>
        <p:spPr>
          <a:xfrm>
            <a:off x="15292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35"/>
          <p:cNvSpPr/>
          <p:nvPr/>
        </p:nvSpPr>
        <p:spPr>
          <a:xfrm>
            <a:off x="20894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36"/>
          <p:cNvSpPr/>
          <p:nvPr/>
        </p:nvSpPr>
        <p:spPr>
          <a:xfrm>
            <a:off x="264960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37"/>
          <p:cNvSpPr/>
          <p:nvPr/>
        </p:nvSpPr>
        <p:spPr>
          <a:xfrm>
            <a:off x="320940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38"/>
          <p:cNvSpPr/>
          <p:nvPr/>
        </p:nvSpPr>
        <p:spPr>
          <a:xfrm>
            <a:off x="376956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9"/>
          <p:cNvSpPr/>
          <p:nvPr/>
        </p:nvSpPr>
        <p:spPr>
          <a:xfrm>
            <a:off x="432972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40"/>
          <p:cNvSpPr/>
          <p:nvPr/>
        </p:nvSpPr>
        <p:spPr>
          <a:xfrm>
            <a:off x="48898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41"/>
          <p:cNvSpPr/>
          <p:nvPr/>
        </p:nvSpPr>
        <p:spPr>
          <a:xfrm>
            <a:off x="54496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42"/>
          <p:cNvSpPr/>
          <p:nvPr/>
        </p:nvSpPr>
        <p:spPr>
          <a:xfrm>
            <a:off x="60098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43"/>
          <p:cNvSpPr/>
          <p:nvPr/>
        </p:nvSpPr>
        <p:spPr>
          <a:xfrm>
            <a:off x="657000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44"/>
          <p:cNvSpPr/>
          <p:nvPr/>
        </p:nvSpPr>
        <p:spPr>
          <a:xfrm>
            <a:off x="713016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45"/>
          <p:cNvSpPr/>
          <p:nvPr/>
        </p:nvSpPr>
        <p:spPr>
          <a:xfrm>
            <a:off x="768996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46"/>
          <p:cNvSpPr/>
          <p:nvPr/>
        </p:nvSpPr>
        <p:spPr>
          <a:xfrm>
            <a:off x="825012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47"/>
          <p:cNvSpPr/>
          <p:nvPr/>
        </p:nvSpPr>
        <p:spPr>
          <a:xfrm>
            <a:off x="881028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48"/>
          <p:cNvSpPr/>
          <p:nvPr/>
        </p:nvSpPr>
        <p:spPr>
          <a:xfrm>
            <a:off x="93704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49"/>
          <p:cNvSpPr/>
          <p:nvPr/>
        </p:nvSpPr>
        <p:spPr>
          <a:xfrm>
            <a:off x="9930240" y="3803760"/>
            <a:ext cx="72720" cy="7272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6840" rIns="90000" bIns="684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Shape 50"/>
          <p:cNvSpPr/>
          <p:nvPr/>
        </p:nvSpPr>
        <p:spPr>
          <a:xfrm>
            <a:off x="3163680" y="3758040"/>
            <a:ext cx="164160" cy="164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51"/>
          <p:cNvSpPr/>
          <p:nvPr/>
        </p:nvSpPr>
        <p:spPr>
          <a:xfrm>
            <a:off x="5403960" y="3758040"/>
            <a:ext cx="164160" cy="164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52"/>
          <p:cNvSpPr/>
          <p:nvPr/>
        </p:nvSpPr>
        <p:spPr>
          <a:xfrm>
            <a:off x="7644240" y="3758040"/>
            <a:ext cx="164160" cy="164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53"/>
          <p:cNvSpPr/>
          <p:nvPr/>
        </p:nvSpPr>
        <p:spPr>
          <a:xfrm>
            <a:off x="3657600" y="416052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59E0B"/>
                </a:solidFill>
                <a:effectLst/>
                <a:uFillTx/>
                <a:latin typeface="Aptos"/>
                <a:ea typeface="Aptos"/>
              </a:rPr>
              <a:t>spans the same interval but samples sparsely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Shape 54"/>
          <p:cNvSpPr/>
          <p:nvPr/>
        </p:nvSpPr>
        <p:spPr>
          <a:xfrm>
            <a:off x="1371600" y="5486400"/>
            <a:ext cx="2468520" cy="456840"/>
          </a:xfrm>
          <a:prstGeom prst="roundRect">
            <a:avLst>
              <a:gd name="adj" fmla="val 16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55"/>
          <p:cNvSpPr/>
          <p:nvPr/>
        </p:nvSpPr>
        <p:spPr>
          <a:xfrm>
            <a:off x="1417320" y="5523120"/>
            <a:ext cx="2377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large kernel = dense coverage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56"/>
          <p:cNvSpPr/>
          <p:nvPr/>
        </p:nvSpPr>
        <p:spPr>
          <a:xfrm>
            <a:off x="5760720" y="5486400"/>
            <a:ext cx="2742840" cy="45684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57"/>
          <p:cNvSpPr/>
          <p:nvPr/>
        </p:nvSpPr>
        <p:spPr>
          <a:xfrm>
            <a:off x="5806440" y="552312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dilation = sparse wider coverage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PlaceHolder 1"/>
          <p:cNvSpPr>
            <a:spLocks noGrp="1"/>
          </p:cNvSpPr>
          <p:nvPr>
            <p:ph type="sldNum" idx="18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CE198B9-E620-4A79-A507-E4663E59E69A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237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3CC61D-1F67-D459-2272-96A6C3B39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Inception-style temporal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6BD6DB-536A-BE1E-C3A1-5C1C3DD539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Inception-style architectures apply several temporal transformations in parallel.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    ┌→ short convolution ─┐</a:t>
            </a:r>
          </a:p>
          <a:p>
            <a:r>
              <a:rPr lang="en-GB" dirty="0"/>
              <a:t>input ──────────────┼→ medium convolution ├→ concatenate</a:t>
            </a:r>
          </a:p>
          <a:p>
            <a:r>
              <a:rPr lang="en-GB" dirty="0"/>
              <a:t>                    ├→ long convolution ──┤</a:t>
            </a:r>
          </a:p>
          <a:p>
            <a:r>
              <a:rPr lang="en-GB" dirty="0"/>
              <a:t>                    └→ alternative branch ┘</a:t>
            </a:r>
          </a:p>
          <a:p>
            <a:r>
              <a:rPr lang="en-GB" dirty="0"/>
              <a:t>The combined representation contains information from several temporal scales.</a:t>
            </a:r>
          </a:p>
          <a:p>
            <a:r>
              <a:rPr lang="en-GB" b="1" dirty="0"/>
              <a:t>Why is this useful?</a:t>
            </a:r>
          </a:p>
          <a:p>
            <a:r>
              <a:rPr lang="en-GB" dirty="0"/>
              <a:t>The relevant scale may vary:</a:t>
            </a:r>
          </a:p>
          <a:p>
            <a:pPr lvl="1"/>
            <a:r>
              <a:rPr lang="en-GB" dirty="0"/>
              <a:t>across classes; </a:t>
            </a:r>
          </a:p>
          <a:p>
            <a:pPr lvl="1"/>
            <a:r>
              <a:rPr lang="en-GB" dirty="0"/>
              <a:t>across entities; </a:t>
            </a:r>
          </a:p>
          <a:p>
            <a:pPr lvl="1"/>
            <a:r>
              <a:rPr lang="en-GB" dirty="0"/>
              <a:t>across operating regimes. </a:t>
            </a:r>
          </a:p>
          <a:p>
            <a:r>
              <a:rPr lang="en-GB" dirty="0"/>
              <a:t>The network can learn which branches become useful for the final target.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386819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Inception-style temporal module</a:t>
            </a:r>
            <a:endParaRPr lang="it-IT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Parallel branches plus residual paths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2"/>
          <p:cNvSpPr/>
          <p:nvPr/>
        </p:nvSpPr>
        <p:spPr>
          <a:xfrm>
            <a:off x="731520" y="2880360"/>
            <a:ext cx="109692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3"/>
          <p:cNvSpPr/>
          <p:nvPr/>
        </p:nvSpPr>
        <p:spPr>
          <a:xfrm>
            <a:off x="777240" y="2917080"/>
            <a:ext cx="1005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input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4"/>
          <p:cNvSpPr/>
          <p:nvPr/>
        </p:nvSpPr>
        <p:spPr>
          <a:xfrm>
            <a:off x="2743200" y="137160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5"/>
          <p:cNvSpPr/>
          <p:nvPr/>
        </p:nvSpPr>
        <p:spPr>
          <a:xfrm>
            <a:off x="2788920" y="140832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short conv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K=3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hape 6"/>
          <p:cNvSpPr/>
          <p:nvPr/>
        </p:nvSpPr>
        <p:spPr>
          <a:xfrm flipV="1">
            <a:off x="1828800" y="1673280"/>
            <a:ext cx="914400" cy="143568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7"/>
          <p:cNvSpPr/>
          <p:nvPr/>
        </p:nvSpPr>
        <p:spPr>
          <a:xfrm>
            <a:off x="2743200" y="242316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8"/>
          <p:cNvSpPr/>
          <p:nvPr/>
        </p:nvSpPr>
        <p:spPr>
          <a:xfrm>
            <a:off x="2788920" y="245988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medium conv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K=11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9"/>
          <p:cNvSpPr/>
          <p:nvPr/>
        </p:nvSpPr>
        <p:spPr>
          <a:xfrm flipV="1">
            <a:off x="1828800" y="2724840"/>
            <a:ext cx="914400" cy="38412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10"/>
          <p:cNvSpPr/>
          <p:nvPr/>
        </p:nvSpPr>
        <p:spPr>
          <a:xfrm>
            <a:off x="2743200" y="347472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11"/>
          <p:cNvSpPr/>
          <p:nvPr/>
        </p:nvSpPr>
        <p:spPr>
          <a:xfrm>
            <a:off x="2788920" y="351144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long conv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K=31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12"/>
          <p:cNvSpPr/>
          <p:nvPr/>
        </p:nvSpPr>
        <p:spPr>
          <a:xfrm>
            <a:off x="1828800" y="3108960"/>
            <a:ext cx="914400" cy="66744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13"/>
          <p:cNvSpPr/>
          <p:nvPr/>
        </p:nvSpPr>
        <p:spPr>
          <a:xfrm>
            <a:off x="2743200" y="4526280"/>
            <a:ext cx="1462680" cy="594000"/>
          </a:xfrm>
          <a:prstGeom prst="roundRect">
            <a:avLst>
              <a:gd name="adj" fmla="val 12308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14"/>
          <p:cNvSpPr/>
          <p:nvPr/>
        </p:nvSpPr>
        <p:spPr>
          <a:xfrm>
            <a:off x="2788920" y="4563000"/>
            <a:ext cx="137124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alternative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branch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pool -&gt; 1×1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15"/>
          <p:cNvSpPr/>
          <p:nvPr/>
        </p:nvSpPr>
        <p:spPr>
          <a:xfrm>
            <a:off x="1828800" y="3108960"/>
            <a:ext cx="914400" cy="1719000"/>
          </a:xfrm>
          <a:prstGeom prst="line">
            <a:avLst/>
          </a:prstGeom>
          <a:ln w="1397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16"/>
          <p:cNvSpPr/>
          <p:nvPr/>
        </p:nvSpPr>
        <p:spPr>
          <a:xfrm>
            <a:off x="5212080" y="2834640"/>
            <a:ext cx="1371240" cy="59400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7"/>
          <p:cNvSpPr/>
          <p:nvPr/>
        </p:nvSpPr>
        <p:spPr>
          <a:xfrm>
            <a:off x="5257800" y="2871360"/>
            <a:ext cx="127980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concatenate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18"/>
          <p:cNvSpPr/>
          <p:nvPr/>
        </p:nvSpPr>
        <p:spPr>
          <a:xfrm>
            <a:off x="4206240" y="1673280"/>
            <a:ext cx="1005840" cy="1463040"/>
          </a:xfrm>
          <a:prstGeom prst="line">
            <a:avLst/>
          </a:prstGeom>
          <a:ln w="1397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19"/>
          <p:cNvSpPr/>
          <p:nvPr/>
        </p:nvSpPr>
        <p:spPr>
          <a:xfrm>
            <a:off x="4206240" y="2724840"/>
            <a:ext cx="1005840" cy="411480"/>
          </a:xfrm>
          <a:prstGeom prst="line">
            <a:avLst/>
          </a:prstGeom>
          <a:ln w="1397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Shape 20"/>
          <p:cNvSpPr/>
          <p:nvPr/>
        </p:nvSpPr>
        <p:spPr>
          <a:xfrm flipV="1">
            <a:off x="4206240" y="3136320"/>
            <a:ext cx="1005840" cy="64008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Shape 21"/>
          <p:cNvSpPr/>
          <p:nvPr/>
        </p:nvSpPr>
        <p:spPr>
          <a:xfrm flipV="1">
            <a:off x="4206240" y="3136320"/>
            <a:ext cx="1005840" cy="1691640"/>
          </a:xfrm>
          <a:prstGeom prst="line">
            <a:avLst/>
          </a:prstGeom>
          <a:ln w="1397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Shape 22"/>
          <p:cNvSpPr/>
          <p:nvPr/>
        </p:nvSpPr>
        <p:spPr>
          <a:xfrm>
            <a:off x="7589520" y="2834640"/>
            <a:ext cx="1554120" cy="594000"/>
          </a:xfrm>
          <a:prstGeom prst="roundRect">
            <a:avLst>
              <a:gd name="adj" fmla="val 12308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3"/>
          <p:cNvSpPr/>
          <p:nvPr/>
        </p:nvSpPr>
        <p:spPr>
          <a:xfrm>
            <a:off x="7635240" y="2871360"/>
            <a:ext cx="146268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residual +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activation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4"/>
          <p:cNvSpPr/>
          <p:nvPr/>
        </p:nvSpPr>
        <p:spPr>
          <a:xfrm>
            <a:off x="6583680" y="3136320"/>
            <a:ext cx="1005840" cy="360"/>
          </a:xfrm>
          <a:prstGeom prst="line">
            <a:avLst/>
          </a:prstGeom>
          <a:ln w="1524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Shape 25"/>
          <p:cNvSpPr/>
          <p:nvPr/>
        </p:nvSpPr>
        <p:spPr>
          <a:xfrm>
            <a:off x="1828800" y="3108960"/>
            <a:ext cx="360" cy="2377440"/>
          </a:xfrm>
          <a:prstGeom prst="line">
            <a:avLst/>
          </a:prstGeom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Shape 26"/>
          <p:cNvSpPr/>
          <p:nvPr/>
        </p:nvSpPr>
        <p:spPr>
          <a:xfrm>
            <a:off x="1828800" y="5486400"/>
            <a:ext cx="6537960" cy="360"/>
          </a:xfrm>
          <a:prstGeom prst="line">
            <a:avLst/>
          </a:prstGeom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27"/>
          <p:cNvSpPr/>
          <p:nvPr/>
        </p:nvSpPr>
        <p:spPr>
          <a:xfrm flipV="1">
            <a:off x="8366760" y="3429000"/>
            <a:ext cx="360" cy="2057400"/>
          </a:xfrm>
          <a:prstGeom prst="line">
            <a:avLst/>
          </a:prstGeom>
          <a:ln w="13970">
            <a:solidFill>
              <a:srgbClr val="F59E0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28"/>
          <p:cNvSpPr/>
          <p:nvPr/>
        </p:nvSpPr>
        <p:spPr>
          <a:xfrm>
            <a:off x="-734470" y="6172740"/>
            <a:ext cx="8137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InceptionTime uses this multiscale idea for time-series classification.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PlaceHolder 1"/>
          <p:cNvSpPr>
            <a:spLocks noGrp="1"/>
          </p:cNvSpPr>
          <p:nvPr>
            <p:ph type="sldNum" idx="19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C726D7F-5924-4C53-B459-DCC679D3CF53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239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E46DDEE-8722-7E69-7DE9-EE09C77FB6DD}"/>
              </a:ext>
            </a:extLst>
          </p:cNvPr>
          <p:cNvSpPr txBox="1"/>
          <p:nvPr/>
        </p:nvSpPr>
        <p:spPr>
          <a:xfrm>
            <a:off x="6544785" y="4449027"/>
            <a:ext cx="547202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x→pooling→Conv1D(k=1)</a:t>
            </a:r>
          </a:p>
          <a:p>
            <a:endParaRPr lang="en-GB" dirty="0"/>
          </a:p>
          <a:p>
            <a:pPr lvl="0"/>
            <a:r>
              <a:rPr lang="en-GB" sz="1400" b="1" dirty="0"/>
              <a:t>pooling:</a:t>
            </a:r>
            <a:r>
              <a:rPr lang="en-GB" sz="1400" dirty="0"/>
              <a:t> aggregates over nearby time positions; </a:t>
            </a:r>
          </a:p>
          <a:p>
            <a:pPr lvl="0"/>
            <a:r>
              <a:rPr lang="en-GB" sz="1400" b="1" dirty="0"/>
              <a:t>Conv1D k=1:</a:t>
            </a:r>
            <a:r>
              <a:rPr lang="en-GB" sz="1400" dirty="0"/>
              <a:t> transforms/mixes channels and often controls the number of output channels before concatenation with the other Inception branches.</a:t>
            </a:r>
          </a:p>
        </p:txBody>
      </p: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21613829-72BA-1107-C89D-02E992D5D65C}"/>
              </a:ext>
            </a:extLst>
          </p:cNvPr>
          <p:cNvCxnSpPr/>
          <p:nvPr/>
        </p:nvCxnSpPr>
        <p:spPr>
          <a:xfrm flipV="1">
            <a:off x="4350774" y="4823280"/>
            <a:ext cx="2186826" cy="146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E35639-031C-CB1F-E887-9F1B296C4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InceptionTime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8A31AD5-70A4-B6E5-94AF-5E0292300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 err="1"/>
              <a:t>InceptionTime</a:t>
            </a:r>
            <a:r>
              <a:rPr lang="en-GB" dirty="0"/>
              <a:t> is an influential convolutional architecture for time-series classification.</a:t>
            </a:r>
          </a:p>
          <a:p>
            <a:r>
              <a:rPr lang="en-GB" dirty="0"/>
              <a:t>Its main ideas include:</a:t>
            </a:r>
          </a:p>
          <a:p>
            <a:pPr lvl="1"/>
            <a:r>
              <a:rPr lang="en-GB" dirty="0"/>
              <a:t>multiple Conv1D kernel sizes in parallel; </a:t>
            </a:r>
          </a:p>
          <a:p>
            <a:pPr lvl="1"/>
            <a:r>
              <a:rPr lang="en-GB" dirty="0"/>
              <a:t>multiscale feature extraction; </a:t>
            </a:r>
          </a:p>
          <a:p>
            <a:pPr lvl="1"/>
            <a:r>
              <a:rPr lang="en-GB" dirty="0"/>
              <a:t>deep stacks of Inception-style modules; </a:t>
            </a:r>
          </a:p>
          <a:p>
            <a:pPr lvl="1"/>
            <a:r>
              <a:rPr lang="en-GB" dirty="0"/>
              <a:t>residual connections. </a:t>
            </a:r>
          </a:p>
          <a:p>
            <a:r>
              <a:rPr lang="en-GB" b="1" dirty="0"/>
              <a:t>Conceptual objective</a:t>
            </a:r>
          </a:p>
          <a:p>
            <a:pPr lvl="1"/>
            <a:r>
              <a:rPr lang="en-GB" dirty="0"/>
              <a:t>Learn temporal patterns at several scales without manually selecting one fixed feature duration.</a:t>
            </a:r>
          </a:p>
          <a:p>
            <a:endParaRPr lang="en-GB" dirty="0"/>
          </a:p>
          <a:p>
            <a:r>
              <a:rPr lang="en-GB" b="1" dirty="0"/>
              <a:t>Temporal CNNs can be organized into multibranch structures that explicitly learn patterns at several temporal scales.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0139813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75A99E-C10A-4A94-4B80-9CCF00FF3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Example:</a:t>
            </a:r>
            <a:r>
              <a:rPr lang="en-GB" dirty="0"/>
              <a:t> multiscale machine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E2E8F6-ABDF-19E8-C6F6-F533BCA75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6077427" cy="4697411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Suppose a machine signal contains:</a:t>
            </a:r>
          </a:p>
          <a:p>
            <a:r>
              <a:rPr lang="en-GB" b="1" dirty="0"/>
              <a:t>Very short phenomenon</a:t>
            </a:r>
          </a:p>
          <a:p>
            <a:pPr lvl="1"/>
            <a:r>
              <a:rPr lang="en-GB" dirty="0"/>
              <a:t>A sharp impact lasting: 20 ms</a:t>
            </a:r>
          </a:p>
          <a:p>
            <a:r>
              <a:rPr lang="en-GB" b="1" dirty="0"/>
              <a:t>Medium phenomenon</a:t>
            </a:r>
          </a:p>
          <a:p>
            <a:pPr lvl="1"/>
            <a:r>
              <a:rPr lang="en-GB" dirty="0"/>
              <a:t>A vibration burst lasting: 0.5 s</a:t>
            </a:r>
          </a:p>
          <a:p>
            <a:r>
              <a:rPr lang="en-GB" b="1" dirty="0"/>
              <a:t>Long phenomenon</a:t>
            </a:r>
          </a:p>
          <a:p>
            <a:pPr lvl="1"/>
            <a:r>
              <a:rPr lang="en-GB" dirty="0"/>
              <a:t>A thermal change lasting: 10 s</a:t>
            </a:r>
          </a:p>
          <a:p>
            <a:endParaRPr lang="en-GB" dirty="0"/>
          </a:p>
          <a:p>
            <a:r>
              <a:rPr lang="en-GB" dirty="0"/>
              <a:t>At sampling rate: 100 Hz</a:t>
            </a:r>
          </a:p>
          <a:p>
            <a:r>
              <a:rPr lang="en-GB" dirty="0"/>
              <a:t>these correspond roughly to:</a:t>
            </a:r>
          </a:p>
          <a:p>
            <a:pPr lvl="1"/>
            <a:r>
              <a:rPr lang="en-GB" dirty="0"/>
              <a:t>2 frames</a:t>
            </a:r>
          </a:p>
          <a:p>
            <a:pPr lvl="1"/>
            <a:r>
              <a:rPr lang="en-GB" dirty="0"/>
              <a:t>50 frames</a:t>
            </a:r>
          </a:p>
          <a:p>
            <a:pPr lvl="1"/>
            <a:r>
              <a:rPr lang="en-GB" dirty="0"/>
              <a:t>1000 frames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DAA93-216E-DABB-7527-6F0193FC36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78130" y="2160589"/>
            <a:ext cx="6209070" cy="444668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 single small kernel may not represent all three directly.</a:t>
            </a:r>
          </a:p>
          <a:p>
            <a:r>
              <a:rPr lang="en-GB" dirty="0"/>
              <a:t>A multiscale network can combine:</a:t>
            </a:r>
          </a:p>
          <a:p>
            <a:pPr lvl="1"/>
            <a:r>
              <a:rPr lang="en-GB" dirty="0"/>
              <a:t>small kernels for impulses; </a:t>
            </a:r>
          </a:p>
          <a:p>
            <a:pPr lvl="1"/>
            <a:r>
              <a:rPr lang="en-GB" dirty="0"/>
              <a:t>medium receptive fields for vibration; </a:t>
            </a:r>
          </a:p>
          <a:p>
            <a:pPr lvl="1"/>
            <a:r>
              <a:rPr lang="en-GB" dirty="0"/>
              <a:t>deeper/dilated paths for slow context.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Architectural time scales should be related to physical time scales in the process.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4971331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171DC7-D139-8332-1673-35CD6A31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Multiscale models reduce, but do not remove, design assumptions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40595C-D055-B4BD-D8CB-1D6309458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484305" cy="435819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Using multiple scales avoids committing to only one kernel duration.</a:t>
            </a:r>
          </a:p>
          <a:p>
            <a:r>
              <a:rPr lang="en-GB" dirty="0"/>
              <a:t>However, the engineer still chooses:</a:t>
            </a:r>
          </a:p>
          <a:p>
            <a:pPr lvl="1"/>
            <a:r>
              <a:rPr lang="en-GB" dirty="0"/>
              <a:t>which kernel sizes; </a:t>
            </a:r>
          </a:p>
          <a:p>
            <a:pPr lvl="1"/>
            <a:r>
              <a:rPr lang="en-GB" dirty="0"/>
              <a:t>how many branches; </a:t>
            </a:r>
          </a:p>
          <a:p>
            <a:pPr lvl="1"/>
            <a:r>
              <a:rPr lang="en-GB" dirty="0"/>
              <a:t>network depth;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number of filters; </a:t>
            </a:r>
          </a:p>
          <a:p>
            <a:pPr lvl="1"/>
            <a:r>
              <a:rPr lang="en-GB" dirty="0" err="1"/>
              <a:t>downsampling</a:t>
            </a:r>
            <a:r>
              <a:rPr lang="en-GB" dirty="0"/>
              <a:t> strategy. </a:t>
            </a:r>
          </a:p>
          <a:p>
            <a:r>
              <a:rPr lang="en-GB" b="1" dirty="0"/>
              <a:t>Therefore</a:t>
            </a:r>
          </a:p>
          <a:p>
            <a:r>
              <a:rPr lang="en-GB" dirty="0"/>
              <a:t>Multiscale CNNs do not eliminate architecture design.</a:t>
            </a:r>
          </a:p>
          <a:p>
            <a:r>
              <a:rPr lang="en-GB" dirty="0"/>
              <a:t>They broaden the range of temporal patterns the model can represent.</a:t>
            </a:r>
          </a:p>
          <a:p>
            <a:r>
              <a:rPr lang="en-GB" b="1" dirty="0"/>
              <a:t>Practical principle</a:t>
            </a:r>
          </a:p>
          <a:p>
            <a:r>
              <a:rPr lang="en-GB" dirty="0"/>
              <a:t>Use domain knowledge to define reasonable ranges, then use validation to determine whether the additional complexity improves performance.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24257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CAAE89-678F-04C9-434B-13E703732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handcrafted scales to learned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510C7E-07D0-1AA6-2761-67BA7F4C5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9528550" cy="4328701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Lecture 3 used manually defined temporal scales:</a:t>
            </a:r>
          </a:p>
          <a:p>
            <a:pPr lvl="1"/>
            <a:r>
              <a:rPr lang="en-GB" dirty="0"/>
              <a:t>mean over 10 samples</a:t>
            </a:r>
          </a:p>
          <a:p>
            <a:pPr lvl="1"/>
            <a:r>
              <a:rPr lang="en-GB" dirty="0"/>
              <a:t>mean over 50 samples</a:t>
            </a:r>
          </a:p>
          <a:p>
            <a:pPr lvl="1"/>
            <a:r>
              <a:rPr lang="en-GB" dirty="0"/>
              <a:t>mean over 200 samples</a:t>
            </a:r>
          </a:p>
          <a:p>
            <a:endParaRPr lang="en-GB" dirty="0"/>
          </a:p>
          <a:p>
            <a:r>
              <a:rPr lang="en-GB" dirty="0"/>
              <a:t>Multiscale CNNs also operate at several temporal scales, but the representation is learned.</a:t>
            </a:r>
          </a:p>
          <a:p>
            <a:r>
              <a:rPr lang="en-GB" b="1" dirty="0"/>
              <a:t>Feature-engineering approach</a:t>
            </a:r>
          </a:p>
          <a:p>
            <a:pPr lvl="1"/>
            <a:r>
              <a:rPr lang="en-GB" dirty="0"/>
              <a:t>choose window scales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calculate predefined statistics</a:t>
            </a:r>
          </a:p>
          <a:p>
            <a:r>
              <a:rPr lang="en-GB" b="1" dirty="0"/>
              <a:t>Multiscale CNN approach</a:t>
            </a:r>
          </a:p>
          <a:p>
            <a:pPr lvl="1"/>
            <a:r>
              <a:rPr lang="en-GB" dirty="0"/>
              <a:t>choose architectural scales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learn filters from data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scale still enters the model design, but the pattern within that scale does not need to be specified manually.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561039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Handcrafted scales versus learned scales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Both use multiple temporal scales, but representation differs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2"/>
          <p:cNvSpPr/>
          <p:nvPr/>
        </p:nvSpPr>
        <p:spPr>
          <a:xfrm>
            <a:off x="1097280" y="114300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Feature engineering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3"/>
          <p:cNvSpPr/>
          <p:nvPr/>
        </p:nvSpPr>
        <p:spPr>
          <a:xfrm>
            <a:off x="914400" y="192024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4"/>
          <p:cNvSpPr/>
          <p:nvPr/>
        </p:nvSpPr>
        <p:spPr>
          <a:xfrm>
            <a:off x="960120" y="1956960"/>
            <a:ext cx="13712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raw sequence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Shape 5"/>
          <p:cNvSpPr/>
          <p:nvPr/>
        </p:nvSpPr>
        <p:spPr>
          <a:xfrm>
            <a:off x="3108960" y="1691640"/>
            <a:ext cx="1828440" cy="91404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6"/>
          <p:cNvSpPr/>
          <p:nvPr/>
        </p:nvSpPr>
        <p:spPr>
          <a:xfrm>
            <a:off x="3154680" y="1728360"/>
            <a:ext cx="173700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mean over 10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mean over 50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mean over 200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7"/>
          <p:cNvSpPr/>
          <p:nvPr/>
        </p:nvSpPr>
        <p:spPr>
          <a:xfrm>
            <a:off x="5577840" y="1920240"/>
            <a:ext cx="1371240" cy="45684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8"/>
          <p:cNvSpPr/>
          <p:nvPr/>
        </p:nvSpPr>
        <p:spPr>
          <a:xfrm>
            <a:off x="5623560" y="19569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fixed feature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vector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9"/>
          <p:cNvSpPr/>
          <p:nvPr/>
        </p:nvSpPr>
        <p:spPr>
          <a:xfrm>
            <a:off x="2377440" y="2148840"/>
            <a:ext cx="73152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10"/>
          <p:cNvSpPr/>
          <p:nvPr/>
        </p:nvSpPr>
        <p:spPr>
          <a:xfrm>
            <a:off x="4937760" y="214884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11"/>
          <p:cNvSpPr/>
          <p:nvPr/>
        </p:nvSpPr>
        <p:spPr>
          <a:xfrm>
            <a:off x="1920240" y="288054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predefined statistics at chosen scales</a:t>
            </a:r>
            <a:endParaRPr lang="it-IT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12"/>
          <p:cNvSpPr/>
          <p:nvPr/>
        </p:nvSpPr>
        <p:spPr>
          <a:xfrm>
            <a:off x="1097280" y="3840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Multiscale CNN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13"/>
          <p:cNvSpPr/>
          <p:nvPr/>
        </p:nvSpPr>
        <p:spPr>
          <a:xfrm>
            <a:off x="914400" y="4617720"/>
            <a:ext cx="1462680" cy="45684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14"/>
          <p:cNvSpPr/>
          <p:nvPr/>
        </p:nvSpPr>
        <p:spPr>
          <a:xfrm>
            <a:off x="960120" y="4654440"/>
            <a:ext cx="13712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raw sequence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15"/>
          <p:cNvSpPr/>
          <p:nvPr/>
        </p:nvSpPr>
        <p:spPr>
          <a:xfrm>
            <a:off x="3108960" y="4407480"/>
            <a:ext cx="1828440" cy="914040"/>
          </a:xfrm>
          <a:prstGeom prst="roundRect">
            <a:avLst>
              <a:gd name="adj" fmla="val 8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16"/>
          <p:cNvSpPr/>
          <p:nvPr/>
        </p:nvSpPr>
        <p:spPr>
          <a:xfrm>
            <a:off x="3154680" y="4443840"/>
            <a:ext cx="173700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K=9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K=21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17"/>
          <p:cNvSpPr/>
          <p:nvPr/>
        </p:nvSpPr>
        <p:spPr>
          <a:xfrm>
            <a:off x="5577840" y="4617720"/>
            <a:ext cx="1371240" cy="456840"/>
          </a:xfrm>
          <a:prstGeom prst="roundRect">
            <a:avLst>
              <a:gd name="adj" fmla="val 16000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8"/>
          <p:cNvSpPr/>
          <p:nvPr/>
        </p:nvSpPr>
        <p:spPr>
          <a:xfrm>
            <a:off x="5623560" y="465444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 fontScale="92500" lnSpcReduction="1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learned feature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maps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Shape 19"/>
          <p:cNvSpPr/>
          <p:nvPr/>
        </p:nvSpPr>
        <p:spPr>
          <a:xfrm>
            <a:off x="2377440" y="4846320"/>
            <a:ext cx="73152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0"/>
          <p:cNvSpPr/>
          <p:nvPr/>
        </p:nvSpPr>
        <p:spPr>
          <a:xfrm>
            <a:off x="4937760" y="4846320"/>
            <a:ext cx="640080" cy="360"/>
          </a:xfrm>
          <a:prstGeom prst="line">
            <a:avLst/>
          </a:prstGeom>
          <a:ln w="1905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21"/>
          <p:cNvSpPr/>
          <p:nvPr/>
        </p:nvSpPr>
        <p:spPr>
          <a:xfrm>
            <a:off x="1965960" y="56692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learned filters at architectural scales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PlaceHolder 1"/>
          <p:cNvSpPr>
            <a:spLocks noGrp="1"/>
          </p:cNvSpPr>
          <p:nvPr>
            <p:ph type="sldNum" idx="20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CEF97F6-7F8C-4C58-81B1-7804090DAD8C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244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A795F9-2222-667F-2D53-99C59748A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multiscale CNNs fit in the model hierarchy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9ADC2-F3D4-C97B-A67B-D88D46607E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083386" cy="4529770"/>
          </a:xfrm>
        </p:spPr>
        <p:txBody>
          <a:bodyPr>
            <a:normAutofit/>
          </a:bodyPr>
          <a:lstStyle/>
          <a:p>
            <a:r>
              <a:rPr lang="en-GB" dirty="0"/>
              <a:t>The progression so far is:</a:t>
            </a:r>
          </a:p>
          <a:p>
            <a:r>
              <a:rPr lang="en-GB" dirty="0"/>
              <a:t>handcrafted temporal features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standard Conv1D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deep receptive fields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dilated TCN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multiscale temporal CNN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658EEFD-4E5A-E359-0AF6-2DA7AE451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8650" y="2160589"/>
            <a:ext cx="5989510" cy="4529771"/>
          </a:xfrm>
        </p:spPr>
        <p:txBody>
          <a:bodyPr/>
          <a:lstStyle/>
          <a:p>
            <a:r>
              <a:rPr lang="en-GB" dirty="0"/>
              <a:t>Each step increases flexibility in how temporal structure is represented.</a:t>
            </a:r>
          </a:p>
          <a:p>
            <a:r>
              <a:rPr lang="en-GB" b="1" dirty="0"/>
              <a:t>But greater flexibility also increases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model-selection complexity; </a:t>
            </a:r>
          </a:p>
          <a:p>
            <a:pPr lvl="1"/>
            <a:r>
              <a:rPr lang="en-GB" dirty="0"/>
              <a:t>data requirements; </a:t>
            </a:r>
          </a:p>
          <a:p>
            <a:pPr lvl="1"/>
            <a:r>
              <a:rPr lang="en-GB" dirty="0"/>
              <a:t>debugging difficulty.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3409667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ext 0"/>
          <p:cNvSpPr/>
          <p:nvPr/>
        </p:nvSpPr>
        <p:spPr>
          <a:xfrm>
            <a:off x="502920" y="32004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172A"/>
                </a:solidFill>
                <a:effectLst/>
                <a:uFillTx/>
                <a:latin typeface="Aptos Display"/>
                <a:ea typeface="Aptos Display"/>
              </a:rPr>
              <a:t>Where multiscale CNNs fit</a:t>
            </a:r>
            <a:endParaRPr lang="it-IT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"/>
          <p:cNvSpPr/>
          <p:nvPr/>
        </p:nvSpPr>
        <p:spPr>
          <a:xfrm>
            <a:off x="530280" y="804600"/>
            <a:ext cx="9509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475569"/>
                </a:solidFill>
                <a:effectLst/>
                <a:uFillTx/>
                <a:latin typeface="Aptos"/>
                <a:ea typeface="Aptos"/>
              </a:rPr>
              <a:t>A model hierarchy for temporal representation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91440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3970">
            <a:solidFill>
              <a:srgbClr val="F59E0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3"/>
          <p:cNvSpPr/>
          <p:nvPr/>
        </p:nvSpPr>
        <p:spPr>
          <a:xfrm>
            <a:off x="96012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handcrafted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features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4"/>
          <p:cNvSpPr/>
          <p:nvPr/>
        </p:nvSpPr>
        <p:spPr>
          <a:xfrm>
            <a:off x="224028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5"/>
          <p:cNvSpPr/>
          <p:nvPr/>
        </p:nvSpPr>
        <p:spPr>
          <a:xfrm>
            <a:off x="292608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DBEAFE"/>
          </a:solidFill>
          <a:ln w="1397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6"/>
          <p:cNvSpPr/>
          <p:nvPr/>
        </p:nvSpPr>
        <p:spPr>
          <a:xfrm>
            <a:off x="297180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standard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Conv1D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7"/>
          <p:cNvSpPr/>
          <p:nvPr/>
        </p:nvSpPr>
        <p:spPr>
          <a:xfrm>
            <a:off x="425196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8"/>
          <p:cNvSpPr/>
          <p:nvPr/>
        </p:nvSpPr>
        <p:spPr>
          <a:xfrm>
            <a:off x="493776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ECFCCB"/>
          </a:solidFill>
          <a:ln w="1397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9"/>
          <p:cNvSpPr/>
          <p:nvPr/>
        </p:nvSpPr>
        <p:spPr>
          <a:xfrm>
            <a:off x="498348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deep receptive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fields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10"/>
          <p:cNvSpPr/>
          <p:nvPr/>
        </p:nvSpPr>
        <p:spPr>
          <a:xfrm>
            <a:off x="626364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1"/>
          <p:cNvSpPr/>
          <p:nvPr/>
        </p:nvSpPr>
        <p:spPr>
          <a:xfrm>
            <a:off x="694944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 w="1397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2"/>
          <p:cNvSpPr/>
          <p:nvPr/>
        </p:nvSpPr>
        <p:spPr>
          <a:xfrm>
            <a:off x="699516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dilated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TCN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3"/>
          <p:cNvSpPr/>
          <p:nvPr/>
        </p:nvSpPr>
        <p:spPr>
          <a:xfrm>
            <a:off x="8275320" y="3063240"/>
            <a:ext cx="685800" cy="360"/>
          </a:xfrm>
          <a:prstGeom prst="line">
            <a:avLst/>
          </a:prstGeom>
          <a:ln w="13970">
            <a:solidFill>
              <a:srgbClr val="475569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4"/>
          <p:cNvSpPr/>
          <p:nvPr/>
        </p:nvSpPr>
        <p:spPr>
          <a:xfrm>
            <a:off x="8961120" y="2743200"/>
            <a:ext cx="1325520" cy="639720"/>
          </a:xfrm>
          <a:prstGeom prst="roundRect">
            <a:avLst>
              <a:gd name="adj" fmla="val 11429"/>
            </a:avLst>
          </a:prstGeom>
          <a:solidFill>
            <a:srgbClr val="CCFBF1"/>
          </a:solidFill>
          <a:ln w="13970">
            <a:solidFill>
              <a:srgbClr val="0F76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5"/>
          <p:cNvSpPr/>
          <p:nvPr/>
        </p:nvSpPr>
        <p:spPr>
          <a:xfrm>
            <a:off x="9006840" y="2779920"/>
            <a:ext cx="123408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multiscale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CNN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16"/>
          <p:cNvSpPr/>
          <p:nvPr/>
        </p:nvSpPr>
        <p:spPr>
          <a:xfrm>
            <a:off x="3291840" y="379476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more flexible learned temporal representations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7"/>
          <p:cNvSpPr/>
          <p:nvPr/>
        </p:nvSpPr>
        <p:spPr>
          <a:xfrm>
            <a:off x="2011680" y="3657600"/>
            <a:ext cx="7680960" cy="360"/>
          </a:xfrm>
          <a:prstGeom prst="line">
            <a:avLst/>
          </a:prstGeom>
          <a:ln w="15240">
            <a:solidFill>
              <a:srgbClr val="86B81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18"/>
          <p:cNvSpPr/>
          <p:nvPr/>
        </p:nvSpPr>
        <p:spPr>
          <a:xfrm>
            <a:off x="9692640" y="3657600"/>
            <a:ext cx="274320" cy="360"/>
          </a:xfrm>
          <a:prstGeom prst="line">
            <a:avLst/>
          </a:prstGeom>
          <a:ln w="15240">
            <a:solidFill>
              <a:srgbClr val="86B81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9"/>
          <p:cNvSpPr/>
          <p:nvPr/>
        </p:nvSpPr>
        <p:spPr>
          <a:xfrm>
            <a:off x="2011680" y="5120640"/>
            <a:ext cx="6583320" cy="59400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1397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0"/>
          <p:cNvSpPr/>
          <p:nvPr/>
        </p:nvSpPr>
        <p:spPr>
          <a:xfrm>
            <a:off x="2057400" y="5157360"/>
            <a:ext cx="6491880" cy="520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72A"/>
                </a:solidFill>
                <a:effectLst/>
                <a:uFillTx/>
                <a:latin typeface="Aptos"/>
                <a:ea typeface="Aptos"/>
              </a:rPr>
              <a:t>Next: compare RNNs and temporal CNNs as engineering choices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1"/>
          <p:cNvSpPr>
            <a:spLocks noGrp="1"/>
          </p:cNvSpPr>
          <p:nvPr>
            <p:ph type="sldNum" idx="21"/>
          </p:nvPr>
        </p:nvSpPr>
        <p:spPr>
          <a:xfrm>
            <a:off x="10652760" y="649224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68CF39A-DF01-4294-8D7D-FC1C464B518B}" type="slidenum"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246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10023</TotalTime>
  <Words>20072</Words>
  <Application>Microsoft Office PowerPoint</Application>
  <PresentationFormat>Widescreen</PresentationFormat>
  <Paragraphs>3874</Paragraphs>
  <Slides>246</Slides>
  <Notes>78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10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246</vt:i4>
      </vt:variant>
    </vt:vector>
  </HeadingPairs>
  <TitlesOfParts>
    <vt:vector size="257" baseType="lpstr">
      <vt:lpstr>Aptos</vt:lpstr>
      <vt:lpstr>Aptos Display</vt:lpstr>
      <vt:lpstr>Aptos Mono</vt:lpstr>
      <vt:lpstr>Arial</vt:lpstr>
      <vt:lpstr>Courier New</vt:lpstr>
      <vt:lpstr>Symbol</vt:lpstr>
      <vt:lpstr>Times New Roman</vt:lpstr>
      <vt:lpstr>Trebuchet MS</vt:lpstr>
      <vt:lpstr>Wingdings</vt:lpstr>
      <vt:lpstr>Wingdings 3</vt:lpstr>
      <vt:lpstr>Sfaccettatura</vt:lpstr>
      <vt:lpstr>Presentazione standard di PowerPoint</vt:lpstr>
      <vt:lpstr>Outline of the lecture</vt:lpstr>
      <vt:lpstr>A different way to process temporal information</vt:lpstr>
      <vt:lpstr>Presentazione standard di PowerPoint</vt:lpstr>
      <vt:lpstr>Temporal patterns often appear locally</vt:lpstr>
      <vt:lpstr>Presentazione standard di PowerPoint</vt:lpstr>
      <vt:lpstr>From local region to learned activation</vt:lpstr>
      <vt:lpstr>From local region to learned activation</vt:lpstr>
      <vt:lpstr>Presentazione standard di PowerPoint</vt:lpstr>
      <vt:lpstr>Temporal convolution produces a feature map</vt:lpstr>
      <vt:lpstr>Presentazione standard di PowerPoint</vt:lpstr>
      <vt:lpstr>Recurrence and convolution represent time differently</vt:lpstr>
      <vt:lpstr>Presentazione standard di PowerPoint</vt:lpstr>
      <vt:lpstr>Block 5.B — One-Dimensional Temporal Convolution</vt:lpstr>
      <vt:lpstr>Input representation for Conv1D</vt:lpstr>
      <vt:lpstr>Presentazione standard di PowerPoint</vt:lpstr>
      <vt:lpstr>What is a temporal kernel?</vt:lpstr>
      <vt:lpstr>What is a temporal kernel?</vt:lpstr>
      <vt:lpstr>Presentazione standard di PowerPoint</vt:lpstr>
      <vt:lpstr>The convolution operation</vt:lpstr>
      <vt:lpstr>The convolution operation</vt:lpstr>
      <vt:lpstr>A numerical example with one channel</vt:lpstr>
      <vt:lpstr>Presentazione standard di PowerPoint</vt:lpstr>
      <vt:lpstr>Multiple filters learn different temporal patterns</vt:lpstr>
      <vt:lpstr>Presentazione standard di PowerPoint</vt:lpstr>
      <vt:lpstr>Conv1D output shape</vt:lpstr>
      <vt:lpstr>Conv1D output shape</vt:lpstr>
      <vt:lpstr>Presentazione standard di PowerPoint</vt:lpstr>
      <vt:lpstr>Kernel size determines local temporal context</vt:lpstr>
      <vt:lpstr>Kernel size determines local temporal context</vt:lpstr>
      <vt:lpstr>Presentazione standard di PowerPoint</vt:lpstr>
      <vt:lpstr>Small and large kernels make different assumptions</vt:lpstr>
      <vt:lpstr>Small and large kernels make different assumptions</vt:lpstr>
      <vt:lpstr>Nonlinearity after convolution</vt:lpstr>
      <vt:lpstr>Stacking temporal convolutions</vt:lpstr>
      <vt:lpstr>Presentazione standard di PowerPoint</vt:lpstr>
      <vt:lpstr>Conv1D does not inherently mean causal</vt:lpstr>
      <vt:lpstr>Presentazione standard di PowerPoint</vt:lpstr>
      <vt:lpstr>What does a Conv1D layer learn?</vt:lpstr>
      <vt:lpstr>Block 5.C — Kernel Size, Stride and Padding</vt:lpstr>
      <vt:lpstr>Conv1D changes temporal length</vt:lpstr>
      <vt:lpstr>Conv1D changes temporal length</vt:lpstr>
      <vt:lpstr>Presentazione standard di PowerPoint</vt:lpstr>
      <vt:lpstr>Kernel size determines the local temporal support</vt:lpstr>
      <vt:lpstr>Presentazione standard di PowerPoint</vt:lpstr>
      <vt:lpstr>Stride controls how far the kernel moves</vt:lpstr>
      <vt:lpstr>Stride controls how far the kernel moves</vt:lpstr>
      <vt:lpstr>Presentazione standard di PowerPoint</vt:lpstr>
      <vt:lpstr>Valid convolution</vt:lpstr>
      <vt:lpstr>Valid convolution</vt:lpstr>
      <vt:lpstr>Presentazione standard di PowerPoint</vt:lpstr>
      <vt:lpstr>Same padding</vt:lpstr>
      <vt:lpstr>Same padding</vt:lpstr>
      <vt:lpstr>Presentazione standard di PowerPoint</vt:lpstr>
      <vt:lpstr>Padding determines what the network sees at sequence boundaries</vt:lpstr>
      <vt:lpstr>Padding determines what the network sees at sequence boundaries</vt:lpstr>
      <vt:lpstr>Presentazione standard di PowerPoint</vt:lpstr>
      <vt:lpstr>Output length with stride</vt:lpstr>
      <vt:lpstr>Output length with stride</vt:lpstr>
      <vt:lpstr>Presentazione standard di PowerPoint</vt:lpstr>
      <vt:lpstr>Temporal resolution and target alignment</vt:lpstr>
      <vt:lpstr>Presentazione standard di PowerPoint</vt:lpstr>
      <vt:lpstr>Kernel size and stride are different concepts</vt:lpstr>
      <vt:lpstr>Presentazione standard di PowerPoint</vt:lpstr>
      <vt:lpstr>Choosing padding depends on the task</vt:lpstr>
      <vt:lpstr>Transition to the next block</vt:lpstr>
      <vt:lpstr>Block 5.D — Temporal Pooling and Downsampling</vt:lpstr>
      <vt:lpstr>Why reduce temporal resolution?</vt:lpstr>
      <vt:lpstr>Presentazione standard di PowerPoint</vt:lpstr>
      <vt:lpstr>Pooling summarizes neighboring activations</vt:lpstr>
      <vt:lpstr>Pooling summarizes neighboring activations</vt:lpstr>
      <vt:lpstr>Max pooling</vt:lpstr>
      <vt:lpstr>Presentazione standard di PowerPoint</vt:lpstr>
      <vt:lpstr>Average pooling</vt:lpstr>
      <vt:lpstr>Average pooling</vt:lpstr>
      <vt:lpstr>Presentazione standard di PowerPoint</vt:lpstr>
      <vt:lpstr>Pool size and pooling stride</vt:lpstr>
      <vt:lpstr>Pool size and pooling stride</vt:lpstr>
      <vt:lpstr>Presentazione standard di PowerPoint</vt:lpstr>
      <vt:lpstr>Downsampling increases the temporal scale of later layers</vt:lpstr>
      <vt:lpstr>Downsampling increases the temporal scale of later layers</vt:lpstr>
      <vt:lpstr>Presentazione standard di PowerPoint</vt:lpstr>
      <vt:lpstr>Pooling provides limited shift tolerance</vt:lpstr>
      <vt:lpstr>Pooling provides limited shift tolerance</vt:lpstr>
      <vt:lpstr>Presentazione standard di PowerPoint</vt:lpstr>
      <vt:lpstr>Pooling can be harmful when exact timing matters</vt:lpstr>
      <vt:lpstr>Presentazione standard di PowerPoint</vt:lpstr>
      <vt:lpstr>Global average pooling</vt:lpstr>
      <vt:lpstr>Global max pooling</vt:lpstr>
      <vt:lpstr>Presentazione standard di PowerPoint</vt:lpstr>
      <vt:lpstr>CNN sequence classification with global pooling</vt:lpstr>
      <vt:lpstr>CNN sequence classification with global pooling</vt:lpstr>
      <vt:lpstr>Presentazione standard di PowerPoint</vt:lpstr>
      <vt:lpstr>Strided convolution or pooling?</vt:lpstr>
      <vt:lpstr>Strided convolution or pooling?</vt:lpstr>
      <vt:lpstr>Presentazione standard di PowerPoint</vt:lpstr>
      <vt:lpstr>Downsampling changes information and computation</vt:lpstr>
      <vt:lpstr>From pooling to receptive field</vt:lpstr>
      <vt:lpstr>Presentazione standard di PowerPoint</vt:lpstr>
      <vt:lpstr>Block 5.E — Receptive Field</vt:lpstr>
      <vt:lpstr>What is the receptive field?</vt:lpstr>
      <vt:lpstr>What is the receptive field?</vt:lpstr>
      <vt:lpstr>Presentazione standard di PowerPoint</vt:lpstr>
      <vt:lpstr>Receptive field grows with depth</vt:lpstr>
      <vt:lpstr>Receptive field grows with depth</vt:lpstr>
      <vt:lpstr>Example: three convolutional layers</vt:lpstr>
      <vt:lpstr>Presentazione standard di PowerPoint</vt:lpstr>
      <vt:lpstr>Receptive field is different from kernel size</vt:lpstr>
      <vt:lpstr>Presentazione standard di PowerPoint</vt:lpstr>
      <vt:lpstr>Receptive field must match the temporal dependency</vt:lpstr>
      <vt:lpstr>Receptive field must match the temporal dependency</vt:lpstr>
      <vt:lpstr>Physical interpretation of the receptive field</vt:lpstr>
      <vt:lpstr>Presentazione standard di PowerPoint</vt:lpstr>
      <vt:lpstr>Stride changes receptive-field growth</vt:lpstr>
      <vt:lpstr>Stride changes receptive-field growth</vt:lpstr>
      <vt:lpstr>Presentazione standard di PowerPoint</vt:lpstr>
      <vt:lpstr>Pooling also increases effective context</vt:lpstr>
      <vt:lpstr>Several ways to increase receptive field</vt:lpstr>
      <vt:lpstr>Presentazione standard di PowerPoint</vt:lpstr>
      <vt:lpstr>Receptive field and classification</vt:lpstr>
      <vt:lpstr>Receptive field and classification</vt:lpstr>
      <vt:lpstr>Receptive field and sequence labelling</vt:lpstr>
      <vt:lpstr>Receptive field and sequence labelling</vt:lpstr>
      <vt:lpstr>Receptive field is an architectural constraint</vt:lpstr>
      <vt:lpstr>Transition </vt:lpstr>
      <vt:lpstr>Block 5.F — Causal Convolution</vt:lpstr>
      <vt:lpstr>A temporal convolution can accidentally use the future</vt:lpstr>
      <vt:lpstr>Non-causal convolution</vt:lpstr>
      <vt:lpstr>Presentazione standard di PowerPoint</vt:lpstr>
      <vt:lpstr>Causal convolution</vt:lpstr>
      <vt:lpstr>Presentazione standard di PowerPoint</vt:lpstr>
      <vt:lpstr>Causal padding preserves temporal length</vt:lpstr>
      <vt:lpstr>Presentazione standard di PowerPoint</vt:lpstr>
      <vt:lpstr>Same padding and causal padding are not the same</vt:lpstr>
      <vt:lpstr>Presentazione standard di PowerPoint</vt:lpstr>
      <vt:lpstr>Causality creates directional receptive fields</vt:lpstr>
      <vt:lpstr>Presentazione standard di PowerPoint</vt:lpstr>
      <vt:lpstr>Causal convolution for forecasting</vt:lpstr>
      <vt:lpstr>Presentazione standard di PowerPoint</vt:lpstr>
      <vt:lpstr>Causal convolution for online sequence labelling</vt:lpstr>
      <vt:lpstr>Architectural causality is not enough</vt:lpstr>
      <vt:lpstr>Presentazione standard di PowerPoint</vt:lpstr>
      <vt:lpstr>Presentazione standard di PowerPoint</vt:lpstr>
      <vt:lpstr>Causal receptive field and latency</vt:lpstr>
      <vt:lpstr>Causal convolution still needs an efficient way to obtain long context</vt:lpstr>
      <vt:lpstr>Block 5.G — Dilated Convolution </vt:lpstr>
      <vt:lpstr>Increasing receptive field without large kernels</vt:lpstr>
      <vt:lpstr>Presentazione standard di PowerPoint</vt:lpstr>
      <vt:lpstr>Standard convolution</vt:lpstr>
      <vt:lpstr>Dilation introduces gaps between kernel positions</vt:lpstr>
      <vt:lpstr>Presentazione standard di PowerPoint</vt:lpstr>
      <vt:lpstr>Larger dilation gives larger temporal span</vt:lpstr>
      <vt:lpstr>Effective kernel span</vt:lpstr>
      <vt:lpstr>Presentazione standard di PowerPoint</vt:lpstr>
      <vt:lpstr>Stacking dilated convolutions</vt:lpstr>
      <vt:lpstr>Stacking dilated convolutions</vt:lpstr>
      <vt:lpstr>Example of receptive-field growth with dilation</vt:lpstr>
      <vt:lpstr>Presentazione standard di PowerPoint</vt:lpstr>
      <vt:lpstr>Physical interpretation of dilation</vt:lpstr>
      <vt:lpstr>Dilation preserves temporal resolution</vt:lpstr>
      <vt:lpstr>Presentazione standard di PowerPoint</vt:lpstr>
      <vt:lpstr>Dilation creates sparse temporal sampling</vt:lpstr>
      <vt:lpstr>Dilation creates sparse temporal sampling</vt:lpstr>
      <vt:lpstr>Presentazione standard di PowerPoint</vt:lpstr>
      <vt:lpstr>Dilation does not automatically imply causality</vt:lpstr>
      <vt:lpstr>Presentazione standard di PowerPoint</vt:lpstr>
      <vt:lpstr>Why dilation is important for long sequences</vt:lpstr>
      <vt:lpstr>Why dilation is important for long sequences</vt:lpstr>
      <vt:lpstr>Transition </vt:lpstr>
      <vt:lpstr>Block 5.H — Temporal Convolutional Networks</vt:lpstr>
      <vt:lpstr>What is a Temporal Convolutional Network (TCN)?</vt:lpstr>
      <vt:lpstr>TCNs use explicit historical receptive fields</vt:lpstr>
      <vt:lpstr>What is a Temporal Convolutional Network?</vt:lpstr>
      <vt:lpstr>Presentazione standard di PowerPoint</vt:lpstr>
      <vt:lpstr>Presentazione standard di PowerPoint</vt:lpstr>
      <vt:lpstr>Why residual connections?</vt:lpstr>
      <vt:lpstr>Channel dimensions inside a residual block</vt:lpstr>
      <vt:lpstr>Presentazione standard di PowerPoint</vt:lpstr>
      <vt:lpstr>Dilation schedule in a TCN</vt:lpstr>
      <vt:lpstr>TCN computation can be parallelized across time</vt:lpstr>
      <vt:lpstr>TCN computation can be parallelized across time</vt:lpstr>
      <vt:lpstr>Presentazione standard di PowerPoint</vt:lpstr>
      <vt:lpstr>TCN memory is represented differently from RNN memory</vt:lpstr>
      <vt:lpstr>RNN memory versus TCN receptive field</vt:lpstr>
      <vt:lpstr>Presentazione standard di PowerPoint</vt:lpstr>
      <vt:lpstr>TCN for sequence labelling</vt:lpstr>
      <vt:lpstr>TCN for forecasting</vt:lpstr>
      <vt:lpstr>TCN for sequence classification</vt:lpstr>
      <vt:lpstr>Presentazione standard di PowerPoint</vt:lpstr>
      <vt:lpstr>TCN versus a standard temporal CNN </vt:lpstr>
      <vt:lpstr>Strengths of TCNs</vt:lpstr>
      <vt:lpstr>Strengths of TCNs</vt:lpstr>
      <vt:lpstr>Limitations of TCNs</vt:lpstr>
      <vt:lpstr>From TCN to WaveNet </vt:lpstr>
      <vt:lpstr>Presentazione standard di PowerPoint</vt:lpstr>
      <vt:lpstr>WaveNet architecture</vt:lpstr>
      <vt:lpstr>Block 5.I — WaveNet as an Influential Temporal Architecture</vt:lpstr>
      <vt:lpstr>Presentazione standard di PowerPoint</vt:lpstr>
      <vt:lpstr>WaveNet: why it matters beyond audio</vt:lpstr>
      <vt:lpstr>Presentazione standard di PowerPoint</vt:lpstr>
      <vt:lpstr>Exponentially increasing dilation</vt:lpstr>
      <vt:lpstr>Presentazione standard di PowerPoint</vt:lpstr>
      <vt:lpstr>WaveNet is causal</vt:lpstr>
      <vt:lpstr>Presentazione standard di PowerPoint</vt:lpstr>
      <vt:lpstr>Residual and skip connections</vt:lpstr>
      <vt:lpstr>Presentazione standard di PowerPoint</vt:lpstr>
      <vt:lpstr>Gated activation inside WaveNet blocks</vt:lpstr>
      <vt:lpstr>Presentazione standard di PowerPoint</vt:lpstr>
      <vt:lpstr>Gated activation inside a WaveNet block</vt:lpstr>
      <vt:lpstr>What WaveNet contributes conceptually</vt:lpstr>
      <vt:lpstr>Presentazione standard di PowerPoint</vt:lpstr>
      <vt:lpstr>WaveNet is an architectural reference, not the endpoint</vt:lpstr>
      <vt:lpstr>Block 5.J — Temporal CNNs for Different Prediction Tasks</vt:lpstr>
      <vt:lpstr>The convolutional backbone does not define the task</vt:lpstr>
      <vt:lpstr>Presentazione standard di PowerPoint</vt:lpstr>
      <vt:lpstr>Window and sequence classification</vt:lpstr>
      <vt:lpstr>Why pooling works well for classification</vt:lpstr>
      <vt:lpstr>Presentazione standard di PowerPoint</vt:lpstr>
      <vt:lpstr>Regression from a temporal sequence</vt:lpstr>
      <vt:lpstr>Sequence labelling requires temporal resolution</vt:lpstr>
      <vt:lpstr>Presentazione standard di PowerPoint</vt:lpstr>
      <vt:lpstr>Online versus offline sequence labelling</vt:lpstr>
      <vt:lpstr>One-step forecasting with a temporal CNN</vt:lpstr>
      <vt:lpstr>Direct multi-horizon forecasting</vt:lpstr>
      <vt:lpstr>Presentazione standard di PowerPoint</vt:lpstr>
      <vt:lpstr>Temporal CNNs can combine several input channels</vt:lpstr>
      <vt:lpstr>Presentazione standard di PowerPoint</vt:lpstr>
      <vt:lpstr>Choosing the architecture from the task</vt:lpstr>
      <vt:lpstr>Convolutional output structure and tensor shapes</vt:lpstr>
      <vt:lpstr>Block 5.K — Multiscale Temporal Patterns</vt:lpstr>
      <vt:lpstr>Real temporal patterns occur at different scales</vt:lpstr>
      <vt:lpstr>Presentazione standard di PowerPoint</vt:lpstr>
      <vt:lpstr>Different kernel sizes detect different temporal structures</vt:lpstr>
      <vt:lpstr>Parallel multiscale convolution</vt:lpstr>
      <vt:lpstr>Presentazione standard di PowerPoint</vt:lpstr>
      <vt:lpstr>Multiscale representation is different from dilation</vt:lpstr>
      <vt:lpstr>Presentazione standard di PowerPoint</vt:lpstr>
      <vt:lpstr>Inception-style temporal convolution</vt:lpstr>
      <vt:lpstr>Presentazione standard di PowerPoint</vt:lpstr>
      <vt:lpstr>InceptionTime</vt:lpstr>
      <vt:lpstr>Example: multiscale machine monitoring</vt:lpstr>
      <vt:lpstr>Multiscale models reduce, but do not remove, design assumptions</vt:lpstr>
      <vt:lpstr>From handcrafted scales to learned scales</vt:lpstr>
      <vt:lpstr>Presentazione standard di PowerPoint</vt:lpstr>
      <vt:lpstr>Where multiscale CNNs fit in the model hierarchy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2026-08-16T22:18:58Z</dcterms:created>
  <dcterms:modified xsi:type="dcterms:W3CDTF">2026-08-23T21:22:44Z</dcterms:modified>
</cp:coreProperties>
</file>